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5.svg" ContentType="image/svg+xml"/>
  <Override PartName="/ppt/media/image27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12541421" r:id="rId4"/>
    <p:sldId id="12541423" r:id="rId5"/>
    <p:sldId id="12541432" r:id="rId7"/>
    <p:sldId id="12541459" r:id="rId8"/>
    <p:sldId id="12541460" r:id="rId9"/>
    <p:sldId id="12541464" r:id="rId10"/>
    <p:sldId id="12541443" r:id="rId11"/>
    <p:sldId id="12541446" r:id="rId12"/>
    <p:sldId id="12541447" r:id="rId13"/>
    <p:sldId id="12541429" r:id="rId14"/>
    <p:sldId id="12541438" r:id="rId15"/>
    <p:sldId id="12541439" r:id="rId16"/>
    <p:sldId id="12541461" r:id="rId17"/>
    <p:sldId id="12541442" r:id="rId18"/>
    <p:sldId id="12541462" r:id="rId19"/>
    <p:sldId id="12541463" r:id="rId20"/>
    <p:sldId id="12541456" r:id="rId21"/>
    <p:sldId id="12541426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7E8"/>
    <a:srgbClr val="890424"/>
    <a:srgbClr val="AE0B2A"/>
    <a:srgbClr val="E4D3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220" autoAdjust="0"/>
  </p:normalViewPr>
  <p:slideViewPr>
    <p:cSldViewPr snapToGrid="0">
      <p:cViewPr>
        <p:scale>
          <a:sx n="75" d="100"/>
          <a:sy n="75" d="100"/>
        </p:scale>
        <p:origin x="561" y="1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改下</a:t>
            </a:r>
            <a:r>
              <a:rPr lang="zh-CN" altLang="en-US"/>
              <a:t>措辞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放</a:t>
            </a:r>
            <a:r>
              <a:rPr lang="zh-CN" altLang="en-US"/>
              <a:t>数据截图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图或许要修改</a:t>
            </a:r>
            <a:r>
              <a:rPr lang="en-US" altLang="zh-CN"/>
              <a:t>，</a:t>
            </a:r>
            <a:r>
              <a:rPr lang="zh-CN" altLang="en-US"/>
              <a:t>可以让</a:t>
            </a:r>
            <a:r>
              <a:rPr lang="en-US" altLang="zh-CN"/>
              <a:t>AI</a:t>
            </a:r>
            <a:r>
              <a:rPr lang="zh-CN" altLang="en-US"/>
              <a:t>生成</a:t>
            </a:r>
            <a:r>
              <a:rPr lang="en-US" altLang="zh-CN"/>
              <a:t>icon</a:t>
            </a:r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image4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4" Type="http://schemas.microsoft.com/office/2007/relationships/hdphoto" Target="../media/image4.wdp"/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image4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image19.wdp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D3E0E-A955-4AE7-AD5C-C6F9BBBA487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D9E86-12DA-4341-AAEF-31EC11C0E4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D3E0E-A955-4AE7-AD5C-C6F9BBBA487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D9E86-12DA-4341-AAEF-31EC11C0E4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D3E0E-A955-4AE7-AD5C-C6F9BBBA487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D9E86-12DA-4341-AAEF-31EC11C0E4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D3E0E-A955-4AE7-AD5C-C6F9BBBA487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D9E86-12DA-4341-AAEF-31EC11C0E4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D3E0E-A955-4AE7-AD5C-C6F9BBBA487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D9E86-12DA-4341-AAEF-31EC11C0E4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D3E0E-A955-4AE7-AD5C-C6F9BBBA487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D9E86-12DA-4341-AAEF-31EC11C0E4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D3E0E-A955-4AE7-AD5C-C6F9BBBA487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D9E86-12DA-4341-AAEF-31EC11C0E4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D3E0E-A955-4AE7-AD5C-C6F9BBBA487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D9E86-12DA-4341-AAEF-31EC11C0E4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D3E0E-A955-4AE7-AD5C-C6F9BBBA487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D9E86-12DA-4341-AAEF-31EC11C0E4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D3E0E-A955-4AE7-AD5C-C6F9BBBA487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D9E86-12DA-4341-AAEF-31EC11C0E4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D3E0E-A955-4AE7-AD5C-C6F9BBBA487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D9E86-12DA-4341-AAEF-31EC11C0E4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包含 图形用户界面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797"/>
            <a:ext cx="12191293" cy="6870797"/>
          </a:xfrm>
          <a:prstGeom prst="rect">
            <a:avLst/>
          </a:prstGeom>
        </p:spPr>
      </p:pic>
      <p:grpSp>
        <p:nvGrpSpPr>
          <p:cNvPr id="3" name="组合 2"/>
          <p:cNvGrpSpPr/>
          <p:nvPr userDrawn="1"/>
        </p:nvGrpSpPr>
        <p:grpSpPr>
          <a:xfrm>
            <a:off x="5735303" y="5056017"/>
            <a:ext cx="5352727" cy="1005014"/>
            <a:chOff x="5918002" y="3484724"/>
            <a:chExt cx="5353037" cy="1005072"/>
          </a:xfrm>
        </p:grpSpPr>
        <p:cxnSp>
          <p:nvCxnSpPr>
            <p:cNvPr id="4" name="直接连接符 3"/>
            <p:cNvCxnSpPr/>
            <p:nvPr/>
          </p:nvCxnSpPr>
          <p:spPr>
            <a:xfrm>
              <a:off x="6151655" y="3484724"/>
              <a:ext cx="506373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弧形 4"/>
            <p:cNvSpPr/>
            <p:nvPr/>
          </p:nvSpPr>
          <p:spPr>
            <a:xfrm flipV="1">
              <a:off x="11159730" y="3484724"/>
              <a:ext cx="111309" cy="111309"/>
            </a:xfrm>
            <a:prstGeom prst="arc">
              <a:avLst>
                <a:gd name="adj1" fmla="val 15402218"/>
                <a:gd name="adj2" fmla="val 5600308"/>
              </a:avLst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11106745" y="3596033"/>
              <a:ext cx="10596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/>
            <p:cNvSpPr txBox="1"/>
            <p:nvPr/>
          </p:nvSpPr>
          <p:spPr>
            <a:xfrm>
              <a:off x="5918002" y="3629511"/>
              <a:ext cx="5063730" cy="8602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2000" dirty="0">
                  <a:latin typeface="Arial" panose="020B0704020202020204" pitchFamily="34" charset="0"/>
                  <a:cs typeface="Arial" panose="020B0704020202020204" pitchFamily="34" charset="0"/>
                  <a:sym typeface="+mn-ea"/>
                </a:rPr>
                <a:t>窦志成</a:t>
              </a:r>
              <a:endParaRPr lang="en-US" altLang="zh-CN" sz="2000" dirty="0">
                <a:latin typeface="Arial" panose="020B0704020202020204" pitchFamily="34" charset="0"/>
                <a:cs typeface="Arial" panose="020B0704020202020204" pitchFamily="34" charset="0"/>
                <a:sym typeface="+mn-ea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2000" dirty="0">
                  <a:solidFill>
                    <a:srgbClr val="262626"/>
                  </a:solidFill>
                  <a:latin typeface="Arial" panose="020B0704020202020204" pitchFamily="34" charset="0"/>
                  <a:cs typeface="Arial" panose="020B0704020202020204" pitchFamily="34" charset="0"/>
                  <a:sym typeface="+mn-ea"/>
                </a:rPr>
                <a:t>中国人民大学高瓴人工智能学院</a:t>
              </a:r>
              <a:endParaRPr lang="zh-CN" altLang="en-US" sz="2000" dirty="0">
                <a:solidFill>
                  <a:srgbClr val="262626"/>
                </a:solidFill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6096000" y="4343961"/>
              <a:ext cx="5119385" cy="111310"/>
              <a:chOff x="4643740" y="5067861"/>
              <a:chExt cx="5119385" cy="111310"/>
            </a:xfrm>
          </p:grpSpPr>
          <p:cxnSp>
            <p:nvCxnSpPr>
              <p:cNvPr id="9" name="直接连接符 8"/>
              <p:cNvCxnSpPr/>
              <p:nvPr/>
            </p:nvCxnSpPr>
            <p:spPr>
              <a:xfrm>
                <a:off x="4699395" y="5179171"/>
                <a:ext cx="506373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弧形 9"/>
              <p:cNvSpPr/>
              <p:nvPr/>
            </p:nvSpPr>
            <p:spPr>
              <a:xfrm flipH="1">
                <a:off x="4643740" y="5067861"/>
                <a:ext cx="111309" cy="111309"/>
              </a:xfrm>
              <a:prstGeom prst="arc">
                <a:avLst>
                  <a:gd name="adj1" fmla="val 15402218"/>
                  <a:gd name="adj2" fmla="val 5600308"/>
                </a:avLst>
              </a:prstGeom>
              <a:ln w="190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1" name="直接连接符 10"/>
              <p:cNvCxnSpPr/>
              <p:nvPr/>
            </p:nvCxnSpPr>
            <p:spPr>
              <a:xfrm>
                <a:off x="4699394" y="5067861"/>
                <a:ext cx="105969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900" y="347374"/>
            <a:ext cx="5153740" cy="1576438"/>
          </a:xfrm>
          <a:prstGeom prst="rect">
            <a:avLst/>
          </a:prstGeom>
        </p:spPr>
      </p:pic>
      <p:sp>
        <p:nvSpPr>
          <p:cNvPr id="16" name="标题 15"/>
          <p:cNvSpPr>
            <a:spLocks noGrp="1"/>
          </p:cNvSpPr>
          <p:nvPr>
            <p:ph type="title"/>
          </p:nvPr>
        </p:nvSpPr>
        <p:spPr>
          <a:xfrm>
            <a:off x="2794000" y="1908121"/>
            <a:ext cx="9177020" cy="1325563"/>
          </a:xfrm>
          <a:prstGeom prst="rect">
            <a:avLst/>
          </a:prstGeom>
        </p:spPr>
        <p:txBody>
          <a:bodyPr anchor="ctr"/>
          <a:lstStyle>
            <a:lvl1pPr algn="ctr">
              <a:defRPr b="1">
                <a:solidFill>
                  <a:srgbClr val="9C131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/>
          <p:cNvSpPr/>
          <p:nvPr/>
        </p:nvSpPr>
        <p:spPr>
          <a:xfrm>
            <a:off x="-2840" y="32046"/>
            <a:ext cx="12192316" cy="6804588"/>
          </a:xfrm>
          <a:custGeom>
            <a:avLst/>
            <a:gdLst>
              <a:gd name="connsiteX0" fmla="*/ 0 w 12124345"/>
              <a:gd name="connsiteY0" fmla="*/ 0 h 6804588"/>
              <a:gd name="connsiteX1" fmla="*/ 12124346 w 12124345"/>
              <a:gd name="connsiteY1" fmla="*/ 0 h 6804588"/>
              <a:gd name="connsiteX2" fmla="*/ 12124346 w 12124345"/>
              <a:gd name="connsiteY2" fmla="*/ 6804589 h 6804588"/>
              <a:gd name="connsiteX3" fmla="*/ 0 w 12124345"/>
              <a:gd name="connsiteY3" fmla="*/ 6804589 h 680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4345" h="6804588">
                <a:moveTo>
                  <a:pt x="0" y="0"/>
                </a:moveTo>
                <a:lnTo>
                  <a:pt x="12124346" y="0"/>
                </a:lnTo>
                <a:lnTo>
                  <a:pt x="12124346" y="6804589"/>
                </a:lnTo>
                <a:lnTo>
                  <a:pt x="0" y="6804589"/>
                </a:lnTo>
                <a:close/>
              </a:path>
            </a:pathLst>
          </a:custGeom>
          <a:solidFill>
            <a:srgbClr val="F4E6D3">
              <a:alpha val="36000"/>
            </a:srgbClr>
          </a:solidFill>
          <a:ln w="2136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" name="任意多边形: 形状 8"/>
          <p:cNvSpPr/>
          <p:nvPr/>
        </p:nvSpPr>
        <p:spPr>
          <a:xfrm>
            <a:off x="-2840" y="6569580"/>
            <a:ext cx="12192316" cy="288420"/>
          </a:xfrm>
          <a:custGeom>
            <a:avLst/>
            <a:gdLst>
              <a:gd name="connsiteX0" fmla="*/ 0 w 12135027"/>
              <a:gd name="connsiteY0" fmla="*/ 0 h 288420"/>
              <a:gd name="connsiteX1" fmla="*/ 12135028 w 12135027"/>
              <a:gd name="connsiteY1" fmla="*/ 0 h 288420"/>
              <a:gd name="connsiteX2" fmla="*/ 12135028 w 12135027"/>
              <a:gd name="connsiteY2" fmla="*/ 288421 h 288420"/>
              <a:gd name="connsiteX3" fmla="*/ 0 w 12135027"/>
              <a:gd name="connsiteY3" fmla="*/ 288421 h 288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35027" h="288420">
                <a:moveTo>
                  <a:pt x="0" y="0"/>
                </a:moveTo>
                <a:lnTo>
                  <a:pt x="12135028" y="0"/>
                </a:lnTo>
                <a:lnTo>
                  <a:pt x="12135028" y="288421"/>
                </a:lnTo>
                <a:lnTo>
                  <a:pt x="0" y="288421"/>
                </a:lnTo>
                <a:close/>
              </a:path>
            </a:pathLst>
          </a:custGeom>
          <a:solidFill>
            <a:srgbClr val="EFDCBF"/>
          </a:solidFill>
          <a:ln w="2136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任意多边形: 形状 9"/>
          <p:cNvSpPr/>
          <p:nvPr/>
        </p:nvSpPr>
        <p:spPr>
          <a:xfrm>
            <a:off x="-2840" y="0"/>
            <a:ext cx="12192316" cy="331149"/>
          </a:xfrm>
          <a:custGeom>
            <a:avLst/>
            <a:gdLst>
              <a:gd name="connsiteX0" fmla="*/ 0 w 12135027"/>
              <a:gd name="connsiteY0" fmla="*/ 0 h 331149"/>
              <a:gd name="connsiteX1" fmla="*/ 12135028 w 12135027"/>
              <a:gd name="connsiteY1" fmla="*/ 0 h 331149"/>
              <a:gd name="connsiteX2" fmla="*/ 12135028 w 12135027"/>
              <a:gd name="connsiteY2" fmla="*/ 331150 h 331149"/>
              <a:gd name="connsiteX3" fmla="*/ 0 w 12135027"/>
              <a:gd name="connsiteY3" fmla="*/ 331150 h 331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35027" h="331149">
                <a:moveTo>
                  <a:pt x="0" y="0"/>
                </a:moveTo>
                <a:lnTo>
                  <a:pt x="12135028" y="0"/>
                </a:lnTo>
                <a:lnTo>
                  <a:pt x="12135028" y="331150"/>
                </a:lnTo>
                <a:lnTo>
                  <a:pt x="0" y="331150"/>
                </a:lnTo>
                <a:close/>
              </a:path>
            </a:pathLst>
          </a:custGeom>
          <a:solidFill>
            <a:srgbClr val="EFDCBF"/>
          </a:solidFill>
          <a:ln w="2136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>
            <a:off x="-158" y="309785"/>
            <a:ext cx="12192316" cy="106822"/>
          </a:xfrm>
          <a:custGeom>
            <a:avLst/>
            <a:gdLst>
              <a:gd name="connsiteX0" fmla="*/ 0 w 12135027"/>
              <a:gd name="connsiteY0" fmla="*/ 0 h 106822"/>
              <a:gd name="connsiteX1" fmla="*/ 12135028 w 12135027"/>
              <a:gd name="connsiteY1" fmla="*/ 0 h 106822"/>
              <a:gd name="connsiteX2" fmla="*/ 12135028 w 12135027"/>
              <a:gd name="connsiteY2" fmla="*/ 106822 h 106822"/>
              <a:gd name="connsiteX3" fmla="*/ 0 w 12135027"/>
              <a:gd name="connsiteY3" fmla="*/ 106822 h 106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35027" h="106822">
                <a:moveTo>
                  <a:pt x="0" y="0"/>
                </a:moveTo>
                <a:lnTo>
                  <a:pt x="12135028" y="0"/>
                </a:lnTo>
                <a:lnTo>
                  <a:pt x="12135028" y="106822"/>
                </a:lnTo>
                <a:lnTo>
                  <a:pt x="0" y="106822"/>
                </a:lnTo>
                <a:close/>
              </a:path>
            </a:pathLst>
          </a:custGeom>
          <a:solidFill>
            <a:schemeClr val="accent1"/>
          </a:solidFill>
          <a:ln w="2136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/>
          <p:cNvSpPr/>
          <p:nvPr/>
        </p:nvSpPr>
        <p:spPr>
          <a:xfrm>
            <a:off x="-2840" y="6462757"/>
            <a:ext cx="12192316" cy="106822"/>
          </a:xfrm>
          <a:custGeom>
            <a:avLst/>
            <a:gdLst>
              <a:gd name="connsiteX0" fmla="*/ 0 w 12135027"/>
              <a:gd name="connsiteY0" fmla="*/ 0 h 106822"/>
              <a:gd name="connsiteX1" fmla="*/ 12135028 w 12135027"/>
              <a:gd name="connsiteY1" fmla="*/ 0 h 106822"/>
              <a:gd name="connsiteX2" fmla="*/ 12135028 w 12135027"/>
              <a:gd name="connsiteY2" fmla="*/ 106822 h 106822"/>
              <a:gd name="connsiteX3" fmla="*/ 0 w 12135027"/>
              <a:gd name="connsiteY3" fmla="*/ 106822 h 106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35027" h="106822">
                <a:moveTo>
                  <a:pt x="0" y="0"/>
                </a:moveTo>
                <a:lnTo>
                  <a:pt x="12135028" y="0"/>
                </a:lnTo>
                <a:lnTo>
                  <a:pt x="12135028" y="106822"/>
                </a:lnTo>
                <a:lnTo>
                  <a:pt x="0" y="106822"/>
                </a:lnTo>
                <a:close/>
              </a:path>
            </a:pathLst>
          </a:custGeom>
          <a:solidFill>
            <a:schemeClr val="accent1"/>
          </a:solidFill>
          <a:ln w="2136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/>
        </p:nvGrpSpPr>
        <p:grpSpPr>
          <a:xfrm>
            <a:off x="3681412" y="0"/>
            <a:ext cx="8510588" cy="629361"/>
            <a:chOff x="0" y="-711"/>
            <a:chExt cx="12192000" cy="956595"/>
          </a:xfrm>
        </p:grpSpPr>
        <p:sp>
          <p:nvSpPr>
            <p:cNvPr id="12" name="任意多边形: 形状 11"/>
            <p:cNvSpPr/>
            <p:nvPr/>
          </p:nvSpPr>
          <p:spPr>
            <a:xfrm>
              <a:off x="0" y="-1"/>
              <a:ext cx="12192000" cy="955885"/>
            </a:xfrm>
            <a:custGeom>
              <a:avLst/>
              <a:gdLst>
                <a:gd name="connsiteX0" fmla="*/ 1 w 12192000"/>
                <a:gd name="connsiteY0" fmla="*/ 1 h 955885"/>
                <a:gd name="connsiteX1" fmla="*/ 1 w 12192000"/>
                <a:gd name="connsiteY1" fmla="*/ 955884 h 955885"/>
                <a:gd name="connsiteX2" fmla="*/ 1555927 w 12192000"/>
                <a:gd name="connsiteY2" fmla="*/ 955884 h 955885"/>
                <a:gd name="connsiteX3" fmla="*/ 3602179 w 12192000"/>
                <a:gd name="connsiteY3" fmla="*/ 955884 h 955885"/>
                <a:gd name="connsiteX4" fmla="*/ 3888377 w 12192000"/>
                <a:gd name="connsiteY4" fmla="*/ 955884 h 955885"/>
                <a:gd name="connsiteX5" fmla="*/ 5346020 w 12192000"/>
                <a:gd name="connsiteY5" fmla="*/ 955884 h 955885"/>
                <a:gd name="connsiteX6" fmla="*/ 5632222 w 12192000"/>
                <a:gd name="connsiteY6" fmla="*/ 955884 h 955885"/>
                <a:gd name="connsiteX7" fmla="*/ 7678473 w 12192000"/>
                <a:gd name="connsiteY7" fmla="*/ 955884 h 955885"/>
                <a:gd name="connsiteX8" fmla="*/ 9422314 w 12192000"/>
                <a:gd name="connsiteY8" fmla="*/ 955884 h 955885"/>
                <a:gd name="connsiteX9" fmla="*/ 9717304 w 12192000"/>
                <a:gd name="connsiteY9" fmla="*/ 834656 h 955885"/>
                <a:gd name="connsiteX10" fmla="*/ 9836763 w 12192000"/>
                <a:gd name="connsiteY10" fmla="*/ 699461 h 955885"/>
                <a:gd name="connsiteX11" fmla="*/ 10524816 w 12192000"/>
                <a:gd name="connsiteY11" fmla="*/ 13741 h 955885"/>
                <a:gd name="connsiteX12" fmla="*/ 10604500 w 12192000"/>
                <a:gd name="connsiteY12" fmla="*/ 1 h 955885"/>
                <a:gd name="connsiteX13" fmla="*/ 0 w 12192000"/>
                <a:gd name="connsiteY13" fmla="*/ 0 h 955885"/>
                <a:gd name="connsiteX14" fmla="*/ 12192000 w 12192000"/>
                <a:gd name="connsiteY14" fmla="*/ 0 h 955885"/>
                <a:gd name="connsiteX15" fmla="*/ 12192000 w 12192000"/>
                <a:gd name="connsiteY15" fmla="*/ 955885 h 955885"/>
                <a:gd name="connsiteX16" fmla="*/ 0 w 12192000"/>
                <a:gd name="connsiteY16" fmla="*/ 955885 h 955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192000" h="955885">
                  <a:moveTo>
                    <a:pt x="1" y="1"/>
                  </a:moveTo>
                  <a:lnTo>
                    <a:pt x="1" y="955884"/>
                  </a:lnTo>
                  <a:lnTo>
                    <a:pt x="1555927" y="955884"/>
                  </a:lnTo>
                  <a:lnTo>
                    <a:pt x="3602179" y="955884"/>
                  </a:lnTo>
                  <a:lnTo>
                    <a:pt x="3888377" y="955884"/>
                  </a:lnTo>
                  <a:lnTo>
                    <a:pt x="5346020" y="955884"/>
                  </a:lnTo>
                  <a:lnTo>
                    <a:pt x="5632222" y="955884"/>
                  </a:lnTo>
                  <a:lnTo>
                    <a:pt x="7678473" y="955884"/>
                  </a:lnTo>
                  <a:lnTo>
                    <a:pt x="9422314" y="955884"/>
                  </a:lnTo>
                  <a:cubicBezTo>
                    <a:pt x="9531678" y="955884"/>
                    <a:pt x="9637109" y="913096"/>
                    <a:pt x="9717304" y="834656"/>
                  </a:cubicBezTo>
                  <a:cubicBezTo>
                    <a:pt x="9752917" y="799892"/>
                    <a:pt x="9793019" y="755617"/>
                    <a:pt x="9836763" y="699461"/>
                  </a:cubicBezTo>
                  <a:cubicBezTo>
                    <a:pt x="10002112" y="487191"/>
                    <a:pt x="10142819" y="102826"/>
                    <a:pt x="10524816" y="13741"/>
                  </a:cubicBezTo>
                  <a:lnTo>
                    <a:pt x="10604500" y="1"/>
                  </a:ln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955885"/>
                  </a:lnTo>
                  <a:lnTo>
                    <a:pt x="0" y="955885"/>
                  </a:lnTo>
                  <a:close/>
                </a:path>
              </a:pathLst>
            </a:custGeom>
            <a:pattFill prst="wdUpDiag">
              <a:fgClr>
                <a:srgbClr val="77031F"/>
              </a:fgClr>
              <a:bgClr>
                <a:schemeClr val="accent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8621210" y="-3"/>
              <a:ext cx="2162198" cy="955179"/>
            </a:xfrm>
            <a:custGeom>
              <a:avLst/>
              <a:gdLst>
                <a:gd name="connsiteX0" fmla="*/ 0 w 1339938"/>
                <a:gd name="connsiteY0" fmla="*/ 0 h 408295"/>
                <a:gd name="connsiteX1" fmla="*/ 1115538 w 1339938"/>
                <a:gd name="connsiteY1" fmla="*/ 0 h 408295"/>
                <a:gd name="connsiteX2" fmla="*/ 1339938 w 1339938"/>
                <a:gd name="connsiteY2" fmla="*/ 0 h 408295"/>
                <a:gd name="connsiteX3" fmla="*/ 885828 w 1339938"/>
                <a:gd name="connsiteY3" fmla="*/ 298766 h 408295"/>
                <a:gd name="connsiteX4" fmla="*/ 815172 w 1339938"/>
                <a:gd name="connsiteY4" fmla="*/ 356513 h 408295"/>
                <a:gd name="connsiteX5" fmla="*/ 640694 w 1339938"/>
                <a:gd name="connsiteY5" fmla="*/ 408295 h 408295"/>
                <a:gd name="connsiteX6" fmla="*/ 0 w 1339938"/>
                <a:gd name="connsiteY6" fmla="*/ 408295 h 408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39938" h="408295">
                  <a:moveTo>
                    <a:pt x="0" y="0"/>
                  </a:moveTo>
                  <a:lnTo>
                    <a:pt x="1115538" y="0"/>
                  </a:lnTo>
                  <a:lnTo>
                    <a:pt x="1339938" y="0"/>
                  </a:lnTo>
                  <a:cubicBezTo>
                    <a:pt x="1077888" y="21703"/>
                    <a:pt x="990150" y="202054"/>
                    <a:pt x="885828" y="298766"/>
                  </a:cubicBezTo>
                  <a:cubicBezTo>
                    <a:pt x="859954" y="322753"/>
                    <a:pt x="836236" y="341663"/>
                    <a:pt x="815172" y="356513"/>
                  </a:cubicBezTo>
                  <a:cubicBezTo>
                    <a:pt x="767738" y="390019"/>
                    <a:pt x="705378" y="408295"/>
                    <a:pt x="640694" y="408295"/>
                  </a:cubicBezTo>
                  <a:lnTo>
                    <a:pt x="0" y="408295"/>
                  </a:lnTo>
                  <a:close/>
                </a:path>
              </a:pathLst>
            </a:custGeom>
            <a:gradFill flip="none" rotWithShape="1">
              <a:gsLst>
                <a:gs pos="52000">
                  <a:schemeClr val="accent2"/>
                </a:gs>
                <a:gs pos="71000">
                  <a:schemeClr val="accent3"/>
                </a:gs>
              </a:gsLst>
              <a:lin ang="2700000" scaled="1"/>
              <a:tileRect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8442303" y="-3"/>
              <a:ext cx="2162198" cy="955179"/>
            </a:xfrm>
            <a:custGeom>
              <a:avLst/>
              <a:gdLst>
                <a:gd name="connsiteX0" fmla="*/ 0 w 1339938"/>
                <a:gd name="connsiteY0" fmla="*/ 0 h 408295"/>
                <a:gd name="connsiteX1" fmla="*/ 1115538 w 1339938"/>
                <a:gd name="connsiteY1" fmla="*/ 0 h 408295"/>
                <a:gd name="connsiteX2" fmla="*/ 1339938 w 1339938"/>
                <a:gd name="connsiteY2" fmla="*/ 0 h 408295"/>
                <a:gd name="connsiteX3" fmla="*/ 885828 w 1339938"/>
                <a:gd name="connsiteY3" fmla="*/ 298766 h 408295"/>
                <a:gd name="connsiteX4" fmla="*/ 815172 w 1339938"/>
                <a:gd name="connsiteY4" fmla="*/ 356513 h 408295"/>
                <a:gd name="connsiteX5" fmla="*/ 640694 w 1339938"/>
                <a:gd name="connsiteY5" fmla="*/ 408295 h 408295"/>
                <a:gd name="connsiteX6" fmla="*/ 0 w 1339938"/>
                <a:gd name="connsiteY6" fmla="*/ 408295 h 408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39938" h="408295">
                  <a:moveTo>
                    <a:pt x="0" y="0"/>
                  </a:moveTo>
                  <a:lnTo>
                    <a:pt x="1115538" y="0"/>
                  </a:lnTo>
                  <a:lnTo>
                    <a:pt x="1339938" y="0"/>
                  </a:lnTo>
                  <a:cubicBezTo>
                    <a:pt x="1077888" y="21703"/>
                    <a:pt x="990150" y="202054"/>
                    <a:pt x="885828" y="298766"/>
                  </a:cubicBezTo>
                  <a:cubicBezTo>
                    <a:pt x="859954" y="322753"/>
                    <a:pt x="836236" y="341663"/>
                    <a:pt x="815172" y="356513"/>
                  </a:cubicBezTo>
                  <a:cubicBezTo>
                    <a:pt x="767738" y="390019"/>
                    <a:pt x="705378" y="408295"/>
                    <a:pt x="640694" y="408295"/>
                  </a:cubicBezTo>
                  <a:lnTo>
                    <a:pt x="0" y="408295"/>
                  </a:lnTo>
                  <a:close/>
                </a:path>
              </a:pathLst>
            </a:custGeom>
            <a:gradFill flip="none" rotWithShape="1">
              <a:gsLst>
                <a:gs pos="52000">
                  <a:schemeClr val="accent2"/>
                </a:gs>
                <a:gs pos="71000">
                  <a:schemeClr val="accent3"/>
                </a:gs>
              </a:gsLst>
              <a:lin ang="2700000" scaled="1"/>
              <a:tileRect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9441737" y="-711"/>
              <a:ext cx="1233114" cy="955179"/>
            </a:xfrm>
            <a:custGeom>
              <a:avLst/>
              <a:gdLst>
                <a:gd name="connsiteX0" fmla="*/ 1128339 w 1233114"/>
                <a:gd name="connsiteY0" fmla="*/ 0 h 955179"/>
                <a:gd name="connsiteX1" fmla="*/ 1233114 w 1233114"/>
                <a:gd name="connsiteY1" fmla="*/ 0 h 955179"/>
                <a:gd name="connsiteX2" fmla="*/ 500337 w 1233114"/>
                <a:gd name="connsiteY2" fmla="*/ 698943 h 955179"/>
                <a:gd name="connsiteX3" fmla="*/ 386323 w 1233114"/>
                <a:gd name="connsiteY3" fmla="*/ 834039 h 955179"/>
                <a:gd name="connsiteX4" fmla="*/ 104775 w 1233114"/>
                <a:gd name="connsiteY4" fmla="*/ 955179 h 955179"/>
                <a:gd name="connsiteX5" fmla="*/ 0 w 1233114"/>
                <a:gd name="connsiteY5" fmla="*/ 955179 h 955179"/>
                <a:gd name="connsiteX6" fmla="*/ 281548 w 1233114"/>
                <a:gd name="connsiteY6" fmla="*/ 834039 h 955179"/>
                <a:gd name="connsiteX7" fmla="*/ 395562 w 1233114"/>
                <a:gd name="connsiteY7" fmla="*/ 698943 h 955179"/>
                <a:gd name="connsiteX8" fmla="*/ 1128339 w 1233114"/>
                <a:gd name="connsiteY8" fmla="*/ 0 h 955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33114" h="955179">
                  <a:moveTo>
                    <a:pt x="1128339" y="0"/>
                  </a:moveTo>
                  <a:lnTo>
                    <a:pt x="1233114" y="0"/>
                  </a:lnTo>
                  <a:cubicBezTo>
                    <a:pt x="810256" y="50773"/>
                    <a:pt x="668677" y="472692"/>
                    <a:pt x="500337" y="698943"/>
                  </a:cubicBezTo>
                  <a:cubicBezTo>
                    <a:pt x="458585" y="755059"/>
                    <a:pt x="420313" y="799298"/>
                    <a:pt x="386323" y="834039"/>
                  </a:cubicBezTo>
                  <a:cubicBezTo>
                    <a:pt x="309780" y="912424"/>
                    <a:pt x="209153" y="955179"/>
                    <a:pt x="104775" y="955179"/>
                  </a:cubicBezTo>
                  <a:lnTo>
                    <a:pt x="0" y="955179"/>
                  </a:lnTo>
                  <a:cubicBezTo>
                    <a:pt x="104378" y="955179"/>
                    <a:pt x="205006" y="912424"/>
                    <a:pt x="281548" y="834039"/>
                  </a:cubicBezTo>
                  <a:cubicBezTo>
                    <a:pt x="315538" y="799298"/>
                    <a:pt x="353810" y="755059"/>
                    <a:pt x="395562" y="698943"/>
                  </a:cubicBezTo>
                  <a:cubicBezTo>
                    <a:pt x="563902" y="472692"/>
                    <a:pt x="705481" y="50773"/>
                    <a:pt x="1128339" y="0"/>
                  </a:cubicBezTo>
                  <a:close/>
                </a:path>
              </a:pathLst>
            </a:custGeom>
            <a:gradFill flip="none" rotWithShape="1">
              <a:gsLst>
                <a:gs pos="24000">
                  <a:schemeClr val="accent4">
                    <a:lumMod val="60000"/>
                    <a:lumOff val="40000"/>
                  </a:schemeClr>
                </a:gs>
                <a:gs pos="65000">
                  <a:schemeClr val="accent4">
                    <a:lumMod val="75000"/>
                  </a:schemeClr>
                </a:gs>
              </a:gsLst>
              <a:lin ang="2700000" scaled="1"/>
              <a:tileRect/>
            </a:gradFill>
            <a:ln w="1270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6" name="任意多边形: 形状 15"/>
            <p:cNvSpPr/>
            <p:nvPr userDrawn="1"/>
          </p:nvSpPr>
          <p:spPr>
            <a:xfrm>
              <a:off x="1" y="0"/>
              <a:ext cx="10604496" cy="955884"/>
            </a:xfrm>
            <a:custGeom>
              <a:avLst/>
              <a:gdLst>
                <a:gd name="connsiteX0" fmla="*/ 0 w 10604499"/>
                <a:gd name="connsiteY0" fmla="*/ 0 h 955883"/>
                <a:gd name="connsiteX1" fmla="*/ 10604499 w 10604499"/>
                <a:gd name="connsiteY1" fmla="*/ 0 h 955883"/>
                <a:gd name="connsiteX2" fmla="*/ 10524815 w 10604499"/>
                <a:gd name="connsiteY2" fmla="*/ 13740 h 955883"/>
                <a:gd name="connsiteX3" fmla="*/ 9836762 w 10604499"/>
                <a:gd name="connsiteY3" fmla="*/ 699460 h 955883"/>
                <a:gd name="connsiteX4" fmla="*/ 9717303 w 10604499"/>
                <a:gd name="connsiteY4" fmla="*/ 834655 h 955883"/>
                <a:gd name="connsiteX5" fmla="*/ 9422313 w 10604499"/>
                <a:gd name="connsiteY5" fmla="*/ 955883 h 955883"/>
                <a:gd name="connsiteX6" fmla="*/ 7678472 w 10604499"/>
                <a:gd name="connsiteY6" fmla="*/ 955883 h 955883"/>
                <a:gd name="connsiteX7" fmla="*/ 5632221 w 10604499"/>
                <a:gd name="connsiteY7" fmla="*/ 955883 h 955883"/>
                <a:gd name="connsiteX8" fmla="*/ 5346019 w 10604499"/>
                <a:gd name="connsiteY8" fmla="*/ 955883 h 955883"/>
                <a:gd name="connsiteX9" fmla="*/ 3888376 w 10604499"/>
                <a:gd name="connsiteY9" fmla="*/ 955883 h 955883"/>
                <a:gd name="connsiteX10" fmla="*/ 3602178 w 10604499"/>
                <a:gd name="connsiteY10" fmla="*/ 955883 h 955883"/>
                <a:gd name="connsiteX11" fmla="*/ 1555926 w 10604499"/>
                <a:gd name="connsiteY11" fmla="*/ 955883 h 955883"/>
                <a:gd name="connsiteX12" fmla="*/ 0 w 10604499"/>
                <a:gd name="connsiteY12" fmla="*/ 955883 h 95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604499" h="955883">
                  <a:moveTo>
                    <a:pt x="0" y="0"/>
                  </a:moveTo>
                  <a:lnTo>
                    <a:pt x="10604499" y="0"/>
                  </a:lnTo>
                  <a:lnTo>
                    <a:pt x="10524815" y="13740"/>
                  </a:lnTo>
                  <a:cubicBezTo>
                    <a:pt x="10142818" y="102825"/>
                    <a:pt x="10002111" y="487190"/>
                    <a:pt x="9836762" y="699460"/>
                  </a:cubicBezTo>
                  <a:cubicBezTo>
                    <a:pt x="9793018" y="755616"/>
                    <a:pt x="9752916" y="799891"/>
                    <a:pt x="9717303" y="834655"/>
                  </a:cubicBezTo>
                  <a:cubicBezTo>
                    <a:pt x="9637108" y="913095"/>
                    <a:pt x="9531677" y="955883"/>
                    <a:pt x="9422313" y="955883"/>
                  </a:cubicBezTo>
                  <a:lnTo>
                    <a:pt x="7678472" y="955883"/>
                  </a:lnTo>
                  <a:lnTo>
                    <a:pt x="5632221" y="955883"/>
                  </a:lnTo>
                  <a:lnTo>
                    <a:pt x="5346019" y="955883"/>
                  </a:lnTo>
                  <a:lnTo>
                    <a:pt x="3888376" y="955883"/>
                  </a:lnTo>
                  <a:lnTo>
                    <a:pt x="3602178" y="955883"/>
                  </a:lnTo>
                  <a:lnTo>
                    <a:pt x="1555926" y="955883"/>
                  </a:lnTo>
                  <a:lnTo>
                    <a:pt x="0" y="955883"/>
                  </a:lnTo>
                  <a:close/>
                </a:path>
              </a:pathLst>
            </a:custGeom>
            <a:solidFill>
              <a:srgbClr val="E4D3BA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7" name="图片 16" descr="徽标&#10;&#10;低可信度描述已自动生成"/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96525" y="345291"/>
              <a:ext cx="1729988" cy="343684"/>
            </a:xfrm>
            <a:prstGeom prst="rect">
              <a:avLst/>
            </a:prstGeom>
          </p:spPr>
        </p:pic>
      </p:grpSp>
      <p:sp>
        <p:nvSpPr>
          <p:cNvPr id="18" name="任意多边形: 形状 17"/>
          <p:cNvSpPr/>
          <p:nvPr userDrawn="1"/>
        </p:nvSpPr>
        <p:spPr>
          <a:xfrm>
            <a:off x="-19809" y="-464"/>
            <a:ext cx="9018529" cy="628893"/>
          </a:xfrm>
          <a:custGeom>
            <a:avLst/>
            <a:gdLst>
              <a:gd name="connsiteX0" fmla="*/ 0 w 10604499"/>
              <a:gd name="connsiteY0" fmla="*/ 0 h 955883"/>
              <a:gd name="connsiteX1" fmla="*/ 10604499 w 10604499"/>
              <a:gd name="connsiteY1" fmla="*/ 0 h 955883"/>
              <a:gd name="connsiteX2" fmla="*/ 10524815 w 10604499"/>
              <a:gd name="connsiteY2" fmla="*/ 13740 h 955883"/>
              <a:gd name="connsiteX3" fmla="*/ 9836762 w 10604499"/>
              <a:gd name="connsiteY3" fmla="*/ 699460 h 955883"/>
              <a:gd name="connsiteX4" fmla="*/ 9717303 w 10604499"/>
              <a:gd name="connsiteY4" fmla="*/ 834655 h 955883"/>
              <a:gd name="connsiteX5" fmla="*/ 9422313 w 10604499"/>
              <a:gd name="connsiteY5" fmla="*/ 955883 h 955883"/>
              <a:gd name="connsiteX6" fmla="*/ 7678472 w 10604499"/>
              <a:gd name="connsiteY6" fmla="*/ 955883 h 955883"/>
              <a:gd name="connsiteX7" fmla="*/ 5632221 w 10604499"/>
              <a:gd name="connsiteY7" fmla="*/ 955883 h 955883"/>
              <a:gd name="connsiteX8" fmla="*/ 5346019 w 10604499"/>
              <a:gd name="connsiteY8" fmla="*/ 955883 h 955883"/>
              <a:gd name="connsiteX9" fmla="*/ 3888376 w 10604499"/>
              <a:gd name="connsiteY9" fmla="*/ 955883 h 955883"/>
              <a:gd name="connsiteX10" fmla="*/ 3602178 w 10604499"/>
              <a:gd name="connsiteY10" fmla="*/ 955883 h 955883"/>
              <a:gd name="connsiteX11" fmla="*/ 1555926 w 10604499"/>
              <a:gd name="connsiteY11" fmla="*/ 955883 h 955883"/>
              <a:gd name="connsiteX12" fmla="*/ 0 w 10604499"/>
              <a:gd name="connsiteY12" fmla="*/ 955883 h 955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604499" h="955883">
                <a:moveTo>
                  <a:pt x="0" y="0"/>
                </a:moveTo>
                <a:lnTo>
                  <a:pt x="10604499" y="0"/>
                </a:lnTo>
                <a:lnTo>
                  <a:pt x="10524815" y="13740"/>
                </a:lnTo>
                <a:cubicBezTo>
                  <a:pt x="10142818" y="102825"/>
                  <a:pt x="10002111" y="487190"/>
                  <a:pt x="9836762" y="699460"/>
                </a:cubicBezTo>
                <a:cubicBezTo>
                  <a:pt x="9793018" y="755616"/>
                  <a:pt x="9752916" y="799891"/>
                  <a:pt x="9717303" y="834655"/>
                </a:cubicBezTo>
                <a:cubicBezTo>
                  <a:pt x="9637108" y="913095"/>
                  <a:pt x="9531677" y="955883"/>
                  <a:pt x="9422313" y="955883"/>
                </a:cubicBezTo>
                <a:lnTo>
                  <a:pt x="7678472" y="955883"/>
                </a:lnTo>
                <a:lnTo>
                  <a:pt x="5632221" y="955883"/>
                </a:lnTo>
                <a:lnTo>
                  <a:pt x="5346019" y="955883"/>
                </a:lnTo>
                <a:lnTo>
                  <a:pt x="3888376" y="955883"/>
                </a:lnTo>
                <a:lnTo>
                  <a:pt x="3602178" y="955883"/>
                </a:lnTo>
                <a:lnTo>
                  <a:pt x="1555926" y="955883"/>
                </a:lnTo>
                <a:lnTo>
                  <a:pt x="0" y="955883"/>
                </a:lnTo>
                <a:close/>
              </a:path>
            </a:pathLst>
          </a:custGeom>
          <a:solidFill>
            <a:srgbClr val="E4D3B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内容占位符 2"/>
          <p:cNvSpPr>
            <a:spLocks noGrp="1"/>
          </p:cNvSpPr>
          <p:nvPr>
            <p:ph idx="1"/>
          </p:nvPr>
        </p:nvSpPr>
        <p:spPr>
          <a:xfrm>
            <a:off x="596900" y="807937"/>
            <a:ext cx="10985502" cy="56881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5" baseline="0">
                <a:latin typeface="+mn-lt"/>
                <a:ea typeface="黑体" panose="02010609060101010101" pitchFamily="49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405" baseline="0">
                <a:latin typeface="+mn-lt"/>
                <a:ea typeface="黑体" panose="02010609060101010101" pitchFamily="49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805" baseline="0">
                <a:latin typeface="+mn-lt"/>
                <a:ea typeface="黑体" panose="02010609060101010101" pitchFamily="49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605" baseline="0">
                <a:latin typeface="+mn-lt"/>
                <a:ea typeface="黑体" panose="02010609060101010101" pitchFamily="49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605" baseline="0">
                <a:latin typeface="+mn-lt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7"/>
            <a:ext cx="2844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86CB4B4D-7CA3-9044-876B-883B54F8677D}" type="slidenum">
              <a:rPr lang="en-US" altLang="zh-CN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161" y="84566"/>
            <a:ext cx="10515600" cy="497939"/>
          </a:xfrm>
          <a:prstGeom prst="rect">
            <a:avLst/>
          </a:prstGeom>
        </p:spPr>
        <p:txBody>
          <a:bodyPr/>
          <a:lstStyle>
            <a:lvl1pPr>
              <a:defRPr lang="zh-CN" altLang="en-US" sz="2800" b="1" kern="1200" spc="-150" baseline="0" dirty="0" smtClean="0">
                <a:solidFill>
                  <a:schemeClr val="accent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None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8732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标题幻灯片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黑暗中的灯光&#10;&#10;低可信度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027" y="939194"/>
            <a:ext cx="10403946" cy="5918806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3681412" y="0"/>
            <a:ext cx="8510588" cy="629361"/>
            <a:chOff x="0" y="-711"/>
            <a:chExt cx="12192000" cy="956595"/>
          </a:xfrm>
        </p:grpSpPr>
        <p:sp>
          <p:nvSpPr>
            <p:cNvPr id="3" name="任意多边形: 形状 2"/>
            <p:cNvSpPr/>
            <p:nvPr/>
          </p:nvSpPr>
          <p:spPr>
            <a:xfrm>
              <a:off x="0" y="-1"/>
              <a:ext cx="12192000" cy="955885"/>
            </a:xfrm>
            <a:custGeom>
              <a:avLst/>
              <a:gdLst>
                <a:gd name="connsiteX0" fmla="*/ 1 w 12192000"/>
                <a:gd name="connsiteY0" fmla="*/ 1 h 955885"/>
                <a:gd name="connsiteX1" fmla="*/ 1 w 12192000"/>
                <a:gd name="connsiteY1" fmla="*/ 955884 h 955885"/>
                <a:gd name="connsiteX2" fmla="*/ 1555927 w 12192000"/>
                <a:gd name="connsiteY2" fmla="*/ 955884 h 955885"/>
                <a:gd name="connsiteX3" fmla="*/ 3602179 w 12192000"/>
                <a:gd name="connsiteY3" fmla="*/ 955884 h 955885"/>
                <a:gd name="connsiteX4" fmla="*/ 3888377 w 12192000"/>
                <a:gd name="connsiteY4" fmla="*/ 955884 h 955885"/>
                <a:gd name="connsiteX5" fmla="*/ 5346020 w 12192000"/>
                <a:gd name="connsiteY5" fmla="*/ 955884 h 955885"/>
                <a:gd name="connsiteX6" fmla="*/ 5632222 w 12192000"/>
                <a:gd name="connsiteY6" fmla="*/ 955884 h 955885"/>
                <a:gd name="connsiteX7" fmla="*/ 7678473 w 12192000"/>
                <a:gd name="connsiteY7" fmla="*/ 955884 h 955885"/>
                <a:gd name="connsiteX8" fmla="*/ 9422314 w 12192000"/>
                <a:gd name="connsiteY8" fmla="*/ 955884 h 955885"/>
                <a:gd name="connsiteX9" fmla="*/ 9717304 w 12192000"/>
                <a:gd name="connsiteY9" fmla="*/ 834656 h 955885"/>
                <a:gd name="connsiteX10" fmla="*/ 9836763 w 12192000"/>
                <a:gd name="connsiteY10" fmla="*/ 699461 h 955885"/>
                <a:gd name="connsiteX11" fmla="*/ 10524816 w 12192000"/>
                <a:gd name="connsiteY11" fmla="*/ 13741 h 955885"/>
                <a:gd name="connsiteX12" fmla="*/ 10604500 w 12192000"/>
                <a:gd name="connsiteY12" fmla="*/ 1 h 955885"/>
                <a:gd name="connsiteX13" fmla="*/ 0 w 12192000"/>
                <a:gd name="connsiteY13" fmla="*/ 0 h 955885"/>
                <a:gd name="connsiteX14" fmla="*/ 12192000 w 12192000"/>
                <a:gd name="connsiteY14" fmla="*/ 0 h 955885"/>
                <a:gd name="connsiteX15" fmla="*/ 12192000 w 12192000"/>
                <a:gd name="connsiteY15" fmla="*/ 955885 h 955885"/>
                <a:gd name="connsiteX16" fmla="*/ 0 w 12192000"/>
                <a:gd name="connsiteY16" fmla="*/ 955885 h 955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192000" h="955885">
                  <a:moveTo>
                    <a:pt x="1" y="1"/>
                  </a:moveTo>
                  <a:lnTo>
                    <a:pt x="1" y="955884"/>
                  </a:lnTo>
                  <a:lnTo>
                    <a:pt x="1555927" y="955884"/>
                  </a:lnTo>
                  <a:lnTo>
                    <a:pt x="3602179" y="955884"/>
                  </a:lnTo>
                  <a:lnTo>
                    <a:pt x="3888377" y="955884"/>
                  </a:lnTo>
                  <a:lnTo>
                    <a:pt x="5346020" y="955884"/>
                  </a:lnTo>
                  <a:lnTo>
                    <a:pt x="5632222" y="955884"/>
                  </a:lnTo>
                  <a:lnTo>
                    <a:pt x="7678473" y="955884"/>
                  </a:lnTo>
                  <a:lnTo>
                    <a:pt x="9422314" y="955884"/>
                  </a:lnTo>
                  <a:cubicBezTo>
                    <a:pt x="9531678" y="955884"/>
                    <a:pt x="9637109" y="913096"/>
                    <a:pt x="9717304" y="834656"/>
                  </a:cubicBezTo>
                  <a:cubicBezTo>
                    <a:pt x="9752917" y="799892"/>
                    <a:pt x="9793019" y="755617"/>
                    <a:pt x="9836763" y="699461"/>
                  </a:cubicBezTo>
                  <a:cubicBezTo>
                    <a:pt x="10002112" y="487191"/>
                    <a:pt x="10142819" y="102826"/>
                    <a:pt x="10524816" y="13741"/>
                  </a:cubicBezTo>
                  <a:lnTo>
                    <a:pt x="10604500" y="1"/>
                  </a:ln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955885"/>
                  </a:lnTo>
                  <a:lnTo>
                    <a:pt x="0" y="955885"/>
                  </a:lnTo>
                  <a:close/>
                </a:path>
              </a:pathLst>
            </a:custGeom>
            <a:pattFill prst="wdUpDiag">
              <a:fgClr>
                <a:srgbClr val="77031F"/>
              </a:fgClr>
              <a:bgClr>
                <a:schemeClr val="accent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" name="任意多边形: 形状 3"/>
            <p:cNvSpPr/>
            <p:nvPr/>
          </p:nvSpPr>
          <p:spPr>
            <a:xfrm>
              <a:off x="8621210" y="-3"/>
              <a:ext cx="2162198" cy="955179"/>
            </a:xfrm>
            <a:custGeom>
              <a:avLst/>
              <a:gdLst>
                <a:gd name="connsiteX0" fmla="*/ 0 w 1339938"/>
                <a:gd name="connsiteY0" fmla="*/ 0 h 408295"/>
                <a:gd name="connsiteX1" fmla="*/ 1115538 w 1339938"/>
                <a:gd name="connsiteY1" fmla="*/ 0 h 408295"/>
                <a:gd name="connsiteX2" fmla="*/ 1339938 w 1339938"/>
                <a:gd name="connsiteY2" fmla="*/ 0 h 408295"/>
                <a:gd name="connsiteX3" fmla="*/ 885828 w 1339938"/>
                <a:gd name="connsiteY3" fmla="*/ 298766 h 408295"/>
                <a:gd name="connsiteX4" fmla="*/ 815172 w 1339938"/>
                <a:gd name="connsiteY4" fmla="*/ 356513 h 408295"/>
                <a:gd name="connsiteX5" fmla="*/ 640694 w 1339938"/>
                <a:gd name="connsiteY5" fmla="*/ 408295 h 408295"/>
                <a:gd name="connsiteX6" fmla="*/ 0 w 1339938"/>
                <a:gd name="connsiteY6" fmla="*/ 408295 h 408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39938" h="408295">
                  <a:moveTo>
                    <a:pt x="0" y="0"/>
                  </a:moveTo>
                  <a:lnTo>
                    <a:pt x="1115538" y="0"/>
                  </a:lnTo>
                  <a:lnTo>
                    <a:pt x="1339938" y="0"/>
                  </a:lnTo>
                  <a:cubicBezTo>
                    <a:pt x="1077888" y="21703"/>
                    <a:pt x="990150" y="202054"/>
                    <a:pt x="885828" y="298766"/>
                  </a:cubicBezTo>
                  <a:cubicBezTo>
                    <a:pt x="859954" y="322753"/>
                    <a:pt x="836236" y="341663"/>
                    <a:pt x="815172" y="356513"/>
                  </a:cubicBezTo>
                  <a:cubicBezTo>
                    <a:pt x="767738" y="390019"/>
                    <a:pt x="705378" y="408295"/>
                    <a:pt x="640694" y="408295"/>
                  </a:cubicBezTo>
                  <a:lnTo>
                    <a:pt x="0" y="408295"/>
                  </a:lnTo>
                  <a:close/>
                </a:path>
              </a:pathLst>
            </a:custGeom>
            <a:gradFill flip="none" rotWithShape="1">
              <a:gsLst>
                <a:gs pos="52000">
                  <a:schemeClr val="accent2"/>
                </a:gs>
                <a:gs pos="71000">
                  <a:schemeClr val="accent3"/>
                </a:gs>
              </a:gsLst>
              <a:lin ang="2700000" scaled="1"/>
              <a:tileRect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5" name="任意多边形: 形状 4"/>
            <p:cNvSpPr/>
            <p:nvPr/>
          </p:nvSpPr>
          <p:spPr>
            <a:xfrm>
              <a:off x="8442303" y="-3"/>
              <a:ext cx="2162198" cy="955179"/>
            </a:xfrm>
            <a:custGeom>
              <a:avLst/>
              <a:gdLst>
                <a:gd name="connsiteX0" fmla="*/ 0 w 1339938"/>
                <a:gd name="connsiteY0" fmla="*/ 0 h 408295"/>
                <a:gd name="connsiteX1" fmla="*/ 1115538 w 1339938"/>
                <a:gd name="connsiteY1" fmla="*/ 0 h 408295"/>
                <a:gd name="connsiteX2" fmla="*/ 1339938 w 1339938"/>
                <a:gd name="connsiteY2" fmla="*/ 0 h 408295"/>
                <a:gd name="connsiteX3" fmla="*/ 885828 w 1339938"/>
                <a:gd name="connsiteY3" fmla="*/ 298766 h 408295"/>
                <a:gd name="connsiteX4" fmla="*/ 815172 w 1339938"/>
                <a:gd name="connsiteY4" fmla="*/ 356513 h 408295"/>
                <a:gd name="connsiteX5" fmla="*/ 640694 w 1339938"/>
                <a:gd name="connsiteY5" fmla="*/ 408295 h 408295"/>
                <a:gd name="connsiteX6" fmla="*/ 0 w 1339938"/>
                <a:gd name="connsiteY6" fmla="*/ 408295 h 408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39938" h="408295">
                  <a:moveTo>
                    <a:pt x="0" y="0"/>
                  </a:moveTo>
                  <a:lnTo>
                    <a:pt x="1115538" y="0"/>
                  </a:lnTo>
                  <a:lnTo>
                    <a:pt x="1339938" y="0"/>
                  </a:lnTo>
                  <a:cubicBezTo>
                    <a:pt x="1077888" y="21703"/>
                    <a:pt x="990150" y="202054"/>
                    <a:pt x="885828" y="298766"/>
                  </a:cubicBezTo>
                  <a:cubicBezTo>
                    <a:pt x="859954" y="322753"/>
                    <a:pt x="836236" y="341663"/>
                    <a:pt x="815172" y="356513"/>
                  </a:cubicBezTo>
                  <a:cubicBezTo>
                    <a:pt x="767738" y="390019"/>
                    <a:pt x="705378" y="408295"/>
                    <a:pt x="640694" y="408295"/>
                  </a:cubicBezTo>
                  <a:lnTo>
                    <a:pt x="0" y="408295"/>
                  </a:lnTo>
                  <a:close/>
                </a:path>
              </a:pathLst>
            </a:custGeom>
            <a:gradFill flip="none" rotWithShape="1">
              <a:gsLst>
                <a:gs pos="52000">
                  <a:schemeClr val="accent2"/>
                </a:gs>
                <a:gs pos="71000">
                  <a:schemeClr val="accent3"/>
                </a:gs>
              </a:gsLst>
              <a:lin ang="2700000" scaled="1"/>
              <a:tileRect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9441737" y="-711"/>
              <a:ext cx="1233114" cy="955179"/>
            </a:xfrm>
            <a:custGeom>
              <a:avLst/>
              <a:gdLst>
                <a:gd name="connsiteX0" fmla="*/ 1128339 w 1233114"/>
                <a:gd name="connsiteY0" fmla="*/ 0 h 955179"/>
                <a:gd name="connsiteX1" fmla="*/ 1233114 w 1233114"/>
                <a:gd name="connsiteY1" fmla="*/ 0 h 955179"/>
                <a:gd name="connsiteX2" fmla="*/ 500337 w 1233114"/>
                <a:gd name="connsiteY2" fmla="*/ 698943 h 955179"/>
                <a:gd name="connsiteX3" fmla="*/ 386323 w 1233114"/>
                <a:gd name="connsiteY3" fmla="*/ 834039 h 955179"/>
                <a:gd name="connsiteX4" fmla="*/ 104775 w 1233114"/>
                <a:gd name="connsiteY4" fmla="*/ 955179 h 955179"/>
                <a:gd name="connsiteX5" fmla="*/ 0 w 1233114"/>
                <a:gd name="connsiteY5" fmla="*/ 955179 h 955179"/>
                <a:gd name="connsiteX6" fmla="*/ 281548 w 1233114"/>
                <a:gd name="connsiteY6" fmla="*/ 834039 h 955179"/>
                <a:gd name="connsiteX7" fmla="*/ 395562 w 1233114"/>
                <a:gd name="connsiteY7" fmla="*/ 698943 h 955179"/>
                <a:gd name="connsiteX8" fmla="*/ 1128339 w 1233114"/>
                <a:gd name="connsiteY8" fmla="*/ 0 h 955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33114" h="955179">
                  <a:moveTo>
                    <a:pt x="1128339" y="0"/>
                  </a:moveTo>
                  <a:lnTo>
                    <a:pt x="1233114" y="0"/>
                  </a:lnTo>
                  <a:cubicBezTo>
                    <a:pt x="810256" y="50773"/>
                    <a:pt x="668677" y="472692"/>
                    <a:pt x="500337" y="698943"/>
                  </a:cubicBezTo>
                  <a:cubicBezTo>
                    <a:pt x="458585" y="755059"/>
                    <a:pt x="420313" y="799298"/>
                    <a:pt x="386323" y="834039"/>
                  </a:cubicBezTo>
                  <a:cubicBezTo>
                    <a:pt x="309780" y="912424"/>
                    <a:pt x="209153" y="955179"/>
                    <a:pt x="104775" y="955179"/>
                  </a:cubicBezTo>
                  <a:lnTo>
                    <a:pt x="0" y="955179"/>
                  </a:lnTo>
                  <a:cubicBezTo>
                    <a:pt x="104378" y="955179"/>
                    <a:pt x="205006" y="912424"/>
                    <a:pt x="281548" y="834039"/>
                  </a:cubicBezTo>
                  <a:cubicBezTo>
                    <a:pt x="315538" y="799298"/>
                    <a:pt x="353810" y="755059"/>
                    <a:pt x="395562" y="698943"/>
                  </a:cubicBezTo>
                  <a:cubicBezTo>
                    <a:pt x="563902" y="472692"/>
                    <a:pt x="705481" y="50773"/>
                    <a:pt x="1128339" y="0"/>
                  </a:cubicBezTo>
                  <a:close/>
                </a:path>
              </a:pathLst>
            </a:custGeom>
            <a:gradFill flip="none" rotWithShape="1">
              <a:gsLst>
                <a:gs pos="24000">
                  <a:schemeClr val="accent4">
                    <a:lumMod val="60000"/>
                    <a:lumOff val="40000"/>
                  </a:schemeClr>
                </a:gs>
                <a:gs pos="65000">
                  <a:schemeClr val="accent4">
                    <a:lumMod val="75000"/>
                  </a:schemeClr>
                </a:gs>
              </a:gsLst>
              <a:lin ang="2700000" scaled="1"/>
              <a:tileRect/>
            </a:gradFill>
            <a:ln w="1270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7" name="任意多边形: 形状 6"/>
            <p:cNvSpPr/>
            <p:nvPr/>
          </p:nvSpPr>
          <p:spPr>
            <a:xfrm>
              <a:off x="1" y="0"/>
              <a:ext cx="10604496" cy="955884"/>
            </a:xfrm>
            <a:custGeom>
              <a:avLst/>
              <a:gdLst>
                <a:gd name="connsiteX0" fmla="*/ 0 w 10604499"/>
                <a:gd name="connsiteY0" fmla="*/ 0 h 955883"/>
                <a:gd name="connsiteX1" fmla="*/ 10604499 w 10604499"/>
                <a:gd name="connsiteY1" fmla="*/ 0 h 955883"/>
                <a:gd name="connsiteX2" fmla="*/ 10524815 w 10604499"/>
                <a:gd name="connsiteY2" fmla="*/ 13740 h 955883"/>
                <a:gd name="connsiteX3" fmla="*/ 9836762 w 10604499"/>
                <a:gd name="connsiteY3" fmla="*/ 699460 h 955883"/>
                <a:gd name="connsiteX4" fmla="*/ 9717303 w 10604499"/>
                <a:gd name="connsiteY4" fmla="*/ 834655 h 955883"/>
                <a:gd name="connsiteX5" fmla="*/ 9422313 w 10604499"/>
                <a:gd name="connsiteY5" fmla="*/ 955883 h 955883"/>
                <a:gd name="connsiteX6" fmla="*/ 7678472 w 10604499"/>
                <a:gd name="connsiteY6" fmla="*/ 955883 h 955883"/>
                <a:gd name="connsiteX7" fmla="*/ 5632221 w 10604499"/>
                <a:gd name="connsiteY7" fmla="*/ 955883 h 955883"/>
                <a:gd name="connsiteX8" fmla="*/ 5346019 w 10604499"/>
                <a:gd name="connsiteY8" fmla="*/ 955883 h 955883"/>
                <a:gd name="connsiteX9" fmla="*/ 3888376 w 10604499"/>
                <a:gd name="connsiteY9" fmla="*/ 955883 h 955883"/>
                <a:gd name="connsiteX10" fmla="*/ 3602178 w 10604499"/>
                <a:gd name="connsiteY10" fmla="*/ 955883 h 955883"/>
                <a:gd name="connsiteX11" fmla="*/ 1555926 w 10604499"/>
                <a:gd name="connsiteY11" fmla="*/ 955883 h 955883"/>
                <a:gd name="connsiteX12" fmla="*/ 0 w 10604499"/>
                <a:gd name="connsiteY12" fmla="*/ 955883 h 95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604499" h="955883">
                  <a:moveTo>
                    <a:pt x="0" y="0"/>
                  </a:moveTo>
                  <a:lnTo>
                    <a:pt x="10604499" y="0"/>
                  </a:lnTo>
                  <a:lnTo>
                    <a:pt x="10524815" y="13740"/>
                  </a:lnTo>
                  <a:cubicBezTo>
                    <a:pt x="10142818" y="102825"/>
                    <a:pt x="10002111" y="487190"/>
                    <a:pt x="9836762" y="699460"/>
                  </a:cubicBezTo>
                  <a:cubicBezTo>
                    <a:pt x="9793018" y="755616"/>
                    <a:pt x="9752916" y="799891"/>
                    <a:pt x="9717303" y="834655"/>
                  </a:cubicBezTo>
                  <a:cubicBezTo>
                    <a:pt x="9637108" y="913095"/>
                    <a:pt x="9531677" y="955883"/>
                    <a:pt x="9422313" y="955883"/>
                  </a:cubicBezTo>
                  <a:lnTo>
                    <a:pt x="7678472" y="955883"/>
                  </a:lnTo>
                  <a:lnTo>
                    <a:pt x="5632221" y="955883"/>
                  </a:lnTo>
                  <a:lnTo>
                    <a:pt x="5346019" y="955883"/>
                  </a:lnTo>
                  <a:lnTo>
                    <a:pt x="3888376" y="955883"/>
                  </a:lnTo>
                  <a:lnTo>
                    <a:pt x="3602178" y="955883"/>
                  </a:lnTo>
                  <a:lnTo>
                    <a:pt x="1555926" y="955883"/>
                  </a:lnTo>
                  <a:lnTo>
                    <a:pt x="0" y="955883"/>
                  </a:lnTo>
                  <a:close/>
                </a:path>
              </a:pathLst>
            </a:custGeom>
            <a:solidFill>
              <a:srgbClr val="E4D3BA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 descr="徽标&#10;&#10;低可信度描述已自动生成"/>
            <p:cNvPicPr>
              <a:picLocks noChangeAspect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96525" y="345291"/>
              <a:ext cx="1729988" cy="343684"/>
            </a:xfrm>
            <a:prstGeom prst="rect">
              <a:avLst/>
            </a:prstGeom>
          </p:spPr>
        </p:pic>
      </p:grpSp>
      <p:sp>
        <p:nvSpPr>
          <p:cNvPr id="19" name="任意多边形: 形状 18"/>
          <p:cNvSpPr/>
          <p:nvPr userDrawn="1"/>
        </p:nvSpPr>
        <p:spPr>
          <a:xfrm>
            <a:off x="0" y="-464"/>
            <a:ext cx="7402436" cy="628893"/>
          </a:xfrm>
          <a:custGeom>
            <a:avLst/>
            <a:gdLst>
              <a:gd name="connsiteX0" fmla="*/ 0 w 10604499"/>
              <a:gd name="connsiteY0" fmla="*/ 0 h 955883"/>
              <a:gd name="connsiteX1" fmla="*/ 10604499 w 10604499"/>
              <a:gd name="connsiteY1" fmla="*/ 0 h 955883"/>
              <a:gd name="connsiteX2" fmla="*/ 10524815 w 10604499"/>
              <a:gd name="connsiteY2" fmla="*/ 13740 h 955883"/>
              <a:gd name="connsiteX3" fmla="*/ 9836762 w 10604499"/>
              <a:gd name="connsiteY3" fmla="*/ 699460 h 955883"/>
              <a:gd name="connsiteX4" fmla="*/ 9717303 w 10604499"/>
              <a:gd name="connsiteY4" fmla="*/ 834655 h 955883"/>
              <a:gd name="connsiteX5" fmla="*/ 9422313 w 10604499"/>
              <a:gd name="connsiteY5" fmla="*/ 955883 h 955883"/>
              <a:gd name="connsiteX6" fmla="*/ 7678472 w 10604499"/>
              <a:gd name="connsiteY6" fmla="*/ 955883 h 955883"/>
              <a:gd name="connsiteX7" fmla="*/ 5632221 w 10604499"/>
              <a:gd name="connsiteY7" fmla="*/ 955883 h 955883"/>
              <a:gd name="connsiteX8" fmla="*/ 5346019 w 10604499"/>
              <a:gd name="connsiteY8" fmla="*/ 955883 h 955883"/>
              <a:gd name="connsiteX9" fmla="*/ 3888376 w 10604499"/>
              <a:gd name="connsiteY9" fmla="*/ 955883 h 955883"/>
              <a:gd name="connsiteX10" fmla="*/ 3602178 w 10604499"/>
              <a:gd name="connsiteY10" fmla="*/ 955883 h 955883"/>
              <a:gd name="connsiteX11" fmla="*/ 1555926 w 10604499"/>
              <a:gd name="connsiteY11" fmla="*/ 955883 h 955883"/>
              <a:gd name="connsiteX12" fmla="*/ 0 w 10604499"/>
              <a:gd name="connsiteY12" fmla="*/ 955883 h 955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604499" h="955883">
                <a:moveTo>
                  <a:pt x="0" y="0"/>
                </a:moveTo>
                <a:lnTo>
                  <a:pt x="10604499" y="0"/>
                </a:lnTo>
                <a:lnTo>
                  <a:pt x="10524815" y="13740"/>
                </a:lnTo>
                <a:cubicBezTo>
                  <a:pt x="10142818" y="102825"/>
                  <a:pt x="10002111" y="487190"/>
                  <a:pt x="9836762" y="699460"/>
                </a:cubicBezTo>
                <a:cubicBezTo>
                  <a:pt x="9793018" y="755616"/>
                  <a:pt x="9752916" y="799891"/>
                  <a:pt x="9717303" y="834655"/>
                </a:cubicBezTo>
                <a:cubicBezTo>
                  <a:pt x="9637108" y="913095"/>
                  <a:pt x="9531677" y="955883"/>
                  <a:pt x="9422313" y="955883"/>
                </a:cubicBezTo>
                <a:lnTo>
                  <a:pt x="7678472" y="955883"/>
                </a:lnTo>
                <a:lnTo>
                  <a:pt x="5632221" y="955883"/>
                </a:lnTo>
                <a:lnTo>
                  <a:pt x="5346019" y="955883"/>
                </a:lnTo>
                <a:lnTo>
                  <a:pt x="3888376" y="955883"/>
                </a:lnTo>
                <a:lnTo>
                  <a:pt x="3602178" y="955883"/>
                </a:lnTo>
                <a:lnTo>
                  <a:pt x="1555926" y="955883"/>
                </a:lnTo>
                <a:lnTo>
                  <a:pt x="0" y="955883"/>
                </a:lnTo>
                <a:close/>
              </a:path>
            </a:pathLst>
          </a:custGeom>
          <a:solidFill>
            <a:srgbClr val="E4D3B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0"/>
          </p:nvPr>
        </p:nvSpPr>
        <p:spPr>
          <a:xfrm>
            <a:off x="158384" y="100633"/>
            <a:ext cx="10328641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zh-CN" altLang="en-US" sz="2800" b="1" spc="-150" smtClean="0">
                <a:solidFill>
                  <a:schemeClr val="accent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defRPr>
            </a:lvl1pPr>
            <a:lvl2pPr marL="228600" indent="0">
              <a:buNone/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7"/>
            <a:ext cx="2844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86CB4B4D-7CA3-9044-876B-883B54F8677D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标题幻灯片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/>
        </p:nvGrpSpPr>
        <p:grpSpPr>
          <a:xfrm>
            <a:off x="3681412" y="0"/>
            <a:ext cx="8510588" cy="629361"/>
            <a:chOff x="0" y="-711"/>
            <a:chExt cx="12192000" cy="956595"/>
          </a:xfrm>
        </p:grpSpPr>
        <p:sp>
          <p:nvSpPr>
            <p:cNvPr id="12" name="任意多边形: 形状 11"/>
            <p:cNvSpPr/>
            <p:nvPr/>
          </p:nvSpPr>
          <p:spPr>
            <a:xfrm>
              <a:off x="0" y="-1"/>
              <a:ext cx="12192000" cy="955885"/>
            </a:xfrm>
            <a:custGeom>
              <a:avLst/>
              <a:gdLst>
                <a:gd name="connsiteX0" fmla="*/ 1 w 12192000"/>
                <a:gd name="connsiteY0" fmla="*/ 1 h 955885"/>
                <a:gd name="connsiteX1" fmla="*/ 1 w 12192000"/>
                <a:gd name="connsiteY1" fmla="*/ 955884 h 955885"/>
                <a:gd name="connsiteX2" fmla="*/ 1555927 w 12192000"/>
                <a:gd name="connsiteY2" fmla="*/ 955884 h 955885"/>
                <a:gd name="connsiteX3" fmla="*/ 3602179 w 12192000"/>
                <a:gd name="connsiteY3" fmla="*/ 955884 h 955885"/>
                <a:gd name="connsiteX4" fmla="*/ 3888377 w 12192000"/>
                <a:gd name="connsiteY4" fmla="*/ 955884 h 955885"/>
                <a:gd name="connsiteX5" fmla="*/ 5346020 w 12192000"/>
                <a:gd name="connsiteY5" fmla="*/ 955884 h 955885"/>
                <a:gd name="connsiteX6" fmla="*/ 5632222 w 12192000"/>
                <a:gd name="connsiteY6" fmla="*/ 955884 h 955885"/>
                <a:gd name="connsiteX7" fmla="*/ 7678473 w 12192000"/>
                <a:gd name="connsiteY7" fmla="*/ 955884 h 955885"/>
                <a:gd name="connsiteX8" fmla="*/ 9422314 w 12192000"/>
                <a:gd name="connsiteY8" fmla="*/ 955884 h 955885"/>
                <a:gd name="connsiteX9" fmla="*/ 9717304 w 12192000"/>
                <a:gd name="connsiteY9" fmla="*/ 834656 h 955885"/>
                <a:gd name="connsiteX10" fmla="*/ 9836763 w 12192000"/>
                <a:gd name="connsiteY10" fmla="*/ 699461 h 955885"/>
                <a:gd name="connsiteX11" fmla="*/ 10524816 w 12192000"/>
                <a:gd name="connsiteY11" fmla="*/ 13741 h 955885"/>
                <a:gd name="connsiteX12" fmla="*/ 10604500 w 12192000"/>
                <a:gd name="connsiteY12" fmla="*/ 1 h 955885"/>
                <a:gd name="connsiteX13" fmla="*/ 0 w 12192000"/>
                <a:gd name="connsiteY13" fmla="*/ 0 h 955885"/>
                <a:gd name="connsiteX14" fmla="*/ 12192000 w 12192000"/>
                <a:gd name="connsiteY14" fmla="*/ 0 h 955885"/>
                <a:gd name="connsiteX15" fmla="*/ 12192000 w 12192000"/>
                <a:gd name="connsiteY15" fmla="*/ 955885 h 955885"/>
                <a:gd name="connsiteX16" fmla="*/ 0 w 12192000"/>
                <a:gd name="connsiteY16" fmla="*/ 955885 h 955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192000" h="955885">
                  <a:moveTo>
                    <a:pt x="1" y="1"/>
                  </a:moveTo>
                  <a:lnTo>
                    <a:pt x="1" y="955884"/>
                  </a:lnTo>
                  <a:lnTo>
                    <a:pt x="1555927" y="955884"/>
                  </a:lnTo>
                  <a:lnTo>
                    <a:pt x="3602179" y="955884"/>
                  </a:lnTo>
                  <a:lnTo>
                    <a:pt x="3888377" y="955884"/>
                  </a:lnTo>
                  <a:lnTo>
                    <a:pt x="5346020" y="955884"/>
                  </a:lnTo>
                  <a:lnTo>
                    <a:pt x="5632222" y="955884"/>
                  </a:lnTo>
                  <a:lnTo>
                    <a:pt x="7678473" y="955884"/>
                  </a:lnTo>
                  <a:lnTo>
                    <a:pt x="9422314" y="955884"/>
                  </a:lnTo>
                  <a:cubicBezTo>
                    <a:pt x="9531678" y="955884"/>
                    <a:pt x="9637109" y="913096"/>
                    <a:pt x="9717304" y="834656"/>
                  </a:cubicBezTo>
                  <a:cubicBezTo>
                    <a:pt x="9752917" y="799892"/>
                    <a:pt x="9793019" y="755617"/>
                    <a:pt x="9836763" y="699461"/>
                  </a:cubicBezTo>
                  <a:cubicBezTo>
                    <a:pt x="10002112" y="487191"/>
                    <a:pt x="10142819" y="102826"/>
                    <a:pt x="10524816" y="13741"/>
                  </a:cubicBezTo>
                  <a:lnTo>
                    <a:pt x="10604500" y="1"/>
                  </a:ln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955885"/>
                  </a:lnTo>
                  <a:lnTo>
                    <a:pt x="0" y="955885"/>
                  </a:lnTo>
                  <a:close/>
                </a:path>
              </a:pathLst>
            </a:custGeom>
            <a:pattFill prst="wdUpDiag">
              <a:fgClr>
                <a:srgbClr val="77031F"/>
              </a:fgClr>
              <a:bgClr>
                <a:schemeClr val="accent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8621210" y="-3"/>
              <a:ext cx="2162198" cy="955179"/>
            </a:xfrm>
            <a:custGeom>
              <a:avLst/>
              <a:gdLst>
                <a:gd name="connsiteX0" fmla="*/ 0 w 1339938"/>
                <a:gd name="connsiteY0" fmla="*/ 0 h 408295"/>
                <a:gd name="connsiteX1" fmla="*/ 1115538 w 1339938"/>
                <a:gd name="connsiteY1" fmla="*/ 0 h 408295"/>
                <a:gd name="connsiteX2" fmla="*/ 1339938 w 1339938"/>
                <a:gd name="connsiteY2" fmla="*/ 0 h 408295"/>
                <a:gd name="connsiteX3" fmla="*/ 885828 w 1339938"/>
                <a:gd name="connsiteY3" fmla="*/ 298766 h 408295"/>
                <a:gd name="connsiteX4" fmla="*/ 815172 w 1339938"/>
                <a:gd name="connsiteY4" fmla="*/ 356513 h 408295"/>
                <a:gd name="connsiteX5" fmla="*/ 640694 w 1339938"/>
                <a:gd name="connsiteY5" fmla="*/ 408295 h 408295"/>
                <a:gd name="connsiteX6" fmla="*/ 0 w 1339938"/>
                <a:gd name="connsiteY6" fmla="*/ 408295 h 408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39938" h="408295">
                  <a:moveTo>
                    <a:pt x="0" y="0"/>
                  </a:moveTo>
                  <a:lnTo>
                    <a:pt x="1115538" y="0"/>
                  </a:lnTo>
                  <a:lnTo>
                    <a:pt x="1339938" y="0"/>
                  </a:lnTo>
                  <a:cubicBezTo>
                    <a:pt x="1077888" y="21703"/>
                    <a:pt x="990150" y="202054"/>
                    <a:pt x="885828" y="298766"/>
                  </a:cubicBezTo>
                  <a:cubicBezTo>
                    <a:pt x="859954" y="322753"/>
                    <a:pt x="836236" y="341663"/>
                    <a:pt x="815172" y="356513"/>
                  </a:cubicBezTo>
                  <a:cubicBezTo>
                    <a:pt x="767738" y="390019"/>
                    <a:pt x="705378" y="408295"/>
                    <a:pt x="640694" y="408295"/>
                  </a:cubicBezTo>
                  <a:lnTo>
                    <a:pt x="0" y="408295"/>
                  </a:lnTo>
                  <a:close/>
                </a:path>
              </a:pathLst>
            </a:custGeom>
            <a:gradFill flip="none" rotWithShape="1">
              <a:gsLst>
                <a:gs pos="52000">
                  <a:schemeClr val="accent2"/>
                </a:gs>
                <a:gs pos="71000">
                  <a:schemeClr val="accent3"/>
                </a:gs>
              </a:gsLst>
              <a:lin ang="2700000" scaled="1"/>
              <a:tileRect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8442303" y="-3"/>
              <a:ext cx="2162198" cy="955179"/>
            </a:xfrm>
            <a:custGeom>
              <a:avLst/>
              <a:gdLst>
                <a:gd name="connsiteX0" fmla="*/ 0 w 1339938"/>
                <a:gd name="connsiteY0" fmla="*/ 0 h 408295"/>
                <a:gd name="connsiteX1" fmla="*/ 1115538 w 1339938"/>
                <a:gd name="connsiteY1" fmla="*/ 0 h 408295"/>
                <a:gd name="connsiteX2" fmla="*/ 1339938 w 1339938"/>
                <a:gd name="connsiteY2" fmla="*/ 0 h 408295"/>
                <a:gd name="connsiteX3" fmla="*/ 885828 w 1339938"/>
                <a:gd name="connsiteY3" fmla="*/ 298766 h 408295"/>
                <a:gd name="connsiteX4" fmla="*/ 815172 w 1339938"/>
                <a:gd name="connsiteY4" fmla="*/ 356513 h 408295"/>
                <a:gd name="connsiteX5" fmla="*/ 640694 w 1339938"/>
                <a:gd name="connsiteY5" fmla="*/ 408295 h 408295"/>
                <a:gd name="connsiteX6" fmla="*/ 0 w 1339938"/>
                <a:gd name="connsiteY6" fmla="*/ 408295 h 408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39938" h="408295">
                  <a:moveTo>
                    <a:pt x="0" y="0"/>
                  </a:moveTo>
                  <a:lnTo>
                    <a:pt x="1115538" y="0"/>
                  </a:lnTo>
                  <a:lnTo>
                    <a:pt x="1339938" y="0"/>
                  </a:lnTo>
                  <a:cubicBezTo>
                    <a:pt x="1077888" y="21703"/>
                    <a:pt x="990150" y="202054"/>
                    <a:pt x="885828" y="298766"/>
                  </a:cubicBezTo>
                  <a:cubicBezTo>
                    <a:pt x="859954" y="322753"/>
                    <a:pt x="836236" y="341663"/>
                    <a:pt x="815172" y="356513"/>
                  </a:cubicBezTo>
                  <a:cubicBezTo>
                    <a:pt x="767738" y="390019"/>
                    <a:pt x="705378" y="408295"/>
                    <a:pt x="640694" y="408295"/>
                  </a:cubicBezTo>
                  <a:lnTo>
                    <a:pt x="0" y="408295"/>
                  </a:lnTo>
                  <a:close/>
                </a:path>
              </a:pathLst>
            </a:custGeom>
            <a:gradFill flip="none" rotWithShape="1">
              <a:gsLst>
                <a:gs pos="52000">
                  <a:schemeClr val="accent2"/>
                </a:gs>
                <a:gs pos="71000">
                  <a:schemeClr val="accent3"/>
                </a:gs>
              </a:gsLst>
              <a:lin ang="2700000" scaled="1"/>
              <a:tileRect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9441737" y="-711"/>
              <a:ext cx="1233114" cy="955179"/>
            </a:xfrm>
            <a:custGeom>
              <a:avLst/>
              <a:gdLst>
                <a:gd name="connsiteX0" fmla="*/ 1128339 w 1233114"/>
                <a:gd name="connsiteY0" fmla="*/ 0 h 955179"/>
                <a:gd name="connsiteX1" fmla="*/ 1233114 w 1233114"/>
                <a:gd name="connsiteY1" fmla="*/ 0 h 955179"/>
                <a:gd name="connsiteX2" fmla="*/ 500337 w 1233114"/>
                <a:gd name="connsiteY2" fmla="*/ 698943 h 955179"/>
                <a:gd name="connsiteX3" fmla="*/ 386323 w 1233114"/>
                <a:gd name="connsiteY3" fmla="*/ 834039 h 955179"/>
                <a:gd name="connsiteX4" fmla="*/ 104775 w 1233114"/>
                <a:gd name="connsiteY4" fmla="*/ 955179 h 955179"/>
                <a:gd name="connsiteX5" fmla="*/ 0 w 1233114"/>
                <a:gd name="connsiteY5" fmla="*/ 955179 h 955179"/>
                <a:gd name="connsiteX6" fmla="*/ 281548 w 1233114"/>
                <a:gd name="connsiteY6" fmla="*/ 834039 h 955179"/>
                <a:gd name="connsiteX7" fmla="*/ 395562 w 1233114"/>
                <a:gd name="connsiteY7" fmla="*/ 698943 h 955179"/>
                <a:gd name="connsiteX8" fmla="*/ 1128339 w 1233114"/>
                <a:gd name="connsiteY8" fmla="*/ 0 h 955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33114" h="955179">
                  <a:moveTo>
                    <a:pt x="1128339" y="0"/>
                  </a:moveTo>
                  <a:lnTo>
                    <a:pt x="1233114" y="0"/>
                  </a:lnTo>
                  <a:cubicBezTo>
                    <a:pt x="810256" y="50773"/>
                    <a:pt x="668677" y="472692"/>
                    <a:pt x="500337" y="698943"/>
                  </a:cubicBezTo>
                  <a:cubicBezTo>
                    <a:pt x="458585" y="755059"/>
                    <a:pt x="420313" y="799298"/>
                    <a:pt x="386323" y="834039"/>
                  </a:cubicBezTo>
                  <a:cubicBezTo>
                    <a:pt x="309780" y="912424"/>
                    <a:pt x="209153" y="955179"/>
                    <a:pt x="104775" y="955179"/>
                  </a:cubicBezTo>
                  <a:lnTo>
                    <a:pt x="0" y="955179"/>
                  </a:lnTo>
                  <a:cubicBezTo>
                    <a:pt x="104378" y="955179"/>
                    <a:pt x="205006" y="912424"/>
                    <a:pt x="281548" y="834039"/>
                  </a:cubicBezTo>
                  <a:cubicBezTo>
                    <a:pt x="315538" y="799298"/>
                    <a:pt x="353810" y="755059"/>
                    <a:pt x="395562" y="698943"/>
                  </a:cubicBezTo>
                  <a:cubicBezTo>
                    <a:pt x="563902" y="472692"/>
                    <a:pt x="705481" y="50773"/>
                    <a:pt x="1128339" y="0"/>
                  </a:cubicBezTo>
                  <a:close/>
                </a:path>
              </a:pathLst>
            </a:custGeom>
            <a:gradFill flip="none" rotWithShape="1">
              <a:gsLst>
                <a:gs pos="24000">
                  <a:schemeClr val="accent4">
                    <a:lumMod val="60000"/>
                    <a:lumOff val="40000"/>
                  </a:schemeClr>
                </a:gs>
                <a:gs pos="65000">
                  <a:schemeClr val="accent4">
                    <a:lumMod val="75000"/>
                  </a:schemeClr>
                </a:gs>
              </a:gsLst>
              <a:lin ang="2700000" scaled="1"/>
              <a:tileRect/>
            </a:gradFill>
            <a:ln w="1270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1" y="0"/>
              <a:ext cx="10604496" cy="955884"/>
            </a:xfrm>
            <a:custGeom>
              <a:avLst/>
              <a:gdLst>
                <a:gd name="connsiteX0" fmla="*/ 0 w 10604499"/>
                <a:gd name="connsiteY0" fmla="*/ 0 h 955883"/>
                <a:gd name="connsiteX1" fmla="*/ 10604499 w 10604499"/>
                <a:gd name="connsiteY1" fmla="*/ 0 h 955883"/>
                <a:gd name="connsiteX2" fmla="*/ 10524815 w 10604499"/>
                <a:gd name="connsiteY2" fmla="*/ 13740 h 955883"/>
                <a:gd name="connsiteX3" fmla="*/ 9836762 w 10604499"/>
                <a:gd name="connsiteY3" fmla="*/ 699460 h 955883"/>
                <a:gd name="connsiteX4" fmla="*/ 9717303 w 10604499"/>
                <a:gd name="connsiteY4" fmla="*/ 834655 h 955883"/>
                <a:gd name="connsiteX5" fmla="*/ 9422313 w 10604499"/>
                <a:gd name="connsiteY5" fmla="*/ 955883 h 955883"/>
                <a:gd name="connsiteX6" fmla="*/ 7678472 w 10604499"/>
                <a:gd name="connsiteY6" fmla="*/ 955883 h 955883"/>
                <a:gd name="connsiteX7" fmla="*/ 5632221 w 10604499"/>
                <a:gd name="connsiteY7" fmla="*/ 955883 h 955883"/>
                <a:gd name="connsiteX8" fmla="*/ 5346019 w 10604499"/>
                <a:gd name="connsiteY8" fmla="*/ 955883 h 955883"/>
                <a:gd name="connsiteX9" fmla="*/ 3888376 w 10604499"/>
                <a:gd name="connsiteY9" fmla="*/ 955883 h 955883"/>
                <a:gd name="connsiteX10" fmla="*/ 3602178 w 10604499"/>
                <a:gd name="connsiteY10" fmla="*/ 955883 h 955883"/>
                <a:gd name="connsiteX11" fmla="*/ 1555926 w 10604499"/>
                <a:gd name="connsiteY11" fmla="*/ 955883 h 955883"/>
                <a:gd name="connsiteX12" fmla="*/ 0 w 10604499"/>
                <a:gd name="connsiteY12" fmla="*/ 955883 h 95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604499" h="955883">
                  <a:moveTo>
                    <a:pt x="0" y="0"/>
                  </a:moveTo>
                  <a:lnTo>
                    <a:pt x="10604499" y="0"/>
                  </a:lnTo>
                  <a:lnTo>
                    <a:pt x="10524815" y="13740"/>
                  </a:lnTo>
                  <a:cubicBezTo>
                    <a:pt x="10142818" y="102825"/>
                    <a:pt x="10002111" y="487190"/>
                    <a:pt x="9836762" y="699460"/>
                  </a:cubicBezTo>
                  <a:cubicBezTo>
                    <a:pt x="9793018" y="755616"/>
                    <a:pt x="9752916" y="799891"/>
                    <a:pt x="9717303" y="834655"/>
                  </a:cubicBezTo>
                  <a:cubicBezTo>
                    <a:pt x="9637108" y="913095"/>
                    <a:pt x="9531677" y="955883"/>
                    <a:pt x="9422313" y="955883"/>
                  </a:cubicBezTo>
                  <a:lnTo>
                    <a:pt x="7678472" y="955883"/>
                  </a:lnTo>
                  <a:lnTo>
                    <a:pt x="5632221" y="955883"/>
                  </a:lnTo>
                  <a:lnTo>
                    <a:pt x="5346019" y="955883"/>
                  </a:lnTo>
                  <a:lnTo>
                    <a:pt x="3888376" y="955883"/>
                  </a:lnTo>
                  <a:lnTo>
                    <a:pt x="3602178" y="955883"/>
                  </a:lnTo>
                  <a:lnTo>
                    <a:pt x="1555926" y="955883"/>
                  </a:lnTo>
                  <a:lnTo>
                    <a:pt x="0" y="955883"/>
                  </a:lnTo>
                  <a:close/>
                </a:path>
              </a:pathLst>
            </a:custGeom>
            <a:solidFill>
              <a:srgbClr val="E4D3BA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7" name="图片 16" descr="徽标&#10;&#10;低可信度描述已自动生成"/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96525" y="345291"/>
              <a:ext cx="1729988" cy="343684"/>
            </a:xfrm>
            <a:prstGeom prst="rect">
              <a:avLst/>
            </a:prstGeom>
          </p:spPr>
        </p:pic>
      </p:grpSp>
      <p:sp>
        <p:nvSpPr>
          <p:cNvPr id="18" name="任意多边形: 形状 17"/>
          <p:cNvSpPr/>
          <p:nvPr userDrawn="1"/>
        </p:nvSpPr>
        <p:spPr>
          <a:xfrm>
            <a:off x="0" y="-464"/>
            <a:ext cx="7402436" cy="628893"/>
          </a:xfrm>
          <a:custGeom>
            <a:avLst/>
            <a:gdLst>
              <a:gd name="connsiteX0" fmla="*/ 0 w 10604499"/>
              <a:gd name="connsiteY0" fmla="*/ 0 h 955883"/>
              <a:gd name="connsiteX1" fmla="*/ 10604499 w 10604499"/>
              <a:gd name="connsiteY1" fmla="*/ 0 h 955883"/>
              <a:gd name="connsiteX2" fmla="*/ 10524815 w 10604499"/>
              <a:gd name="connsiteY2" fmla="*/ 13740 h 955883"/>
              <a:gd name="connsiteX3" fmla="*/ 9836762 w 10604499"/>
              <a:gd name="connsiteY3" fmla="*/ 699460 h 955883"/>
              <a:gd name="connsiteX4" fmla="*/ 9717303 w 10604499"/>
              <a:gd name="connsiteY4" fmla="*/ 834655 h 955883"/>
              <a:gd name="connsiteX5" fmla="*/ 9422313 w 10604499"/>
              <a:gd name="connsiteY5" fmla="*/ 955883 h 955883"/>
              <a:gd name="connsiteX6" fmla="*/ 7678472 w 10604499"/>
              <a:gd name="connsiteY6" fmla="*/ 955883 h 955883"/>
              <a:gd name="connsiteX7" fmla="*/ 5632221 w 10604499"/>
              <a:gd name="connsiteY7" fmla="*/ 955883 h 955883"/>
              <a:gd name="connsiteX8" fmla="*/ 5346019 w 10604499"/>
              <a:gd name="connsiteY8" fmla="*/ 955883 h 955883"/>
              <a:gd name="connsiteX9" fmla="*/ 3888376 w 10604499"/>
              <a:gd name="connsiteY9" fmla="*/ 955883 h 955883"/>
              <a:gd name="connsiteX10" fmla="*/ 3602178 w 10604499"/>
              <a:gd name="connsiteY10" fmla="*/ 955883 h 955883"/>
              <a:gd name="connsiteX11" fmla="*/ 1555926 w 10604499"/>
              <a:gd name="connsiteY11" fmla="*/ 955883 h 955883"/>
              <a:gd name="connsiteX12" fmla="*/ 0 w 10604499"/>
              <a:gd name="connsiteY12" fmla="*/ 955883 h 955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604499" h="955883">
                <a:moveTo>
                  <a:pt x="0" y="0"/>
                </a:moveTo>
                <a:lnTo>
                  <a:pt x="10604499" y="0"/>
                </a:lnTo>
                <a:lnTo>
                  <a:pt x="10524815" y="13740"/>
                </a:lnTo>
                <a:cubicBezTo>
                  <a:pt x="10142818" y="102825"/>
                  <a:pt x="10002111" y="487190"/>
                  <a:pt x="9836762" y="699460"/>
                </a:cubicBezTo>
                <a:cubicBezTo>
                  <a:pt x="9793018" y="755616"/>
                  <a:pt x="9752916" y="799891"/>
                  <a:pt x="9717303" y="834655"/>
                </a:cubicBezTo>
                <a:cubicBezTo>
                  <a:pt x="9637108" y="913095"/>
                  <a:pt x="9531677" y="955883"/>
                  <a:pt x="9422313" y="955883"/>
                </a:cubicBezTo>
                <a:lnTo>
                  <a:pt x="7678472" y="955883"/>
                </a:lnTo>
                <a:lnTo>
                  <a:pt x="5632221" y="955883"/>
                </a:lnTo>
                <a:lnTo>
                  <a:pt x="5346019" y="955883"/>
                </a:lnTo>
                <a:lnTo>
                  <a:pt x="3888376" y="955883"/>
                </a:lnTo>
                <a:lnTo>
                  <a:pt x="3602178" y="955883"/>
                </a:lnTo>
                <a:lnTo>
                  <a:pt x="1555926" y="955883"/>
                </a:lnTo>
                <a:lnTo>
                  <a:pt x="0" y="955883"/>
                </a:lnTo>
                <a:close/>
              </a:path>
            </a:pathLst>
          </a:custGeom>
          <a:solidFill>
            <a:srgbClr val="E4D3B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0"/>
          </p:nvPr>
        </p:nvSpPr>
        <p:spPr>
          <a:xfrm>
            <a:off x="158384" y="100633"/>
            <a:ext cx="6796281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zh-CN" altLang="en-US" sz="2800" spc="-150" smtClean="0">
                <a:solidFill>
                  <a:schemeClr val="accent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defRPr>
            </a:lvl1pPr>
            <a:lvl2pPr marL="228600" indent="0">
              <a:buNone/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7"/>
            <a:ext cx="2844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86CB4B4D-7CA3-9044-876B-883B54F8677D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包含 游戏机, 鸟&#10;&#10;描述已自动生成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1" t="2005" r="7821" b="13487"/>
          <a:stretch>
            <a:fillRect/>
          </a:stretch>
        </p:blipFill>
        <p:spPr>
          <a:xfrm>
            <a:off x="10712" y="-1"/>
            <a:ext cx="12170576" cy="6858001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任意多边形: 形状 8"/>
          <p:cNvSpPr/>
          <p:nvPr/>
        </p:nvSpPr>
        <p:spPr>
          <a:xfrm>
            <a:off x="-2840" y="6569580"/>
            <a:ext cx="12192316" cy="288420"/>
          </a:xfrm>
          <a:custGeom>
            <a:avLst/>
            <a:gdLst>
              <a:gd name="connsiteX0" fmla="*/ 0 w 12135027"/>
              <a:gd name="connsiteY0" fmla="*/ 0 h 288420"/>
              <a:gd name="connsiteX1" fmla="*/ 12135028 w 12135027"/>
              <a:gd name="connsiteY1" fmla="*/ 0 h 288420"/>
              <a:gd name="connsiteX2" fmla="*/ 12135028 w 12135027"/>
              <a:gd name="connsiteY2" fmla="*/ 288421 h 288420"/>
              <a:gd name="connsiteX3" fmla="*/ 0 w 12135027"/>
              <a:gd name="connsiteY3" fmla="*/ 288421 h 288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35027" h="288420">
                <a:moveTo>
                  <a:pt x="0" y="0"/>
                </a:moveTo>
                <a:lnTo>
                  <a:pt x="12135028" y="0"/>
                </a:lnTo>
                <a:lnTo>
                  <a:pt x="12135028" y="288421"/>
                </a:lnTo>
                <a:lnTo>
                  <a:pt x="0" y="288421"/>
                </a:lnTo>
                <a:close/>
              </a:path>
            </a:pathLst>
          </a:custGeom>
          <a:solidFill>
            <a:srgbClr val="EFDCBF"/>
          </a:solidFill>
          <a:ln w="2136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任意多边形: 形状 9"/>
          <p:cNvSpPr/>
          <p:nvPr/>
        </p:nvSpPr>
        <p:spPr>
          <a:xfrm>
            <a:off x="-2840" y="0"/>
            <a:ext cx="12192316" cy="331149"/>
          </a:xfrm>
          <a:custGeom>
            <a:avLst/>
            <a:gdLst>
              <a:gd name="connsiteX0" fmla="*/ 0 w 12135027"/>
              <a:gd name="connsiteY0" fmla="*/ 0 h 331149"/>
              <a:gd name="connsiteX1" fmla="*/ 12135028 w 12135027"/>
              <a:gd name="connsiteY1" fmla="*/ 0 h 331149"/>
              <a:gd name="connsiteX2" fmla="*/ 12135028 w 12135027"/>
              <a:gd name="connsiteY2" fmla="*/ 331150 h 331149"/>
              <a:gd name="connsiteX3" fmla="*/ 0 w 12135027"/>
              <a:gd name="connsiteY3" fmla="*/ 331150 h 331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35027" h="331149">
                <a:moveTo>
                  <a:pt x="0" y="0"/>
                </a:moveTo>
                <a:lnTo>
                  <a:pt x="12135028" y="0"/>
                </a:lnTo>
                <a:lnTo>
                  <a:pt x="12135028" y="331150"/>
                </a:lnTo>
                <a:lnTo>
                  <a:pt x="0" y="331150"/>
                </a:lnTo>
                <a:close/>
              </a:path>
            </a:pathLst>
          </a:custGeom>
          <a:solidFill>
            <a:srgbClr val="EFDCBF"/>
          </a:solidFill>
          <a:ln w="2136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>
            <a:off x="-158" y="309785"/>
            <a:ext cx="12192316" cy="106822"/>
          </a:xfrm>
          <a:custGeom>
            <a:avLst/>
            <a:gdLst>
              <a:gd name="connsiteX0" fmla="*/ 0 w 12135027"/>
              <a:gd name="connsiteY0" fmla="*/ 0 h 106822"/>
              <a:gd name="connsiteX1" fmla="*/ 12135028 w 12135027"/>
              <a:gd name="connsiteY1" fmla="*/ 0 h 106822"/>
              <a:gd name="connsiteX2" fmla="*/ 12135028 w 12135027"/>
              <a:gd name="connsiteY2" fmla="*/ 106822 h 106822"/>
              <a:gd name="connsiteX3" fmla="*/ 0 w 12135027"/>
              <a:gd name="connsiteY3" fmla="*/ 106822 h 106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35027" h="106822">
                <a:moveTo>
                  <a:pt x="0" y="0"/>
                </a:moveTo>
                <a:lnTo>
                  <a:pt x="12135028" y="0"/>
                </a:lnTo>
                <a:lnTo>
                  <a:pt x="12135028" y="106822"/>
                </a:lnTo>
                <a:lnTo>
                  <a:pt x="0" y="106822"/>
                </a:lnTo>
                <a:close/>
              </a:path>
            </a:pathLst>
          </a:custGeom>
          <a:solidFill>
            <a:srgbClr val="FF9A3E"/>
          </a:solidFill>
          <a:ln w="2136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/>
          <p:cNvSpPr/>
          <p:nvPr/>
        </p:nvSpPr>
        <p:spPr>
          <a:xfrm>
            <a:off x="-2840" y="6462757"/>
            <a:ext cx="12192316" cy="106822"/>
          </a:xfrm>
          <a:custGeom>
            <a:avLst/>
            <a:gdLst>
              <a:gd name="connsiteX0" fmla="*/ 0 w 12135027"/>
              <a:gd name="connsiteY0" fmla="*/ 0 h 106822"/>
              <a:gd name="connsiteX1" fmla="*/ 12135028 w 12135027"/>
              <a:gd name="connsiteY1" fmla="*/ 0 h 106822"/>
              <a:gd name="connsiteX2" fmla="*/ 12135028 w 12135027"/>
              <a:gd name="connsiteY2" fmla="*/ 106822 h 106822"/>
              <a:gd name="connsiteX3" fmla="*/ 0 w 12135027"/>
              <a:gd name="connsiteY3" fmla="*/ 106822 h 106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35027" h="106822">
                <a:moveTo>
                  <a:pt x="0" y="0"/>
                </a:moveTo>
                <a:lnTo>
                  <a:pt x="12135028" y="0"/>
                </a:lnTo>
                <a:lnTo>
                  <a:pt x="12135028" y="106822"/>
                </a:lnTo>
                <a:lnTo>
                  <a:pt x="0" y="106822"/>
                </a:lnTo>
                <a:close/>
              </a:path>
            </a:pathLst>
          </a:custGeom>
          <a:solidFill>
            <a:srgbClr val="FF9A3E"/>
          </a:solidFill>
          <a:ln w="2136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" name="任意多边形: 形状 3"/>
          <p:cNvSpPr/>
          <p:nvPr userDrawn="1"/>
        </p:nvSpPr>
        <p:spPr>
          <a:xfrm>
            <a:off x="2452112" y="5333462"/>
            <a:ext cx="9734101" cy="1442648"/>
          </a:xfrm>
          <a:custGeom>
            <a:avLst/>
            <a:gdLst>
              <a:gd name="connsiteX0" fmla="*/ 9734102 w 9734101"/>
              <a:gd name="connsiteY0" fmla="*/ 0 h 1442648"/>
              <a:gd name="connsiteX1" fmla="*/ 7419337 w 9734101"/>
              <a:gd name="connsiteY1" fmla="*/ 298410 h 1442648"/>
              <a:gd name="connsiteX2" fmla="*/ 0 w 9734101"/>
              <a:gd name="connsiteY2" fmla="*/ 1216430 h 1442648"/>
              <a:gd name="connsiteX3" fmla="*/ 442897 w 9734101"/>
              <a:gd name="connsiteY3" fmla="*/ 1383846 h 1442648"/>
              <a:gd name="connsiteX4" fmla="*/ 620314 w 9734101"/>
              <a:gd name="connsiteY4" fmla="*/ 1436883 h 1442648"/>
              <a:gd name="connsiteX5" fmla="*/ 1300837 w 9734101"/>
              <a:gd name="connsiteY5" fmla="*/ 1436883 h 1442648"/>
              <a:gd name="connsiteX6" fmla="*/ 6023363 w 9734101"/>
              <a:gd name="connsiteY6" fmla="*/ 937829 h 1442648"/>
              <a:gd name="connsiteX7" fmla="*/ 9733887 w 9734101"/>
              <a:gd name="connsiteY7" fmla="*/ 367209 h 1442648"/>
              <a:gd name="connsiteX8" fmla="*/ 9733887 w 9734101"/>
              <a:gd name="connsiteY8" fmla="*/ 0 h 1442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734101" h="1442648">
                <a:moveTo>
                  <a:pt x="9734102" y="0"/>
                </a:moveTo>
                <a:cubicBezTo>
                  <a:pt x="8968942" y="29394"/>
                  <a:pt x="8243850" y="130993"/>
                  <a:pt x="7419337" y="298410"/>
                </a:cubicBezTo>
                <a:cubicBezTo>
                  <a:pt x="2653957" y="1265206"/>
                  <a:pt x="551318" y="1247102"/>
                  <a:pt x="0" y="1216430"/>
                </a:cubicBezTo>
                <a:cubicBezTo>
                  <a:pt x="166274" y="1265633"/>
                  <a:pt x="274481" y="1335283"/>
                  <a:pt x="442897" y="1383846"/>
                </a:cubicBezTo>
                <a:cubicBezTo>
                  <a:pt x="459825" y="1388746"/>
                  <a:pt x="603386" y="1432197"/>
                  <a:pt x="620314" y="1436883"/>
                </a:cubicBezTo>
                <a:cubicBezTo>
                  <a:pt x="737520" y="1447532"/>
                  <a:pt x="947076" y="1440930"/>
                  <a:pt x="1300837" y="1436883"/>
                </a:cubicBezTo>
                <a:cubicBezTo>
                  <a:pt x="2087211" y="1429215"/>
                  <a:pt x="3487898" y="1301630"/>
                  <a:pt x="6023363" y="937829"/>
                </a:cubicBezTo>
                <a:cubicBezTo>
                  <a:pt x="6619678" y="852204"/>
                  <a:pt x="8179997" y="472642"/>
                  <a:pt x="9733887" y="367209"/>
                </a:cubicBezTo>
                <a:lnTo>
                  <a:pt x="9733887" y="0"/>
                </a:lnTo>
                <a:close/>
              </a:path>
            </a:pathLst>
          </a:custGeom>
          <a:gradFill>
            <a:gsLst>
              <a:gs pos="33250">
                <a:srgbClr val="FBE4D2"/>
              </a:gs>
              <a:gs pos="88730">
                <a:srgbClr val="FFACA0"/>
              </a:gs>
            </a:gsLst>
            <a:lin ang="10800000" scaled="1"/>
          </a:gradFill>
          <a:ln w="21427" cap="rnd">
            <a:solidFill>
              <a:srgbClr val="FF9A3E">
                <a:alpha val="49000"/>
              </a:srgbClr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5" name="图形 2"/>
          <p:cNvGrpSpPr/>
          <p:nvPr userDrawn="1"/>
        </p:nvGrpSpPr>
        <p:grpSpPr>
          <a:xfrm>
            <a:off x="2416329" y="5613553"/>
            <a:ext cx="9783367" cy="1223672"/>
            <a:chOff x="2416329" y="5613553"/>
            <a:chExt cx="9769885" cy="1223672"/>
          </a:xfrm>
        </p:grpSpPr>
        <p:sp>
          <p:nvSpPr>
            <p:cNvPr id="6" name="任意多边形: 形状 5"/>
            <p:cNvSpPr/>
            <p:nvPr/>
          </p:nvSpPr>
          <p:spPr>
            <a:xfrm>
              <a:off x="2511894" y="5625055"/>
              <a:ext cx="9663606" cy="1201520"/>
            </a:xfrm>
            <a:custGeom>
              <a:avLst/>
              <a:gdLst>
                <a:gd name="connsiteX0" fmla="*/ 1178489 w 9663606"/>
                <a:gd name="connsiteY0" fmla="*/ 1201520 h 1201520"/>
                <a:gd name="connsiteX1" fmla="*/ 0 w 9663606"/>
                <a:gd name="connsiteY1" fmla="*/ 1008758 h 1201520"/>
                <a:gd name="connsiteX2" fmla="*/ 5836733 w 9663606"/>
                <a:gd name="connsiteY2" fmla="*/ 575520 h 1201520"/>
                <a:gd name="connsiteX3" fmla="*/ 6548540 w 9663606"/>
                <a:gd name="connsiteY3" fmla="*/ 446443 h 1201520"/>
                <a:gd name="connsiteX4" fmla="*/ 9663607 w 9663606"/>
                <a:gd name="connsiteY4" fmla="*/ 0 h 1201520"/>
                <a:gd name="connsiteX5" fmla="*/ 9663607 w 9663606"/>
                <a:gd name="connsiteY5" fmla="*/ 1112700 h 1201520"/>
                <a:gd name="connsiteX6" fmla="*/ 8681605 w 9663606"/>
                <a:gd name="connsiteY6" fmla="*/ 1201520 h 1201520"/>
                <a:gd name="connsiteX7" fmla="*/ 1178489 w 9663606"/>
                <a:gd name="connsiteY7" fmla="*/ 1201520 h 1201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663606" h="1201520">
                  <a:moveTo>
                    <a:pt x="1178489" y="1201520"/>
                  </a:moveTo>
                  <a:cubicBezTo>
                    <a:pt x="649026" y="1126971"/>
                    <a:pt x="227984" y="1054978"/>
                    <a:pt x="0" y="1008758"/>
                  </a:cubicBezTo>
                  <a:cubicBezTo>
                    <a:pt x="698737" y="999386"/>
                    <a:pt x="3281770" y="940598"/>
                    <a:pt x="5836733" y="575520"/>
                  </a:cubicBezTo>
                  <a:cubicBezTo>
                    <a:pt x="6004936" y="551451"/>
                    <a:pt x="6244705" y="505231"/>
                    <a:pt x="6548540" y="446443"/>
                  </a:cubicBezTo>
                  <a:cubicBezTo>
                    <a:pt x="7329986" y="295428"/>
                    <a:pt x="8509331" y="67733"/>
                    <a:pt x="9663607" y="0"/>
                  </a:cubicBezTo>
                  <a:lnTo>
                    <a:pt x="9663607" y="1112700"/>
                  </a:lnTo>
                  <a:cubicBezTo>
                    <a:pt x="9327203" y="1138473"/>
                    <a:pt x="8998940" y="1170423"/>
                    <a:pt x="8681605" y="1201520"/>
                  </a:cubicBezTo>
                  <a:lnTo>
                    <a:pt x="1178489" y="1201520"/>
                  </a:lnTo>
                  <a:close/>
                </a:path>
              </a:pathLst>
            </a:custGeom>
            <a:gradFill>
              <a:gsLst>
                <a:gs pos="45030">
                  <a:srgbClr val="FBE5D3"/>
                </a:gs>
                <a:gs pos="100000">
                  <a:srgbClr val="FFAA78"/>
                </a:gs>
              </a:gsLst>
              <a:lin ang="0" scaled="1"/>
            </a:gra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2416329" y="5613553"/>
              <a:ext cx="9769885" cy="1223672"/>
            </a:xfrm>
            <a:custGeom>
              <a:avLst/>
              <a:gdLst>
                <a:gd name="connsiteX0" fmla="*/ 9748458 w 9769885"/>
                <a:gd name="connsiteY0" fmla="*/ 22578 h 1223672"/>
                <a:gd name="connsiteX1" fmla="*/ 9748458 w 9769885"/>
                <a:gd name="connsiteY1" fmla="*/ 1114191 h 1223672"/>
                <a:gd name="connsiteX2" fmla="*/ 8776527 w 9769885"/>
                <a:gd name="connsiteY2" fmla="*/ 1202373 h 1223672"/>
                <a:gd name="connsiteX3" fmla="*/ 1275553 w 9769885"/>
                <a:gd name="connsiteY3" fmla="*/ 1202373 h 1223672"/>
                <a:gd name="connsiteX4" fmla="*/ 197558 w 9769885"/>
                <a:gd name="connsiteY4" fmla="*/ 1029418 h 1223672"/>
                <a:gd name="connsiteX5" fmla="*/ 5933798 w 9769885"/>
                <a:gd name="connsiteY5" fmla="*/ 597459 h 1223672"/>
                <a:gd name="connsiteX6" fmla="*/ 6646034 w 9769885"/>
                <a:gd name="connsiteY6" fmla="*/ 468382 h 1223672"/>
                <a:gd name="connsiteX7" fmla="*/ 9748458 w 9769885"/>
                <a:gd name="connsiteY7" fmla="*/ 22578 h 1223672"/>
                <a:gd name="connsiteX8" fmla="*/ 9769885 w 9769885"/>
                <a:gd name="connsiteY8" fmla="*/ 0 h 1223672"/>
                <a:gd name="connsiteX9" fmla="*/ 5930798 w 9769885"/>
                <a:gd name="connsiteY9" fmla="*/ 576372 h 1223672"/>
                <a:gd name="connsiteX10" fmla="*/ 0 w 9769885"/>
                <a:gd name="connsiteY10" fmla="*/ 1010675 h 1223672"/>
                <a:gd name="connsiteX11" fmla="*/ 1274053 w 9769885"/>
                <a:gd name="connsiteY11" fmla="*/ 1223672 h 1223672"/>
                <a:gd name="connsiteX12" fmla="*/ 8777598 w 9769885"/>
                <a:gd name="connsiteY12" fmla="*/ 1223672 h 1223672"/>
                <a:gd name="connsiteX13" fmla="*/ 9769885 w 9769885"/>
                <a:gd name="connsiteY13" fmla="*/ 1134000 h 1223672"/>
                <a:gd name="connsiteX14" fmla="*/ 9769885 w 9769885"/>
                <a:gd name="connsiteY14" fmla="*/ 0 h 1223672"/>
                <a:gd name="connsiteX15" fmla="*/ 9769885 w 9769885"/>
                <a:gd name="connsiteY15" fmla="*/ 0 h 1223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769885" h="1223672">
                  <a:moveTo>
                    <a:pt x="9748458" y="22578"/>
                  </a:moveTo>
                  <a:lnTo>
                    <a:pt x="9748458" y="1114191"/>
                  </a:lnTo>
                  <a:cubicBezTo>
                    <a:pt x="9415267" y="1139751"/>
                    <a:pt x="9090648" y="1171488"/>
                    <a:pt x="8776527" y="1202373"/>
                  </a:cubicBezTo>
                  <a:lnTo>
                    <a:pt x="1275553" y="1202373"/>
                  </a:lnTo>
                  <a:cubicBezTo>
                    <a:pt x="815514" y="1137621"/>
                    <a:pt x="438184" y="1075000"/>
                    <a:pt x="197558" y="1029418"/>
                  </a:cubicBezTo>
                  <a:cubicBezTo>
                    <a:pt x="1019714" y="1015786"/>
                    <a:pt x="3489398" y="946775"/>
                    <a:pt x="5933798" y="597459"/>
                  </a:cubicBezTo>
                  <a:cubicBezTo>
                    <a:pt x="6102215" y="573390"/>
                    <a:pt x="6342198" y="526957"/>
                    <a:pt x="6646034" y="468382"/>
                  </a:cubicBezTo>
                  <a:cubicBezTo>
                    <a:pt x="7424693" y="318006"/>
                    <a:pt x="8598468" y="91163"/>
                    <a:pt x="9748458" y="22578"/>
                  </a:cubicBezTo>
                  <a:moveTo>
                    <a:pt x="9769885" y="0"/>
                  </a:moveTo>
                  <a:cubicBezTo>
                    <a:pt x="8174212" y="92228"/>
                    <a:pt x="6543612" y="488617"/>
                    <a:pt x="5930798" y="576372"/>
                  </a:cubicBezTo>
                  <a:cubicBezTo>
                    <a:pt x="3396619" y="938468"/>
                    <a:pt x="786802" y="1003007"/>
                    <a:pt x="0" y="1010675"/>
                  </a:cubicBezTo>
                  <a:cubicBezTo>
                    <a:pt x="199486" y="1056256"/>
                    <a:pt x="670882" y="1138686"/>
                    <a:pt x="1274053" y="1223672"/>
                  </a:cubicBezTo>
                  <a:lnTo>
                    <a:pt x="8777598" y="1223672"/>
                  </a:lnTo>
                  <a:cubicBezTo>
                    <a:pt x="9127073" y="1189380"/>
                    <a:pt x="9440766" y="1158921"/>
                    <a:pt x="9769885" y="1134000"/>
                  </a:cubicBezTo>
                  <a:lnTo>
                    <a:pt x="9769885" y="0"/>
                  </a:lnTo>
                  <a:lnTo>
                    <a:pt x="9769885" y="0"/>
                  </a:lnTo>
                  <a:close/>
                </a:path>
              </a:pathLst>
            </a:custGeom>
            <a:solidFill>
              <a:srgbClr val="FF9A3E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2" name="任意多边形: 形状 11"/>
          <p:cNvSpPr/>
          <p:nvPr userDrawn="1"/>
        </p:nvSpPr>
        <p:spPr>
          <a:xfrm>
            <a:off x="2801865" y="6017184"/>
            <a:ext cx="9384563" cy="805131"/>
          </a:xfrm>
          <a:custGeom>
            <a:avLst/>
            <a:gdLst>
              <a:gd name="connsiteX0" fmla="*/ 9384349 w 9384563"/>
              <a:gd name="connsiteY0" fmla="*/ 65816 h 805131"/>
              <a:gd name="connsiteX1" fmla="*/ 4862810 w 9384563"/>
              <a:gd name="connsiteY1" fmla="*/ 329933 h 805131"/>
              <a:gd name="connsiteX2" fmla="*/ 117143 w 9384563"/>
              <a:gd name="connsiteY2" fmla="*/ 0 h 805131"/>
              <a:gd name="connsiteX3" fmla="*/ 125714 w 9384563"/>
              <a:gd name="connsiteY3" fmla="*/ 30885 h 805131"/>
              <a:gd name="connsiteX4" fmla="*/ 3703819 w 9384563"/>
              <a:gd name="connsiteY4" fmla="*/ 600227 h 805131"/>
              <a:gd name="connsiteX5" fmla="*/ 6873954 w 9384563"/>
              <a:gd name="connsiteY5" fmla="*/ 805131 h 805131"/>
              <a:gd name="connsiteX6" fmla="*/ 9384563 w 9384563"/>
              <a:gd name="connsiteY6" fmla="*/ 701189 h 805131"/>
              <a:gd name="connsiteX7" fmla="*/ 9384563 w 9384563"/>
              <a:gd name="connsiteY7" fmla="*/ 273063 h 805131"/>
              <a:gd name="connsiteX8" fmla="*/ 9384563 w 9384563"/>
              <a:gd name="connsiteY8" fmla="*/ 65816 h 805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384563" h="805131">
                <a:moveTo>
                  <a:pt x="9384349" y="65816"/>
                </a:moveTo>
                <a:cubicBezTo>
                  <a:pt x="8304853" y="123965"/>
                  <a:pt x="7504981" y="228334"/>
                  <a:pt x="4862810" y="329933"/>
                </a:cubicBezTo>
                <a:cubicBezTo>
                  <a:pt x="3129574" y="396815"/>
                  <a:pt x="698245" y="94571"/>
                  <a:pt x="117143" y="0"/>
                </a:cubicBezTo>
                <a:cubicBezTo>
                  <a:pt x="-151338" y="1917"/>
                  <a:pt x="125714" y="30885"/>
                  <a:pt x="125714" y="30885"/>
                </a:cubicBezTo>
                <a:cubicBezTo>
                  <a:pt x="1435765" y="296919"/>
                  <a:pt x="2652822" y="477541"/>
                  <a:pt x="3703819" y="600227"/>
                </a:cubicBezTo>
                <a:cubicBezTo>
                  <a:pt x="4711749" y="703745"/>
                  <a:pt x="5664825" y="805131"/>
                  <a:pt x="6873954" y="805131"/>
                </a:cubicBezTo>
                <a:cubicBezTo>
                  <a:pt x="7777320" y="804919"/>
                  <a:pt x="8607618" y="765940"/>
                  <a:pt x="9384563" y="701189"/>
                </a:cubicBezTo>
                <a:lnTo>
                  <a:pt x="9384563" y="273063"/>
                </a:lnTo>
                <a:lnTo>
                  <a:pt x="9384563" y="65816"/>
                </a:lnTo>
                <a:close/>
              </a:path>
            </a:pathLst>
          </a:custGeom>
          <a:gradFill>
            <a:gsLst>
              <a:gs pos="0">
                <a:srgbClr val="D4D8AC"/>
              </a:gs>
              <a:gs pos="50000">
                <a:srgbClr val="92BAA3"/>
              </a:gs>
              <a:gs pos="100000">
                <a:srgbClr val="519D9B"/>
              </a:gs>
            </a:gsLst>
            <a:lin ang="0" scaled="1"/>
          </a:gradFill>
          <a:ln w="21427" cap="rnd">
            <a:solidFill>
              <a:srgbClr val="FF9A3E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任意多边形: 形状 12"/>
          <p:cNvSpPr/>
          <p:nvPr userDrawn="1"/>
        </p:nvSpPr>
        <p:spPr>
          <a:xfrm>
            <a:off x="10712" y="6196529"/>
            <a:ext cx="1806301" cy="640696"/>
          </a:xfrm>
          <a:custGeom>
            <a:avLst/>
            <a:gdLst>
              <a:gd name="connsiteX0" fmla="*/ 0 w 1806301"/>
              <a:gd name="connsiteY0" fmla="*/ 0 h 640696"/>
              <a:gd name="connsiteX1" fmla="*/ 0 w 1806301"/>
              <a:gd name="connsiteY1" fmla="*/ 640697 h 640696"/>
              <a:gd name="connsiteX2" fmla="*/ 1806302 w 1806301"/>
              <a:gd name="connsiteY2" fmla="*/ 640697 h 640696"/>
              <a:gd name="connsiteX3" fmla="*/ 0 w 1806301"/>
              <a:gd name="connsiteY3" fmla="*/ 0 h 640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6301" h="640696">
                <a:moveTo>
                  <a:pt x="0" y="0"/>
                </a:moveTo>
                <a:lnTo>
                  <a:pt x="0" y="640697"/>
                </a:lnTo>
                <a:lnTo>
                  <a:pt x="1806302" y="640697"/>
                </a:lnTo>
                <a:cubicBezTo>
                  <a:pt x="1178489" y="399371"/>
                  <a:pt x="576602" y="186586"/>
                  <a:pt x="0" y="0"/>
                </a:cubicBezTo>
                <a:close/>
              </a:path>
            </a:pathLst>
          </a:custGeom>
          <a:gradFill>
            <a:gsLst>
              <a:gs pos="8040">
                <a:srgbClr val="1A707E"/>
              </a:gs>
              <a:gs pos="66200">
                <a:srgbClr val="199190"/>
              </a:gs>
            </a:gsLst>
            <a:lin ang="0" scaled="1"/>
          </a:gradFill>
          <a:ln w="21427" cap="rnd">
            <a:solidFill>
              <a:srgbClr val="FF9A3E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任意多边形: 形状 13"/>
          <p:cNvSpPr/>
          <p:nvPr userDrawn="1"/>
        </p:nvSpPr>
        <p:spPr>
          <a:xfrm>
            <a:off x="10712" y="5416531"/>
            <a:ext cx="5958010" cy="1420694"/>
          </a:xfrm>
          <a:custGeom>
            <a:avLst/>
            <a:gdLst>
              <a:gd name="connsiteX0" fmla="*/ 0 w 5958010"/>
              <a:gd name="connsiteY0" fmla="*/ 384461 h 1420694"/>
              <a:gd name="connsiteX1" fmla="*/ 3358050 w 5958010"/>
              <a:gd name="connsiteY1" fmla="*/ 1420695 h 1420694"/>
              <a:gd name="connsiteX2" fmla="*/ 5958010 w 5958010"/>
              <a:gd name="connsiteY2" fmla="*/ 1420695 h 1420694"/>
              <a:gd name="connsiteX3" fmla="*/ 3748665 w 5958010"/>
              <a:gd name="connsiteY3" fmla="*/ 977447 h 1420694"/>
              <a:gd name="connsiteX4" fmla="*/ 2899082 w 5958010"/>
              <a:gd name="connsiteY4" fmla="*/ 758485 h 1420694"/>
              <a:gd name="connsiteX5" fmla="*/ 214 w 5958010"/>
              <a:gd name="connsiteY5" fmla="*/ 0 h 1420694"/>
              <a:gd name="connsiteX6" fmla="*/ 214 w 5958010"/>
              <a:gd name="connsiteY6" fmla="*/ 384461 h 1420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8010" h="1420694">
                <a:moveTo>
                  <a:pt x="0" y="384461"/>
                </a:moveTo>
                <a:cubicBezTo>
                  <a:pt x="1681810" y="849222"/>
                  <a:pt x="2421901" y="1190019"/>
                  <a:pt x="3358050" y="1420695"/>
                </a:cubicBezTo>
                <a:lnTo>
                  <a:pt x="5958010" y="1420695"/>
                </a:lnTo>
                <a:cubicBezTo>
                  <a:pt x="5529255" y="1362334"/>
                  <a:pt x="4743739" y="1234109"/>
                  <a:pt x="3748665" y="977447"/>
                </a:cubicBezTo>
                <a:cubicBezTo>
                  <a:pt x="3476542" y="907158"/>
                  <a:pt x="3190705" y="833460"/>
                  <a:pt x="2899082" y="758485"/>
                </a:cubicBezTo>
                <a:cubicBezTo>
                  <a:pt x="1824301" y="481588"/>
                  <a:pt x="743091" y="196810"/>
                  <a:pt x="214" y="0"/>
                </a:cubicBezTo>
                <a:lnTo>
                  <a:pt x="214" y="384461"/>
                </a:lnTo>
                <a:close/>
              </a:path>
            </a:pathLst>
          </a:custGeom>
          <a:gradFill>
            <a:gsLst>
              <a:gs pos="45030">
                <a:srgbClr val="D4D8AC"/>
              </a:gs>
              <a:gs pos="100000">
                <a:srgbClr val="519D9B"/>
              </a:gs>
            </a:gsLst>
            <a:lin ang="16200000" scaled="1"/>
          </a:gradFill>
          <a:ln w="21427" cap="rnd">
            <a:solidFill>
              <a:srgbClr val="FF9A3E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" name="任意多边形: 形状 14"/>
          <p:cNvSpPr/>
          <p:nvPr userDrawn="1"/>
        </p:nvSpPr>
        <p:spPr>
          <a:xfrm>
            <a:off x="6509756" y="6604632"/>
            <a:ext cx="5676458" cy="232380"/>
          </a:xfrm>
          <a:custGeom>
            <a:avLst/>
            <a:gdLst>
              <a:gd name="connsiteX0" fmla="*/ 5676458 w 5676458"/>
              <a:gd name="connsiteY0" fmla="*/ 84773 h 232380"/>
              <a:gd name="connsiteX1" fmla="*/ 3302982 w 5676458"/>
              <a:gd name="connsiteY1" fmla="*/ 176789 h 232380"/>
              <a:gd name="connsiteX2" fmla="*/ 0 w 5676458"/>
              <a:gd name="connsiteY2" fmla="*/ 0 h 232380"/>
              <a:gd name="connsiteX3" fmla="*/ 2508681 w 5676458"/>
              <a:gd name="connsiteY3" fmla="*/ 232381 h 232380"/>
              <a:gd name="connsiteX4" fmla="*/ 5676244 w 5676458"/>
              <a:gd name="connsiteY4" fmla="*/ 232381 h 232380"/>
              <a:gd name="connsiteX5" fmla="*/ 5676244 w 5676458"/>
              <a:gd name="connsiteY5" fmla="*/ 84773 h 232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76458" h="232380">
                <a:moveTo>
                  <a:pt x="5676458" y="84773"/>
                </a:moveTo>
                <a:cubicBezTo>
                  <a:pt x="4946438" y="142496"/>
                  <a:pt x="4162851" y="176789"/>
                  <a:pt x="3302982" y="176789"/>
                </a:cubicBezTo>
                <a:cubicBezTo>
                  <a:pt x="2093853" y="177002"/>
                  <a:pt x="1035571" y="138449"/>
                  <a:pt x="0" y="0"/>
                </a:cubicBezTo>
                <a:cubicBezTo>
                  <a:pt x="1011572" y="135041"/>
                  <a:pt x="1870369" y="198301"/>
                  <a:pt x="2508681" y="232381"/>
                </a:cubicBezTo>
                <a:lnTo>
                  <a:pt x="5676244" y="232381"/>
                </a:lnTo>
                <a:lnTo>
                  <a:pt x="5676244" y="84773"/>
                </a:lnTo>
                <a:close/>
              </a:path>
            </a:pathLst>
          </a:custGeom>
          <a:gradFill>
            <a:gsLst>
              <a:gs pos="8040">
                <a:srgbClr val="FEBE7B"/>
              </a:gs>
              <a:gs pos="66200">
                <a:srgbClr val="ED2210"/>
              </a:gs>
            </a:gsLst>
            <a:lin ang="0" scaled="1"/>
          </a:gradFill>
          <a:ln w="21427" cap="rnd">
            <a:solidFill>
              <a:srgbClr val="FF9A3E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10712" y="5378617"/>
            <a:ext cx="10219425" cy="1458608"/>
          </a:xfrm>
          <a:custGeom>
            <a:avLst/>
            <a:gdLst>
              <a:gd name="connsiteX0" fmla="*/ 6765382 w 10219425"/>
              <a:gd name="connsiteY0" fmla="*/ 1245824 h 1458608"/>
              <a:gd name="connsiteX1" fmla="*/ 3096640 w 10219425"/>
              <a:gd name="connsiteY1" fmla="*/ 674351 h 1458608"/>
              <a:gd name="connsiteX2" fmla="*/ 2248128 w 10219425"/>
              <a:gd name="connsiteY2" fmla="*/ 491172 h 1458608"/>
              <a:gd name="connsiteX3" fmla="*/ 6000 w 10219425"/>
              <a:gd name="connsiteY3" fmla="*/ 1278 h 1458608"/>
              <a:gd name="connsiteX4" fmla="*/ 0 w 10219425"/>
              <a:gd name="connsiteY4" fmla="*/ 0 h 1458608"/>
              <a:gd name="connsiteX5" fmla="*/ 0 w 10219425"/>
              <a:gd name="connsiteY5" fmla="*/ 53036 h 1458608"/>
              <a:gd name="connsiteX6" fmla="*/ 3046929 w 10219425"/>
              <a:gd name="connsiteY6" fmla="*/ 837294 h 1458608"/>
              <a:gd name="connsiteX7" fmla="*/ 3896512 w 10219425"/>
              <a:gd name="connsiteY7" fmla="*/ 1056255 h 1458608"/>
              <a:gd name="connsiteX8" fmla="*/ 5826234 w 10219425"/>
              <a:gd name="connsiteY8" fmla="*/ 1458608 h 1458608"/>
              <a:gd name="connsiteX9" fmla="*/ 10219425 w 10219425"/>
              <a:gd name="connsiteY9" fmla="*/ 1458608 h 1458608"/>
              <a:gd name="connsiteX10" fmla="*/ 6765382 w 10219425"/>
              <a:gd name="connsiteY10" fmla="*/ 1245824 h 1458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219425" h="1458608">
                <a:moveTo>
                  <a:pt x="6765382" y="1245824"/>
                </a:moveTo>
                <a:cubicBezTo>
                  <a:pt x="5714385" y="1117386"/>
                  <a:pt x="3096854" y="674351"/>
                  <a:pt x="3096640" y="674351"/>
                </a:cubicBezTo>
                <a:cubicBezTo>
                  <a:pt x="2756378" y="605126"/>
                  <a:pt x="2248128" y="491172"/>
                  <a:pt x="2248128" y="491172"/>
                </a:cubicBezTo>
                <a:cubicBezTo>
                  <a:pt x="1560962" y="329720"/>
                  <a:pt x="680309" y="141856"/>
                  <a:pt x="6000" y="1278"/>
                </a:cubicBezTo>
                <a:cubicBezTo>
                  <a:pt x="4071" y="852"/>
                  <a:pt x="2143" y="426"/>
                  <a:pt x="0" y="0"/>
                </a:cubicBezTo>
                <a:lnTo>
                  <a:pt x="0" y="53036"/>
                </a:lnTo>
                <a:cubicBezTo>
                  <a:pt x="803515" y="259644"/>
                  <a:pt x="1963362" y="558054"/>
                  <a:pt x="3046929" y="837294"/>
                </a:cubicBezTo>
                <a:cubicBezTo>
                  <a:pt x="3338551" y="912269"/>
                  <a:pt x="3624603" y="985966"/>
                  <a:pt x="3896512" y="1056255"/>
                </a:cubicBezTo>
                <a:cubicBezTo>
                  <a:pt x="4703884" y="1264568"/>
                  <a:pt x="5373266" y="1388106"/>
                  <a:pt x="5826234" y="1458608"/>
                </a:cubicBezTo>
                <a:lnTo>
                  <a:pt x="10219425" y="1458608"/>
                </a:lnTo>
                <a:cubicBezTo>
                  <a:pt x="9018652" y="1411536"/>
                  <a:pt x="7542971" y="1341034"/>
                  <a:pt x="6765382" y="1245824"/>
                </a:cubicBezTo>
                <a:close/>
              </a:path>
            </a:pathLst>
          </a:custGeom>
          <a:gradFill>
            <a:gsLst>
              <a:gs pos="8040">
                <a:srgbClr val="FEBE7B"/>
              </a:gs>
              <a:gs pos="66200">
                <a:srgbClr val="ED2210"/>
              </a:gs>
            </a:gsLst>
            <a:lin ang="0" scaled="1"/>
          </a:gradFill>
          <a:ln w="21427" cap="rnd">
            <a:solidFill>
              <a:srgbClr val="FF9A3E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 userDrawn="1"/>
        </p:nvSpPr>
        <p:spPr>
          <a:xfrm>
            <a:off x="5572" y="31425"/>
            <a:ext cx="12175502" cy="6837227"/>
          </a:xfrm>
          <a:custGeom>
            <a:avLst/>
            <a:gdLst>
              <a:gd name="connsiteX0" fmla="*/ 0 w 12175502"/>
              <a:gd name="connsiteY0" fmla="*/ 0 h 6837227"/>
              <a:gd name="connsiteX1" fmla="*/ 12175502 w 12175502"/>
              <a:gd name="connsiteY1" fmla="*/ 0 h 6837227"/>
              <a:gd name="connsiteX2" fmla="*/ 12175502 w 12175502"/>
              <a:gd name="connsiteY2" fmla="*/ 6837227 h 6837227"/>
              <a:gd name="connsiteX3" fmla="*/ 0 w 12175502"/>
              <a:gd name="connsiteY3" fmla="*/ 6837227 h 6837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75502" h="6837227">
                <a:moveTo>
                  <a:pt x="0" y="0"/>
                </a:moveTo>
                <a:lnTo>
                  <a:pt x="12175502" y="0"/>
                </a:lnTo>
                <a:lnTo>
                  <a:pt x="12175502" y="6837227"/>
                </a:lnTo>
                <a:lnTo>
                  <a:pt x="0" y="6837227"/>
                </a:lnTo>
                <a:close/>
              </a:path>
            </a:pathLst>
          </a:custGeom>
          <a:solidFill>
            <a:srgbClr val="F4E6D3">
              <a:alpha val="29000"/>
            </a:srgbClr>
          </a:solidFill>
          <a:ln w="2142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" name="任意多边形: 形状 2"/>
          <p:cNvSpPr/>
          <p:nvPr userDrawn="1"/>
        </p:nvSpPr>
        <p:spPr>
          <a:xfrm>
            <a:off x="2452112" y="5333462"/>
            <a:ext cx="9734101" cy="1442648"/>
          </a:xfrm>
          <a:custGeom>
            <a:avLst/>
            <a:gdLst>
              <a:gd name="connsiteX0" fmla="*/ 9734102 w 9734101"/>
              <a:gd name="connsiteY0" fmla="*/ 0 h 1442648"/>
              <a:gd name="connsiteX1" fmla="*/ 7419337 w 9734101"/>
              <a:gd name="connsiteY1" fmla="*/ 298410 h 1442648"/>
              <a:gd name="connsiteX2" fmla="*/ 0 w 9734101"/>
              <a:gd name="connsiteY2" fmla="*/ 1216430 h 1442648"/>
              <a:gd name="connsiteX3" fmla="*/ 442897 w 9734101"/>
              <a:gd name="connsiteY3" fmla="*/ 1383846 h 1442648"/>
              <a:gd name="connsiteX4" fmla="*/ 620314 w 9734101"/>
              <a:gd name="connsiteY4" fmla="*/ 1436883 h 1442648"/>
              <a:gd name="connsiteX5" fmla="*/ 1300837 w 9734101"/>
              <a:gd name="connsiteY5" fmla="*/ 1436883 h 1442648"/>
              <a:gd name="connsiteX6" fmla="*/ 6023363 w 9734101"/>
              <a:gd name="connsiteY6" fmla="*/ 937829 h 1442648"/>
              <a:gd name="connsiteX7" fmla="*/ 9733887 w 9734101"/>
              <a:gd name="connsiteY7" fmla="*/ 367209 h 1442648"/>
              <a:gd name="connsiteX8" fmla="*/ 9733887 w 9734101"/>
              <a:gd name="connsiteY8" fmla="*/ 0 h 1442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734101" h="1442648">
                <a:moveTo>
                  <a:pt x="9734102" y="0"/>
                </a:moveTo>
                <a:cubicBezTo>
                  <a:pt x="8968942" y="29394"/>
                  <a:pt x="8243850" y="130993"/>
                  <a:pt x="7419337" y="298410"/>
                </a:cubicBezTo>
                <a:cubicBezTo>
                  <a:pt x="2653957" y="1265206"/>
                  <a:pt x="551318" y="1247102"/>
                  <a:pt x="0" y="1216430"/>
                </a:cubicBezTo>
                <a:cubicBezTo>
                  <a:pt x="166274" y="1265633"/>
                  <a:pt x="274481" y="1335283"/>
                  <a:pt x="442897" y="1383846"/>
                </a:cubicBezTo>
                <a:cubicBezTo>
                  <a:pt x="459825" y="1388746"/>
                  <a:pt x="603386" y="1432197"/>
                  <a:pt x="620314" y="1436883"/>
                </a:cubicBezTo>
                <a:cubicBezTo>
                  <a:pt x="737520" y="1447532"/>
                  <a:pt x="947076" y="1440930"/>
                  <a:pt x="1300837" y="1436883"/>
                </a:cubicBezTo>
                <a:cubicBezTo>
                  <a:pt x="2087211" y="1429215"/>
                  <a:pt x="3487898" y="1301630"/>
                  <a:pt x="6023363" y="937829"/>
                </a:cubicBezTo>
                <a:cubicBezTo>
                  <a:pt x="6619678" y="852204"/>
                  <a:pt x="8179997" y="472642"/>
                  <a:pt x="9733887" y="367209"/>
                </a:cubicBezTo>
                <a:lnTo>
                  <a:pt x="9733887" y="0"/>
                </a:lnTo>
                <a:close/>
              </a:path>
            </a:pathLst>
          </a:custGeom>
          <a:gradFill>
            <a:gsLst>
              <a:gs pos="33250">
                <a:srgbClr val="FBE4D2"/>
              </a:gs>
              <a:gs pos="88730">
                <a:srgbClr val="FFACA0"/>
              </a:gs>
            </a:gsLst>
            <a:lin ang="10800000" scaled="1"/>
          </a:gradFill>
          <a:ln w="21427" cap="rnd">
            <a:solidFill>
              <a:srgbClr val="FF9A3E">
                <a:alpha val="49000"/>
              </a:srgbClr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4" name="图形 2"/>
          <p:cNvGrpSpPr/>
          <p:nvPr userDrawn="1"/>
        </p:nvGrpSpPr>
        <p:grpSpPr>
          <a:xfrm>
            <a:off x="2416329" y="5613553"/>
            <a:ext cx="9783367" cy="1223672"/>
            <a:chOff x="2416329" y="5613553"/>
            <a:chExt cx="9769885" cy="1223672"/>
          </a:xfrm>
        </p:grpSpPr>
        <p:sp>
          <p:nvSpPr>
            <p:cNvPr id="5" name="任意多边形: 形状 4"/>
            <p:cNvSpPr/>
            <p:nvPr/>
          </p:nvSpPr>
          <p:spPr>
            <a:xfrm>
              <a:off x="2511894" y="5625055"/>
              <a:ext cx="9663606" cy="1201520"/>
            </a:xfrm>
            <a:custGeom>
              <a:avLst/>
              <a:gdLst>
                <a:gd name="connsiteX0" fmla="*/ 1178489 w 9663606"/>
                <a:gd name="connsiteY0" fmla="*/ 1201520 h 1201520"/>
                <a:gd name="connsiteX1" fmla="*/ 0 w 9663606"/>
                <a:gd name="connsiteY1" fmla="*/ 1008758 h 1201520"/>
                <a:gd name="connsiteX2" fmla="*/ 5836733 w 9663606"/>
                <a:gd name="connsiteY2" fmla="*/ 575520 h 1201520"/>
                <a:gd name="connsiteX3" fmla="*/ 6548540 w 9663606"/>
                <a:gd name="connsiteY3" fmla="*/ 446443 h 1201520"/>
                <a:gd name="connsiteX4" fmla="*/ 9663607 w 9663606"/>
                <a:gd name="connsiteY4" fmla="*/ 0 h 1201520"/>
                <a:gd name="connsiteX5" fmla="*/ 9663607 w 9663606"/>
                <a:gd name="connsiteY5" fmla="*/ 1112700 h 1201520"/>
                <a:gd name="connsiteX6" fmla="*/ 8681605 w 9663606"/>
                <a:gd name="connsiteY6" fmla="*/ 1201520 h 1201520"/>
                <a:gd name="connsiteX7" fmla="*/ 1178489 w 9663606"/>
                <a:gd name="connsiteY7" fmla="*/ 1201520 h 1201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663606" h="1201520">
                  <a:moveTo>
                    <a:pt x="1178489" y="1201520"/>
                  </a:moveTo>
                  <a:cubicBezTo>
                    <a:pt x="649026" y="1126971"/>
                    <a:pt x="227984" y="1054978"/>
                    <a:pt x="0" y="1008758"/>
                  </a:cubicBezTo>
                  <a:cubicBezTo>
                    <a:pt x="698737" y="999386"/>
                    <a:pt x="3281770" y="940598"/>
                    <a:pt x="5836733" y="575520"/>
                  </a:cubicBezTo>
                  <a:cubicBezTo>
                    <a:pt x="6004936" y="551451"/>
                    <a:pt x="6244705" y="505231"/>
                    <a:pt x="6548540" y="446443"/>
                  </a:cubicBezTo>
                  <a:cubicBezTo>
                    <a:pt x="7329986" y="295428"/>
                    <a:pt x="8509331" y="67733"/>
                    <a:pt x="9663607" y="0"/>
                  </a:cubicBezTo>
                  <a:lnTo>
                    <a:pt x="9663607" y="1112700"/>
                  </a:lnTo>
                  <a:cubicBezTo>
                    <a:pt x="9327203" y="1138473"/>
                    <a:pt x="8998940" y="1170423"/>
                    <a:pt x="8681605" y="1201520"/>
                  </a:cubicBezTo>
                  <a:lnTo>
                    <a:pt x="1178489" y="1201520"/>
                  </a:lnTo>
                  <a:close/>
                </a:path>
              </a:pathLst>
            </a:custGeom>
            <a:gradFill>
              <a:gsLst>
                <a:gs pos="45030">
                  <a:srgbClr val="FBE5D3"/>
                </a:gs>
                <a:gs pos="100000">
                  <a:srgbClr val="FFAA78"/>
                </a:gs>
              </a:gsLst>
              <a:lin ang="0" scaled="1"/>
            </a:gra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2416329" y="5613553"/>
              <a:ext cx="9769885" cy="1223672"/>
            </a:xfrm>
            <a:custGeom>
              <a:avLst/>
              <a:gdLst>
                <a:gd name="connsiteX0" fmla="*/ 9748458 w 9769885"/>
                <a:gd name="connsiteY0" fmla="*/ 22578 h 1223672"/>
                <a:gd name="connsiteX1" fmla="*/ 9748458 w 9769885"/>
                <a:gd name="connsiteY1" fmla="*/ 1114191 h 1223672"/>
                <a:gd name="connsiteX2" fmla="*/ 8776527 w 9769885"/>
                <a:gd name="connsiteY2" fmla="*/ 1202373 h 1223672"/>
                <a:gd name="connsiteX3" fmla="*/ 1275553 w 9769885"/>
                <a:gd name="connsiteY3" fmla="*/ 1202373 h 1223672"/>
                <a:gd name="connsiteX4" fmla="*/ 197558 w 9769885"/>
                <a:gd name="connsiteY4" fmla="*/ 1029418 h 1223672"/>
                <a:gd name="connsiteX5" fmla="*/ 5933798 w 9769885"/>
                <a:gd name="connsiteY5" fmla="*/ 597459 h 1223672"/>
                <a:gd name="connsiteX6" fmla="*/ 6646034 w 9769885"/>
                <a:gd name="connsiteY6" fmla="*/ 468382 h 1223672"/>
                <a:gd name="connsiteX7" fmla="*/ 9748458 w 9769885"/>
                <a:gd name="connsiteY7" fmla="*/ 22578 h 1223672"/>
                <a:gd name="connsiteX8" fmla="*/ 9769885 w 9769885"/>
                <a:gd name="connsiteY8" fmla="*/ 0 h 1223672"/>
                <a:gd name="connsiteX9" fmla="*/ 5930798 w 9769885"/>
                <a:gd name="connsiteY9" fmla="*/ 576372 h 1223672"/>
                <a:gd name="connsiteX10" fmla="*/ 0 w 9769885"/>
                <a:gd name="connsiteY10" fmla="*/ 1010675 h 1223672"/>
                <a:gd name="connsiteX11" fmla="*/ 1274053 w 9769885"/>
                <a:gd name="connsiteY11" fmla="*/ 1223672 h 1223672"/>
                <a:gd name="connsiteX12" fmla="*/ 8777598 w 9769885"/>
                <a:gd name="connsiteY12" fmla="*/ 1223672 h 1223672"/>
                <a:gd name="connsiteX13" fmla="*/ 9769885 w 9769885"/>
                <a:gd name="connsiteY13" fmla="*/ 1134000 h 1223672"/>
                <a:gd name="connsiteX14" fmla="*/ 9769885 w 9769885"/>
                <a:gd name="connsiteY14" fmla="*/ 0 h 1223672"/>
                <a:gd name="connsiteX15" fmla="*/ 9769885 w 9769885"/>
                <a:gd name="connsiteY15" fmla="*/ 0 h 1223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769885" h="1223672">
                  <a:moveTo>
                    <a:pt x="9748458" y="22578"/>
                  </a:moveTo>
                  <a:lnTo>
                    <a:pt x="9748458" y="1114191"/>
                  </a:lnTo>
                  <a:cubicBezTo>
                    <a:pt x="9415267" y="1139751"/>
                    <a:pt x="9090648" y="1171488"/>
                    <a:pt x="8776527" y="1202373"/>
                  </a:cubicBezTo>
                  <a:lnTo>
                    <a:pt x="1275553" y="1202373"/>
                  </a:lnTo>
                  <a:cubicBezTo>
                    <a:pt x="815514" y="1137621"/>
                    <a:pt x="438184" y="1075000"/>
                    <a:pt x="197558" y="1029418"/>
                  </a:cubicBezTo>
                  <a:cubicBezTo>
                    <a:pt x="1019714" y="1015786"/>
                    <a:pt x="3489398" y="946775"/>
                    <a:pt x="5933798" y="597459"/>
                  </a:cubicBezTo>
                  <a:cubicBezTo>
                    <a:pt x="6102215" y="573390"/>
                    <a:pt x="6342198" y="526957"/>
                    <a:pt x="6646034" y="468382"/>
                  </a:cubicBezTo>
                  <a:cubicBezTo>
                    <a:pt x="7424693" y="318006"/>
                    <a:pt x="8598468" y="91163"/>
                    <a:pt x="9748458" y="22578"/>
                  </a:cubicBezTo>
                  <a:moveTo>
                    <a:pt x="9769885" y="0"/>
                  </a:moveTo>
                  <a:cubicBezTo>
                    <a:pt x="8174212" y="92228"/>
                    <a:pt x="6543612" y="488617"/>
                    <a:pt x="5930798" y="576372"/>
                  </a:cubicBezTo>
                  <a:cubicBezTo>
                    <a:pt x="3396619" y="938468"/>
                    <a:pt x="786802" y="1003007"/>
                    <a:pt x="0" y="1010675"/>
                  </a:cubicBezTo>
                  <a:cubicBezTo>
                    <a:pt x="199486" y="1056256"/>
                    <a:pt x="670882" y="1138686"/>
                    <a:pt x="1274053" y="1223672"/>
                  </a:cubicBezTo>
                  <a:lnTo>
                    <a:pt x="8777598" y="1223672"/>
                  </a:lnTo>
                  <a:cubicBezTo>
                    <a:pt x="9127073" y="1189380"/>
                    <a:pt x="9440766" y="1158921"/>
                    <a:pt x="9769885" y="1134000"/>
                  </a:cubicBezTo>
                  <a:lnTo>
                    <a:pt x="9769885" y="0"/>
                  </a:lnTo>
                  <a:lnTo>
                    <a:pt x="9769885" y="0"/>
                  </a:lnTo>
                  <a:close/>
                </a:path>
              </a:pathLst>
            </a:custGeom>
            <a:solidFill>
              <a:srgbClr val="FF9A3E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7" name="任意多边形: 形状 6"/>
          <p:cNvSpPr/>
          <p:nvPr userDrawn="1"/>
        </p:nvSpPr>
        <p:spPr>
          <a:xfrm>
            <a:off x="2801865" y="6017184"/>
            <a:ext cx="9384563" cy="805131"/>
          </a:xfrm>
          <a:custGeom>
            <a:avLst/>
            <a:gdLst>
              <a:gd name="connsiteX0" fmla="*/ 9384349 w 9384563"/>
              <a:gd name="connsiteY0" fmla="*/ 65816 h 805131"/>
              <a:gd name="connsiteX1" fmla="*/ 4862810 w 9384563"/>
              <a:gd name="connsiteY1" fmla="*/ 329933 h 805131"/>
              <a:gd name="connsiteX2" fmla="*/ 117143 w 9384563"/>
              <a:gd name="connsiteY2" fmla="*/ 0 h 805131"/>
              <a:gd name="connsiteX3" fmla="*/ 125714 w 9384563"/>
              <a:gd name="connsiteY3" fmla="*/ 30885 h 805131"/>
              <a:gd name="connsiteX4" fmla="*/ 3703819 w 9384563"/>
              <a:gd name="connsiteY4" fmla="*/ 600227 h 805131"/>
              <a:gd name="connsiteX5" fmla="*/ 6873954 w 9384563"/>
              <a:gd name="connsiteY5" fmla="*/ 805131 h 805131"/>
              <a:gd name="connsiteX6" fmla="*/ 9384563 w 9384563"/>
              <a:gd name="connsiteY6" fmla="*/ 701189 h 805131"/>
              <a:gd name="connsiteX7" fmla="*/ 9384563 w 9384563"/>
              <a:gd name="connsiteY7" fmla="*/ 273063 h 805131"/>
              <a:gd name="connsiteX8" fmla="*/ 9384563 w 9384563"/>
              <a:gd name="connsiteY8" fmla="*/ 65816 h 805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384563" h="805131">
                <a:moveTo>
                  <a:pt x="9384349" y="65816"/>
                </a:moveTo>
                <a:cubicBezTo>
                  <a:pt x="8304853" y="123965"/>
                  <a:pt x="7504981" y="228334"/>
                  <a:pt x="4862810" y="329933"/>
                </a:cubicBezTo>
                <a:cubicBezTo>
                  <a:pt x="3129574" y="396815"/>
                  <a:pt x="698245" y="94571"/>
                  <a:pt x="117143" y="0"/>
                </a:cubicBezTo>
                <a:cubicBezTo>
                  <a:pt x="-151338" y="1917"/>
                  <a:pt x="125714" y="30885"/>
                  <a:pt x="125714" y="30885"/>
                </a:cubicBezTo>
                <a:cubicBezTo>
                  <a:pt x="1435765" y="296919"/>
                  <a:pt x="2652822" y="477541"/>
                  <a:pt x="3703819" y="600227"/>
                </a:cubicBezTo>
                <a:cubicBezTo>
                  <a:pt x="4711749" y="703745"/>
                  <a:pt x="5664825" y="805131"/>
                  <a:pt x="6873954" y="805131"/>
                </a:cubicBezTo>
                <a:cubicBezTo>
                  <a:pt x="7777320" y="804919"/>
                  <a:pt x="8607618" y="765940"/>
                  <a:pt x="9384563" y="701189"/>
                </a:cubicBezTo>
                <a:lnTo>
                  <a:pt x="9384563" y="273063"/>
                </a:lnTo>
                <a:lnTo>
                  <a:pt x="9384563" y="65816"/>
                </a:lnTo>
                <a:close/>
              </a:path>
            </a:pathLst>
          </a:custGeom>
          <a:gradFill>
            <a:gsLst>
              <a:gs pos="0">
                <a:srgbClr val="D4D8AC"/>
              </a:gs>
              <a:gs pos="50000">
                <a:srgbClr val="92BAA3"/>
              </a:gs>
              <a:gs pos="100000">
                <a:srgbClr val="519D9B"/>
              </a:gs>
            </a:gsLst>
            <a:lin ang="0" scaled="1"/>
          </a:gradFill>
          <a:ln w="21427" cap="rnd">
            <a:solidFill>
              <a:srgbClr val="FF9A3E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/>
          <p:cNvSpPr/>
          <p:nvPr userDrawn="1"/>
        </p:nvSpPr>
        <p:spPr>
          <a:xfrm>
            <a:off x="10712" y="6196529"/>
            <a:ext cx="1806301" cy="640696"/>
          </a:xfrm>
          <a:custGeom>
            <a:avLst/>
            <a:gdLst>
              <a:gd name="connsiteX0" fmla="*/ 0 w 1806301"/>
              <a:gd name="connsiteY0" fmla="*/ 0 h 640696"/>
              <a:gd name="connsiteX1" fmla="*/ 0 w 1806301"/>
              <a:gd name="connsiteY1" fmla="*/ 640697 h 640696"/>
              <a:gd name="connsiteX2" fmla="*/ 1806302 w 1806301"/>
              <a:gd name="connsiteY2" fmla="*/ 640697 h 640696"/>
              <a:gd name="connsiteX3" fmla="*/ 0 w 1806301"/>
              <a:gd name="connsiteY3" fmla="*/ 0 h 640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6301" h="640696">
                <a:moveTo>
                  <a:pt x="0" y="0"/>
                </a:moveTo>
                <a:lnTo>
                  <a:pt x="0" y="640697"/>
                </a:lnTo>
                <a:lnTo>
                  <a:pt x="1806302" y="640697"/>
                </a:lnTo>
                <a:cubicBezTo>
                  <a:pt x="1178489" y="399371"/>
                  <a:pt x="576602" y="186586"/>
                  <a:pt x="0" y="0"/>
                </a:cubicBezTo>
                <a:close/>
              </a:path>
            </a:pathLst>
          </a:custGeom>
          <a:gradFill>
            <a:gsLst>
              <a:gs pos="8040">
                <a:srgbClr val="1A707E"/>
              </a:gs>
              <a:gs pos="66200">
                <a:srgbClr val="199190"/>
              </a:gs>
            </a:gsLst>
            <a:lin ang="0" scaled="1"/>
          </a:gradFill>
          <a:ln w="21427" cap="rnd">
            <a:solidFill>
              <a:srgbClr val="FF9A3E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" name="任意多边形: 形状 8"/>
          <p:cNvSpPr/>
          <p:nvPr userDrawn="1"/>
        </p:nvSpPr>
        <p:spPr>
          <a:xfrm>
            <a:off x="10712" y="5416531"/>
            <a:ext cx="5958010" cy="1420694"/>
          </a:xfrm>
          <a:custGeom>
            <a:avLst/>
            <a:gdLst>
              <a:gd name="connsiteX0" fmla="*/ 0 w 5958010"/>
              <a:gd name="connsiteY0" fmla="*/ 384461 h 1420694"/>
              <a:gd name="connsiteX1" fmla="*/ 3358050 w 5958010"/>
              <a:gd name="connsiteY1" fmla="*/ 1420695 h 1420694"/>
              <a:gd name="connsiteX2" fmla="*/ 5958010 w 5958010"/>
              <a:gd name="connsiteY2" fmla="*/ 1420695 h 1420694"/>
              <a:gd name="connsiteX3" fmla="*/ 3748665 w 5958010"/>
              <a:gd name="connsiteY3" fmla="*/ 977447 h 1420694"/>
              <a:gd name="connsiteX4" fmla="*/ 2899082 w 5958010"/>
              <a:gd name="connsiteY4" fmla="*/ 758485 h 1420694"/>
              <a:gd name="connsiteX5" fmla="*/ 214 w 5958010"/>
              <a:gd name="connsiteY5" fmla="*/ 0 h 1420694"/>
              <a:gd name="connsiteX6" fmla="*/ 214 w 5958010"/>
              <a:gd name="connsiteY6" fmla="*/ 384461 h 1420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8010" h="1420694">
                <a:moveTo>
                  <a:pt x="0" y="384461"/>
                </a:moveTo>
                <a:cubicBezTo>
                  <a:pt x="1681810" y="849222"/>
                  <a:pt x="2421901" y="1190019"/>
                  <a:pt x="3358050" y="1420695"/>
                </a:cubicBezTo>
                <a:lnTo>
                  <a:pt x="5958010" y="1420695"/>
                </a:lnTo>
                <a:cubicBezTo>
                  <a:pt x="5529255" y="1362334"/>
                  <a:pt x="4743739" y="1234109"/>
                  <a:pt x="3748665" y="977447"/>
                </a:cubicBezTo>
                <a:cubicBezTo>
                  <a:pt x="3476542" y="907158"/>
                  <a:pt x="3190705" y="833460"/>
                  <a:pt x="2899082" y="758485"/>
                </a:cubicBezTo>
                <a:cubicBezTo>
                  <a:pt x="1824301" y="481588"/>
                  <a:pt x="743091" y="196810"/>
                  <a:pt x="214" y="0"/>
                </a:cubicBezTo>
                <a:lnTo>
                  <a:pt x="214" y="384461"/>
                </a:lnTo>
                <a:close/>
              </a:path>
            </a:pathLst>
          </a:custGeom>
          <a:gradFill>
            <a:gsLst>
              <a:gs pos="45030">
                <a:srgbClr val="D4D8AC"/>
              </a:gs>
              <a:gs pos="100000">
                <a:srgbClr val="519D9B"/>
              </a:gs>
            </a:gsLst>
            <a:lin ang="16200000" scaled="1"/>
          </a:gradFill>
          <a:ln w="21427" cap="rnd">
            <a:solidFill>
              <a:srgbClr val="FF9A3E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任意多边形: 形状 9"/>
          <p:cNvSpPr/>
          <p:nvPr userDrawn="1"/>
        </p:nvSpPr>
        <p:spPr>
          <a:xfrm>
            <a:off x="6509756" y="6604632"/>
            <a:ext cx="5676458" cy="232380"/>
          </a:xfrm>
          <a:custGeom>
            <a:avLst/>
            <a:gdLst>
              <a:gd name="connsiteX0" fmla="*/ 5676458 w 5676458"/>
              <a:gd name="connsiteY0" fmla="*/ 84773 h 232380"/>
              <a:gd name="connsiteX1" fmla="*/ 3302982 w 5676458"/>
              <a:gd name="connsiteY1" fmla="*/ 176789 h 232380"/>
              <a:gd name="connsiteX2" fmla="*/ 0 w 5676458"/>
              <a:gd name="connsiteY2" fmla="*/ 0 h 232380"/>
              <a:gd name="connsiteX3" fmla="*/ 2508681 w 5676458"/>
              <a:gd name="connsiteY3" fmla="*/ 232381 h 232380"/>
              <a:gd name="connsiteX4" fmla="*/ 5676244 w 5676458"/>
              <a:gd name="connsiteY4" fmla="*/ 232381 h 232380"/>
              <a:gd name="connsiteX5" fmla="*/ 5676244 w 5676458"/>
              <a:gd name="connsiteY5" fmla="*/ 84773 h 232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76458" h="232380">
                <a:moveTo>
                  <a:pt x="5676458" y="84773"/>
                </a:moveTo>
                <a:cubicBezTo>
                  <a:pt x="4946438" y="142496"/>
                  <a:pt x="4162851" y="176789"/>
                  <a:pt x="3302982" y="176789"/>
                </a:cubicBezTo>
                <a:cubicBezTo>
                  <a:pt x="2093853" y="177002"/>
                  <a:pt x="1035571" y="138449"/>
                  <a:pt x="0" y="0"/>
                </a:cubicBezTo>
                <a:cubicBezTo>
                  <a:pt x="1011572" y="135041"/>
                  <a:pt x="1870369" y="198301"/>
                  <a:pt x="2508681" y="232381"/>
                </a:cubicBezTo>
                <a:lnTo>
                  <a:pt x="5676244" y="232381"/>
                </a:lnTo>
                <a:lnTo>
                  <a:pt x="5676244" y="84773"/>
                </a:lnTo>
                <a:close/>
              </a:path>
            </a:pathLst>
          </a:custGeom>
          <a:gradFill>
            <a:gsLst>
              <a:gs pos="8040">
                <a:srgbClr val="FEBE7B"/>
              </a:gs>
              <a:gs pos="66200">
                <a:srgbClr val="ED2210"/>
              </a:gs>
            </a:gsLst>
            <a:lin ang="0" scaled="1"/>
          </a:gradFill>
          <a:ln w="21427" cap="rnd">
            <a:solidFill>
              <a:srgbClr val="FF9A3E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任意多边形: 形状 10"/>
          <p:cNvSpPr/>
          <p:nvPr userDrawn="1"/>
        </p:nvSpPr>
        <p:spPr>
          <a:xfrm>
            <a:off x="10712" y="5378617"/>
            <a:ext cx="10219425" cy="1458608"/>
          </a:xfrm>
          <a:custGeom>
            <a:avLst/>
            <a:gdLst>
              <a:gd name="connsiteX0" fmla="*/ 6765382 w 10219425"/>
              <a:gd name="connsiteY0" fmla="*/ 1245824 h 1458608"/>
              <a:gd name="connsiteX1" fmla="*/ 3096640 w 10219425"/>
              <a:gd name="connsiteY1" fmla="*/ 674351 h 1458608"/>
              <a:gd name="connsiteX2" fmla="*/ 2248128 w 10219425"/>
              <a:gd name="connsiteY2" fmla="*/ 491172 h 1458608"/>
              <a:gd name="connsiteX3" fmla="*/ 6000 w 10219425"/>
              <a:gd name="connsiteY3" fmla="*/ 1278 h 1458608"/>
              <a:gd name="connsiteX4" fmla="*/ 0 w 10219425"/>
              <a:gd name="connsiteY4" fmla="*/ 0 h 1458608"/>
              <a:gd name="connsiteX5" fmla="*/ 0 w 10219425"/>
              <a:gd name="connsiteY5" fmla="*/ 53036 h 1458608"/>
              <a:gd name="connsiteX6" fmla="*/ 3046929 w 10219425"/>
              <a:gd name="connsiteY6" fmla="*/ 837294 h 1458608"/>
              <a:gd name="connsiteX7" fmla="*/ 3896512 w 10219425"/>
              <a:gd name="connsiteY7" fmla="*/ 1056255 h 1458608"/>
              <a:gd name="connsiteX8" fmla="*/ 5826234 w 10219425"/>
              <a:gd name="connsiteY8" fmla="*/ 1458608 h 1458608"/>
              <a:gd name="connsiteX9" fmla="*/ 10219425 w 10219425"/>
              <a:gd name="connsiteY9" fmla="*/ 1458608 h 1458608"/>
              <a:gd name="connsiteX10" fmla="*/ 6765382 w 10219425"/>
              <a:gd name="connsiteY10" fmla="*/ 1245824 h 1458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219425" h="1458608">
                <a:moveTo>
                  <a:pt x="6765382" y="1245824"/>
                </a:moveTo>
                <a:cubicBezTo>
                  <a:pt x="5714385" y="1117386"/>
                  <a:pt x="3096854" y="674351"/>
                  <a:pt x="3096640" y="674351"/>
                </a:cubicBezTo>
                <a:cubicBezTo>
                  <a:pt x="2756378" y="605126"/>
                  <a:pt x="2248128" y="491172"/>
                  <a:pt x="2248128" y="491172"/>
                </a:cubicBezTo>
                <a:cubicBezTo>
                  <a:pt x="1560962" y="329720"/>
                  <a:pt x="680309" y="141856"/>
                  <a:pt x="6000" y="1278"/>
                </a:cubicBezTo>
                <a:cubicBezTo>
                  <a:pt x="4071" y="852"/>
                  <a:pt x="2143" y="426"/>
                  <a:pt x="0" y="0"/>
                </a:cubicBezTo>
                <a:lnTo>
                  <a:pt x="0" y="53036"/>
                </a:lnTo>
                <a:cubicBezTo>
                  <a:pt x="803515" y="259644"/>
                  <a:pt x="1963362" y="558054"/>
                  <a:pt x="3046929" y="837294"/>
                </a:cubicBezTo>
                <a:cubicBezTo>
                  <a:pt x="3338551" y="912269"/>
                  <a:pt x="3624603" y="985966"/>
                  <a:pt x="3896512" y="1056255"/>
                </a:cubicBezTo>
                <a:cubicBezTo>
                  <a:pt x="4703884" y="1264568"/>
                  <a:pt x="5373266" y="1388106"/>
                  <a:pt x="5826234" y="1458608"/>
                </a:cubicBezTo>
                <a:lnTo>
                  <a:pt x="10219425" y="1458608"/>
                </a:lnTo>
                <a:cubicBezTo>
                  <a:pt x="9018652" y="1411536"/>
                  <a:pt x="7542971" y="1341034"/>
                  <a:pt x="6765382" y="1245824"/>
                </a:cubicBezTo>
                <a:close/>
              </a:path>
            </a:pathLst>
          </a:custGeom>
          <a:gradFill>
            <a:gsLst>
              <a:gs pos="8040">
                <a:srgbClr val="FEBE7B"/>
              </a:gs>
              <a:gs pos="66200">
                <a:srgbClr val="ED2210"/>
              </a:gs>
            </a:gsLst>
            <a:lin ang="0" scaled="1"/>
          </a:gradFill>
          <a:ln w="21427" cap="rnd">
            <a:solidFill>
              <a:srgbClr val="FF9A3E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12" name="图形 2"/>
          <p:cNvGrpSpPr/>
          <p:nvPr userDrawn="1"/>
        </p:nvGrpSpPr>
        <p:grpSpPr>
          <a:xfrm>
            <a:off x="2739117" y="5491270"/>
            <a:ext cx="379720" cy="342917"/>
            <a:chOff x="2739117" y="5491270"/>
            <a:chExt cx="379720" cy="342917"/>
          </a:xfrm>
        </p:grpSpPr>
        <p:sp>
          <p:nvSpPr>
            <p:cNvPr id="13" name="任意多边形: 形状 12"/>
            <p:cNvSpPr/>
            <p:nvPr/>
          </p:nvSpPr>
          <p:spPr>
            <a:xfrm>
              <a:off x="2739414" y="5491270"/>
              <a:ext cx="379423" cy="342616"/>
            </a:xfrm>
            <a:custGeom>
              <a:avLst/>
              <a:gdLst>
                <a:gd name="connsiteX0" fmla="*/ 106742 w 379423"/>
                <a:gd name="connsiteY0" fmla="*/ 308870 h 342616"/>
                <a:gd name="connsiteX1" fmla="*/ 58102 w 379423"/>
                <a:gd name="connsiteY1" fmla="*/ 244970 h 342616"/>
                <a:gd name="connsiteX2" fmla="*/ 69459 w 379423"/>
                <a:gd name="connsiteY2" fmla="*/ 206418 h 342616"/>
                <a:gd name="connsiteX3" fmla="*/ 75244 w 379423"/>
                <a:gd name="connsiteY3" fmla="*/ 201519 h 342616"/>
                <a:gd name="connsiteX4" fmla="*/ 77601 w 379423"/>
                <a:gd name="connsiteY4" fmla="*/ 199602 h 342616"/>
                <a:gd name="connsiteX5" fmla="*/ 48889 w 379423"/>
                <a:gd name="connsiteY5" fmla="*/ 207057 h 342616"/>
                <a:gd name="connsiteX6" fmla="*/ 30890 w 379423"/>
                <a:gd name="connsiteY6" fmla="*/ 201945 h 342616"/>
                <a:gd name="connsiteX7" fmla="*/ 6035 w 379423"/>
                <a:gd name="connsiteY7" fmla="*/ 136555 h 342616"/>
                <a:gd name="connsiteX8" fmla="*/ 13106 w 379423"/>
                <a:gd name="connsiteY8" fmla="*/ 83944 h 342616"/>
                <a:gd name="connsiteX9" fmla="*/ 23605 w 379423"/>
                <a:gd name="connsiteY9" fmla="*/ 41345 h 342616"/>
                <a:gd name="connsiteX10" fmla="*/ 65816 w 379423"/>
                <a:gd name="connsiteY10" fmla="*/ 17489 h 342616"/>
                <a:gd name="connsiteX11" fmla="*/ 83601 w 379423"/>
                <a:gd name="connsiteY11" fmla="*/ 24731 h 342616"/>
                <a:gd name="connsiteX12" fmla="*/ 146168 w 379423"/>
                <a:gd name="connsiteY12" fmla="*/ 47309 h 342616"/>
                <a:gd name="connsiteX13" fmla="*/ 346511 w 379423"/>
                <a:gd name="connsiteY13" fmla="*/ 19832 h 342616"/>
                <a:gd name="connsiteX14" fmla="*/ 371580 w 379423"/>
                <a:gd name="connsiteY14" fmla="*/ 23 h 342616"/>
                <a:gd name="connsiteX15" fmla="*/ 378437 w 379423"/>
                <a:gd name="connsiteY15" fmla="*/ 3431 h 342616"/>
                <a:gd name="connsiteX16" fmla="*/ 375652 w 379423"/>
                <a:gd name="connsiteY16" fmla="*/ 12803 h 342616"/>
                <a:gd name="connsiteX17" fmla="*/ 357867 w 379423"/>
                <a:gd name="connsiteY17" fmla="*/ 27287 h 342616"/>
                <a:gd name="connsiteX18" fmla="*/ 258874 w 379423"/>
                <a:gd name="connsiteY18" fmla="*/ 192999 h 342616"/>
                <a:gd name="connsiteX19" fmla="*/ 264445 w 379423"/>
                <a:gd name="connsiteY19" fmla="*/ 295664 h 342616"/>
                <a:gd name="connsiteX20" fmla="*/ 266588 w 379423"/>
                <a:gd name="connsiteY20" fmla="*/ 315686 h 342616"/>
                <a:gd name="connsiteX21" fmla="*/ 256089 w 379423"/>
                <a:gd name="connsiteY21" fmla="*/ 332300 h 342616"/>
                <a:gd name="connsiteX22" fmla="*/ 214520 w 379423"/>
                <a:gd name="connsiteY22" fmla="*/ 335281 h 342616"/>
                <a:gd name="connsiteX23" fmla="*/ 162452 w 379423"/>
                <a:gd name="connsiteY23" fmla="*/ 333791 h 342616"/>
                <a:gd name="connsiteX24" fmla="*/ 106742 w 379423"/>
                <a:gd name="connsiteY24" fmla="*/ 308870 h 342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79423" h="342616">
                  <a:moveTo>
                    <a:pt x="106742" y="308870"/>
                  </a:moveTo>
                  <a:cubicBezTo>
                    <a:pt x="90029" y="295451"/>
                    <a:pt x="72673" y="275429"/>
                    <a:pt x="58102" y="244970"/>
                  </a:cubicBezTo>
                  <a:cubicBezTo>
                    <a:pt x="50389" y="223032"/>
                    <a:pt x="55745" y="217494"/>
                    <a:pt x="69459" y="206418"/>
                  </a:cubicBezTo>
                  <a:lnTo>
                    <a:pt x="75244" y="201519"/>
                  </a:lnTo>
                  <a:cubicBezTo>
                    <a:pt x="76101" y="200880"/>
                    <a:pt x="76744" y="200241"/>
                    <a:pt x="77601" y="199602"/>
                  </a:cubicBezTo>
                  <a:cubicBezTo>
                    <a:pt x="67530" y="201945"/>
                    <a:pt x="56817" y="204714"/>
                    <a:pt x="48889" y="207057"/>
                  </a:cubicBezTo>
                  <a:cubicBezTo>
                    <a:pt x="43104" y="208761"/>
                    <a:pt x="36890" y="207057"/>
                    <a:pt x="30890" y="201945"/>
                  </a:cubicBezTo>
                  <a:cubicBezTo>
                    <a:pt x="15891" y="189591"/>
                    <a:pt x="4535" y="159558"/>
                    <a:pt x="6035" y="136555"/>
                  </a:cubicBezTo>
                  <a:cubicBezTo>
                    <a:pt x="-393" y="124840"/>
                    <a:pt x="-5964" y="101623"/>
                    <a:pt x="13106" y="83944"/>
                  </a:cubicBezTo>
                  <a:cubicBezTo>
                    <a:pt x="13106" y="76702"/>
                    <a:pt x="13963" y="55828"/>
                    <a:pt x="23605" y="41345"/>
                  </a:cubicBezTo>
                  <a:cubicBezTo>
                    <a:pt x="35390" y="23666"/>
                    <a:pt x="60031" y="15998"/>
                    <a:pt x="65816" y="17489"/>
                  </a:cubicBezTo>
                  <a:cubicBezTo>
                    <a:pt x="71173" y="18767"/>
                    <a:pt x="76744" y="21323"/>
                    <a:pt x="83601" y="24731"/>
                  </a:cubicBezTo>
                  <a:cubicBezTo>
                    <a:pt x="96243" y="30908"/>
                    <a:pt x="113598" y="39428"/>
                    <a:pt x="146168" y="47309"/>
                  </a:cubicBezTo>
                  <a:cubicBezTo>
                    <a:pt x="220091" y="64987"/>
                    <a:pt x="295728" y="54125"/>
                    <a:pt x="346511" y="19832"/>
                  </a:cubicBezTo>
                  <a:cubicBezTo>
                    <a:pt x="359367" y="7691"/>
                    <a:pt x="369009" y="449"/>
                    <a:pt x="371580" y="23"/>
                  </a:cubicBezTo>
                  <a:cubicBezTo>
                    <a:pt x="374152" y="-190"/>
                    <a:pt x="376937" y="1088"/>
                    <a:pt x="378437" y="3431"/>
                  </a:cubicBezTo>
                  <a:cubicBezTo>
                    <a:pt x="381008" y="7691"/>
                    <a:pt x="378009" y="10460"/>
                    <a:pt x="375652" y="12803"/>
                  </a:cubicBezTo>
                  <a:cubicBezTo>
                    <a:pt x="370080" y="17915"/>
                    <a:pt x="364081" y="22814"/>
                    <a:pt x="357867" y="27287"/>
                  </a:cubicBezTo>
                  <a:cubicBezTo>
                    <a:pt x="324655" y="58384"/>
                    <a:pt x="260374" y="129313"/>
                    <a:pt x="258874" y="192999"/>
                  </a:cubicBezTo>
                  <a:cubicBezTo>
                    <a:pt x="257588" y="254981"/>
                    <a:pt x="261874" y="279476"/>
                    <a:pt x="264445" y="295664"/>
                  </a:cubicBezTo>
                  <a:cubicBezTo>
                    <a:pt x="265731" y="303119"/>
                    <a:pt x="266802" y="308870"/>
                    <a:pt x="266588" y="315686"/>
                  </a:cubicBezTo>
                  <a:cubicBezTo>
                    <a:pt x="266588" y="322928"/>
                    <a:pt x="262945" y="328678"/>
                    <a:pt x="256089" y="332300"/>
                  </a:cubicBezTo>
                  <a:cubicBezTo>
                    <a:pt x="244304" y="338689"/>
                    <a:pt x="224591" y="338264"/>
                    <a:pt x="214520" y="335281"/>
                  </a:cubicBezTo>
                  <a:cubicBezTo>
                    <a:pt x="204878" y="342097"/>
                    <a:pt x="184736" y="348274"/>
                    <a:pt x="162452" y="333791"/>
                  </a:cubicBezTo>
                  <a:cubicBezTo>
                    <a:pt x="150239" y="332300"/>
                    <a:pt x="129026" y="326549"/>
                    <a:pt x="106742" y="308870"/>
                  </a:cubicBezTo>
                  <a:close/>
                </a:path>
              </a:pathLst>
            </a:custGeom>
            <a:gradFill>
              <a:gsLst>
                <a:gs pos="956">
                  <a:srgbClr val="FFD7A8"/>
                </a:gs>
                <a:gs pos="47800">
                  <a:srgbClr val="FF7530"/>
                </a:gs>
              </a:gsLst>
              <a:lin ang="19160735" scaled="1"/>
            </a:gra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4" name="图形 2"/>
            <p:cNvGrpSpPr/>
            <p:nvPr/>
          </p:nvGrpSpPr>
          <p:grpSpPr>
            <a:xfrm>
              <a:off x="2739117" y="5491433"/>
              <a:ext cx="379506" cy="342753"/>
              <a:chOff x="2739117" y="5491433"/>
              <a:chExt cx="379506" cy="342753"/>
            </a:xfrm>
            <a:solidFill>
              <a:srgbClr val="FFFFFF"/>
            </a:solidFill>
          </p:grpSpPr>
          <p:sp>
            <p:nvSpPr>
              <p:cNvPr id="15" name="任意多边形: 形状 14"/>
              <p:cNvSpPr/>
              <p:nvPr/>
            </p:nvSpPr>
            <p:spPr>
              <a:xfrm>
                <a:off x="2739117" y="5491433"/>
                <a:ext cx="379506" cy="342753"/>
              </a:xfrm>
              <a:custGeom>
                <a:avLst/>
                <a:gdLst>
                  <a:gd name="connsiteX0" fmla="*/ 162535 w 379506"/>
                  <a:gd name="connsiteY0" fmla="*/ 333840 h 342753"/>
                  <a:gd name="connsiteX1" fmla="*/ 214603 w 379506"/>
                  <a:gd name="connsiteY1" fmla="*/ 335331 h 342753"/>
                  <a:gd name="connsiteX2" fmla="*/ 256171 w 379506"/>
                  <a:gd name="connsiteY2" fmla="*/ 332349 h 342753"/>
                  <a:gd name="connsiteX3" fmla="*/ 266671 w 379506"/>
                  <a:gd name="connsiteY3" fmla="*/ 315735 h 342753"/>
                  <a:gd name="connsiteX4" fmla="*/ 264528 w 379506"/>
                  <a:gd name="connsiteY4" fmla="*/ 295714 h 342753"/>
                  <a:gd name="connsiteX5" fmla="*/ 258957 w 379506"/>
                  <a:gd name="connsiteY5" fmla="*/ 193049 h 342753"/>
                  <a:gd name="connsiteX6" fmla="*/ 357950 w 379506"/>
                  <a:gd name="connsiteY6" fmla="*/ 27336 h 342753"/>
                  <a:gd name="connsiteX7" fmla="*/ 375734 w 379506"/>
                  <a:gd name="connsiteY7" fmla="*/ 12853 h 342753"/>
                  <a:gd name="connsiteX8" fmla="*/ 378520 w 379506"/>
                  <a:gd name="connsiteY8" fmla="*/ 3481 h 342753"/>
                  <a:gd name="connsiteX9" fmla="*/ 371663 w 379506"/>
                  <a:gd name="connsiteY9" fmla="*/ 73 h 342753"/>
                  <a:gd name="connsiteX10" fmla="*/ 346594 w 379506"/>
                  <a:gd name="connsiteY10" fmla="*/ 19881 h 342753"/>
                  <a:gd name="connsiteX11" fmla="*/ 146251 w 379506"/>
                  <a:gd name="connsiteY11" fmla="*/ 47358 h 342753"/>
                  <a:gd name="connsiteX12" fmla="*/ 83684 w 379506"/>
                  <a:gd name="connsiteY12" fmla="*/ 24780 h 342753"/>
                  <a:gd name="connsiteX13" fmla="*/ 65899 w 379506"/>
                  <a:gd name="connsiteY13" fmla="*/ 17539 h 342753"/>
                  <a:gd name="connsiteX14" fmla="*/ 23688 w 379506"/>
                  <a:gd name="connsiteY14" fmla="*/ 41394 h 342753"/>
                  <a:gd name="connsiteX15" fmla="*/ 13188 w 379506"/>
                  <a:gd name="connsiteY15" fmla="*/ 83994 h 342753"/>
                  <a:gd name="connsiteX16" fmla="*/ 6117 w 379506"/>
                  <a:gd name="connsiteY16" fmla="*/ 136604 h 342753"/>
                  <a:gd name="connsiteX17" fmla="*/ 30973 w 379506"/>
                  <a:gd name="connsiteY17" fmla="*/ 201994 h 342753"/>
                  <a:gd name="connsiteX18" fmla="*/ 48972 w 379506"/>
                  <a:gd name="connsiteY18" fmla="*/ 207106 h 342753"/>
                  <a:gd name="connsiteX19" fmla="*/ 77684 w 379506"/>
                  <a:gd name="connsiteY19" fmla="*/ 199651 h 342753"/>
                  <a:gd name="connsiteX20" fmla="*/ 75327 w 379506"/>
                  <a:gd name="connsiteY20" fmla="*/ 201568 h 342753"/>
                  <a:gd name="connsiteX21" fmla="*/ 69542 w 379506"/>
                  <a:gd name="connsiteY21" fmla="*/ 206468 h 342753"/>
                  <a:gd name="connsiteX22" fmla="*/ 58185 w 379506"/>
                  <a:gd name="connsiteY22" fmla="*/ 245020 h 342753"/>
                  <a:gd name="connsiteX23" fmla="*/ 106825 w 379506"/>
                  <a:gd name="connsiteY23" fmla="*/ 308919 h 342753"/>
                  <a:gd name="connsiteX24" fmla="*/ 162535 w 379506"/>
                  <a:gd name="connsiteY24" fmla="*/ 333840 h 342753"/>
                  <a:gd name="connsiteX25" fmla="*/ 96968 w 379506"/>
                  <a:gd name="connsiteY25" fmla="*/ 291667 h 342753"/>
                  <a:gd name="connsiteX26" fmla="*/ 90755 w 379506"/>
                  <a:gd name="connsiteY26" fmla="*/ 286128 h 342753"/>
                  <a:gd name="connsiteX27" fmla="*/ 91183 w 379506"/>
                  <a:gd name="connsiteY27" fmla="*/ 285489 h 342753"/>
                  <a:gd name="connsiteX28" fmla="*/ 63756 w 379506"/>
                  <a:gd name="connsiteY28" fmla="*/ 242890 h 342753"/>
                  <a:gd name="connsiteX29" fmla="*/ 79613 w 379506"/>
                  <a:gd name="connsiteY29" fmla="*/ 206041 h 342753"/>
                  <a:gd name="connsiteX30" fmla="*/ 99325 w 379506"/>
                  <a:gd name="connsiteY30" fmla="*/ 189854 h 342753"/>
                  <a:gd name="connsiteX31" fmla="*/ 98683 w 379506"/>
                  <a:gd name="connsiteY31" fmla="*/ 188363 h 342753"/>
                  <a:gd name="connsiteX32" fmla="*/ 46615 w 379506"/>
                  <a:gd name="connsiteY32" fmla="*/ 200929 h 342753"/>
                  <a:gd name="connsiteX33" fmla="*/ 12332 w 379506"/>
                  <a:gd name="connsiteY33" fmla="*/ 139373 h 342753"/>
                  <a:gd name="connsiteX34" fmla="*/ 12117 w 379506"/>
                  <a:gd name="connsiteY34" fmla="*/ 139373 h 342753"/>
                  <a:gd name="connsiteX35" fmla="*/ 10617 w 379506"/>
                  <a:gd name="connsiteY35" fmla="*/ 131918 h 342753"/>
                  <a:gd name="connsiteX36" fmla="*/ 16831 w 379506"/>
                  <a:gd name="connsiteY36" fmla="*/ 89319 h 342753"/>
                  <a:gd name="connsiteX37" fmla="*/ 17260 w 379506"/>
                  <a:gd name="connsiteY37" fmla="*/ 88892 h 342753"/>
                  <a:gd name="connsiteX38" fmla="*/ 19402 w 379506"/>
                  <a:gd name="connsiteY38" fmla="*/ 82716 h 342753"/>
                  <a:gd name="connsiteX39" fmla="*/ 19617 w 379506"/>
                  <a:gd name="connsiteY39" fmla="*/ 78030 h 342753"/>
                  <a:gd name="connsiteX40" fmla="*/ 29045 w 379506"/>
                  <a:gd name="connsiteY40" fmla="*/ 44376 h 342753"/>
                  <a:gd name="connsiteX41" fmla="*/ 65256 w 379506"/>
                  <a:gd name="connsiteY41" fmla="*/ 22650 h 342753"/>
                  <a:gd name="connsiteX42" fmla="*/ 145393 w 379506"/>
                  <a:gd name="connsiteY42" fmla="*/ 52470 h 342753"/>
                  <a:gd name="connsiteX43" fmla="*/ 316810 w 379506"/>
                  <a:gd name="connsiteY43" fmla="*/ 42246 h 342753"/>
                  <a:gd name="connsiteX44" fmla="*/ 334380 w 379506"/>
                  <a:gd name="connsiteY44" fmla="*/ 33300 h 342753"/>
                  <a:gd name="connsiteX45" fmla="*/ 335237 w 379506"/>
                  <a:gd name="connsiteY45" fmla="*/ 33087 h 342753"/>
                  <a:gd name="connsiteX46" fmla="*/ 353665 w 379506"/>
                  <a:gd name="connsiteY46" fmla="*/ 16260 h 342753"/>
                  <a:gd name="connsiteX47" fmla="*/ 358807 w 379506"/>
                  <a:gd name="connsiteY47" fmla="*/ 17112 h 342753"/>
                  <a:gd name="connsiteX48" fmla="*/ 370806 w 379506"/>
                  <a:gd name="connsiteY48" fmla="*/ 7740 h 342753"/>
                  <a:gd name="connsiteX49" fmla="*/ 359236 w 379506"/>
                  <a:gd name="connsiteY49" fmla="*/ 17751 h 342753"/>
                  <a:gd name="connsiteX50" fmla="*/ 358807 w 379506"/>
                  <a:gd name="connsiteY50" fmla="*/ 22864 h 342753"/>
                  <a:gd name="connsiteX51" fmla="*/ 340380 w 379506"/>
                  <a:gd name="connsiteY51" fmla="*/ 39264 h 342753"/>
                  <a:gd name="connsiteX52" fmla="*/ 333095 w 379506"/>
                  <a:gd name="connsiteY52" fmla="*/ 46506 h 342753"/>
                  <a:gd name="connsiteX53" fmla="*/ 267528 w 379506"/>
                  <a:gd name="connsiteY53" fmla="*/ 134900 h 342753"/>
                  <a:gd name="connsiteX54" fmla="*/ 252957 w 379506"/>
                  <a:gd name="connsiteY54" fmla="*/ 191771 h 342753"/>
                  <a:gd name="connsiteX55" fmla="*/ 260885 w 379506"/>
                  <a:gd name="connsiteY55" fmla="*/ 314457 h 342753"/>
                  <a:gd name="connsiteX56" fmla="*/ 216746 w 379506"/>
                  <a:gd name="connsiteY56" fmla="*/ 329580 h 342753"/>
                  <a:gd name="connsiteX57" fmla="*/ 209675 w 379506"/>
                  <a:gd name="connsiteY57" fmla="*/ 330645 h 342753"/>
                  <a:gd name="connsiteX58" fmla="*/ 167463 w 379506"/>
                  <a:gd name="connsiteY58" fmla="*/ 329793 h 342753"/>
                  <a:gd name="connsiteX59" fmla="*/ 160178 w 379506"/>
                  <a:gd name="connsiteY59" fmla="*/ 328089 h 342753"/>
                  <a:gd name="connsiteX60" fmla="*/ 160178 w 379506"/>
                  <a:gd name="connsiteY60" fmla="*/ 327237 h 342753"/>
                  <a:gd name="connsiteX61" fmla="*/ 96968 w 379506"/>
                  <a:gd name="connsiteY61" fmla="*/ 291667 h 3427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379506" h="342753">
                    <a:moveTo>
                      <a:pt x="162535" y="333840"/>
                    </a:moveTo>
                    <a:cubicBezTo>
                      <a:pt x="184819" y="348537"/>
                      <a:pt x="204961" y="342147"/>
                      <a:pt x="214603" y="335331"/>
                    </a:cubicBezTo>
                    <a:cubicBezTo>
                      <a:pt x="224674" y="338100"/>
                      <a:pt x="244387" y="338739"/>
                      <a:pt x="256171" y="332349"/>
                    </a:cubicBezTo>
                    <a:cubicBezTo>
                      <a:pt x="263028" y="328515"/>
                      <a:pt x="266671" y="322977"/>
                      <a:pt x="266671" y="315735"/>
                    </a:cubicBezTo>
                    <a:cubicBezTo>
                      <a:pt x="266671" y="308919"/>
                      <a:pt x="265599" y="303168"/>
                      <a:pt x="264528" y="295714"/>
                    </a:cubicBezTo>
                    <a:cubicBezTo>
                      <a:pt x="261743" y="279526"/>
                      <a:pt x="257457" y="255244"/>
                      <a:pt x="258957" y="193049"/>
                    </a:cubicBezTo>
                    <a:cubicBezTo>
                      <a:pt x="260243" y="129362"/>
                      <a:pt x="324738" y="58647"/>
                      <a:pt x="357950" y="27336"/>
                    </a:cubicBezTo>
                    <a:cubicBezTo>
                      <a:pt x="364164" y="22864"/>
                      <a:pt x="370163" y="17964"/>
                      <a:pt x="375734" y="12853"/>
                    </a:cubicBezTo>
                    <a:cubicBezTo>
                      <a:pt x="378091" y="10723"/>
                      <a:pt x="381091" y="7953"/>
                      <a:pt x="378520" y="3481"/>
                    </a:cubicBezTo>
                    <a:cubicBezTo>
                      <a:pt x="377020" y="1137"/>
                      <a:pt x="374235" y="-354"/>
                      <a:pt x="371663" y="73"/>
                    </a:cubicBezTo>
                    <a:cubicBezTo>
                      <a:pt x="369092" y="498"/>
                      <a:pt x="359450" y="7740"/>
                      <a:pt x="346594" y="19881"/>
                    </a:cubicBezTo>
                    <a:cubicBezTo>
                      <a:pt x="295812" y="53961"/>
                      <a:pt x="220174" y="65037"/>
                      <a:pt x="146251" y="47358"/>
                    </a:cubicBezTo>
                    <a:cubicBezTo>
                      <a:pt x="113681" y="39690"/>
                      <a:pt x="96540" y="30957"/>
                      <a:pt x="83684" y="24780"/>
                    </a:cubicBezTo>
                    <a:cubicBezTo>
                      <a:pt x="76827" y="21372"/>
                      <a:pt x="71470" y="18817"/>
                      <a:pt x="65899" y="17539"/>
                    </a:cubicBezTo>
                    <a:cubicBezTo>
                      <a:pt x="60114" y="16047"/>
                      <a:pt x="35473" y="23715"/>
                      <a:pt x="23688" y="41394"/>
                    </a:cubicBezTo>
                    <a:cubicBezTo>
                      <a:pt x="14046" y="55878"/>
                      <a:pt x="13188" y="76539"/>
                      <a:pt x="13188" y="83994"/>
                    </a:cubicBezTo>
                    <a:cubicBezTo>
                      <a:pt x="-5882" y="101886"/>
                      <a:pt x="-525" y="125102"/>
                      <a:pt x="6117" y="136604"/>
                    </a:cubicBezTo>
                    <a:cubicBezTo>
                      <a:pt x="4618" y="159395"/>
                      <a:pt x="15974" y="189427"/>
                      <a:pt x="30973" y="201994"/>
                    </a:cubicBezTo>
                    <a:cubicBezTo>
                      <a:pt x="36973" y="207106"/>
                      <a:pt x="43401" y="208810"/>
                      <a:pt x="48972" y="207106"/>
                    </a:cubicBezTo>
                    <a:cubicBezTo>
                      <a:pt x="56900" y="204763"/>
                      <a:pt x="67828" y="201994"/>
                      <a:pt x="77684" y="199651"/>
                    </a:cubicBezTo>
                    <a:cubicBezTo>
                      <a:pt x="77041" y="200290"/>
                      <a:pt x="76184" y="200929"/>
                      <a:pt x="75327" y="201568"/>
                    </a:cubicBezTo>
                    <a:lnTo>
                      <a:pt x="69542" y="206468"/>
                    </a:lnTo>
                    <a:cubicBezTo>
                      <a:pt x="55828" y="217756"/>
                      <a:pt x="50472" y="223081"/>
                      <a:pt x="58185" y="245020"/>
                    </a:cubicBezTo>
                    <a:cubicBezTo>
                      <a:pt x="72756" y="275479"/>
                      <a:pt x="90112" y="295714"/>
                      <a:pt x="106825" y="308919"/>
                    </a:cubicBezTo>
                    <a:cubicBezTo>
                      <a:pt x="129323" y="326385"/>
                      <a:pt x="150536" y="332136"/>
                      <a:pt x="162535" y="333840"/>
                    </a:cubicBezTo>
                    <a:close/>
                    <a:moveTo>
                      <a:pt x="96968" y="291667"/>
                    </a:moveTo>
                    <a:cubicBezTo>
                      <a:pt x="94183" y="294648"/>
                      <a:pt x="88398" y="289962"/>
                      <a:pt x="90755" y="286128"/>
                    </a:cubicBezTo>
                    <a:cubicBezTo>
                      <a:pt x="90969" y="285915"/>
                      <a:pt x="90969" y="285703"/>
                      <a:pt x="91183" y="285489"/>
                    </a:cubicBezTo>
                    <a:cubicBezTo>
                      <a:pt x="81541" y="274414"/>
                      <a:pt x="72113" y="260568"/>
                      <a:pt x="63756" y="242890"/>
                    </a:cubicBezTo>
                    <a:cubicBezTo>
                      <a:pt x="56471" y="221803"/>
                      <a:pt x="62471" y="220738"/>
                      <a:pt x="79613" y="206041"/>
                    </a:cubicBezTo>
                    <a:cubicBezTo>
                      <a:pt x="88612" y="198373"/>
                      <a:pt x="95683" y="192835"/>
                      <a:pt x="99325" y="189854"/>
                    </a:cubicBezTo>
                    <a:cubicBezTo>
                      <a:pt x="98897" y="189427"/>
                      <a:pt x="98897" y="189002"/>
                      <a:pt x="98683" y="188363"/>
                    </a:cubicBezTo>
                    <a:cubicBezTo>
                      <a:pt x="89469" y="190279"/>
                      <a:pt x="62471" y="196243"/>
                      <a:pt x="46615" y="200929"/>
                    </a:cubicBezTo>
                    <a:cubicBezTo>
                      <a:pt x="31402" y="205615"/>
                      <a:pt x="11474" y="168341"/>
                      <a:pt x="12332" y="139373"/>
                    </a:cubicBezTo>
                    <a:cubicBezTo>
                      <a:pt x="12332" y="139373"/>
                      <a:pt x="12117" y="139373"/>
                      <a:pt x="12117" y="139373"/>
                    </a:cubicBezTo>
                    <a:cubicBezTo>
                      <a:pt x="7832" y="138308"/>
                      <a:pt x="7832" y="133196"/>
                      <a:pt x="10617" y="131918"/>
                    </a:cubicBezTo>
                    <a:cubicBezTo>
                      <a:pt x="6975" y="124463"/>
                      <a:pt x="975" y="105506"/>
                      <a:pt x="16831" y="89319"/>
                    </a:cubicBezTo>
                    <a:cubicBezTo>
                      <a:pt x="17046" y="89106"/>
                      <a:pt x="17046" y="89106"/>
                      <a:pt x="17260" y="88892"/>
                    </a:cubicBezTo>
                    <a:cubicBezTo>
                      <a:pt x="14689" y="86336"/>
                      <a:pt x="16188" y="82289"/>
                      <a:pt x="19402" y="82716"/>
                    </a:cubicBezTo>
                    <a:cubicBezTo>
                      <a:pt x="19402" y="81438"/>
                      <a:pt x="19617" y="79947"/>
                      <a:pt x="19617" y="78030"/>
                    </a:cubicBezTo>
                    <a:cubicBezTo>
                      <a:pt x="20259" y="69084"/>
                      <a:pt x="22188" y="54813"/>
                      <a:pt x="29045" y="44376"/>
                    </a:cubicBezTo>
                    <a:cubicBezTo>
                      <a:pt x="39758" y="28189"/>
                      <a:pt x="62257" y="21798"/>
                      <a:pt x="65256" y="22650"/>
                    </a:cubicBezTo>
                    <a:cubicBezTo>
                      <a:pt x="78970" y="25845"/>
                      <a:pt x="94826" y="40329"/>
                      <a:pt x="145393" y="52470"/>
                    </a:cubicBezTo>
                    <a:cubicBezTo>
                      <a:pt x="203675" y="66315"/>
                      <a:pt x="266028" y="63546"/>
                      <a:pt x="316810" y="42246"/>
                    </a:cubicBezTo>
                    <a:cubicBezTo>
                      <a:pt x="322810" y="39477"/>
                      <a:pt x="328809" y="36495"/>
                      <a:pt x="334380" y="33300"/>
                    </a:cubicBezTo>
                    <a:cubicBezTo>
                      <a:pt x="334594" y="33087"/>
                      <a:pt x="335023" y="33087"/>
                      <a:pt x="335237" y="33087"/>
                    </a:cubicBezTo>
                    <a:cubicBezTo>
                      <a:pt x="341237" y="27336"/>
                      <a:pt x="347236" y="21585"/>
                      <a:pt x="353665" y="16260"/>
                    </a:cubicBezTo>
                    <a:cubicBezTo>
                      <a:pt x="355593" y="14770"/>
                      <a:pt x="357522" y="15621"/>
                      <a:pt x="358807" y="17112"/>
                    </a:cubicBezTo>
                    <a:cubicBezTo>
                      <a:pt x="370592" y="6676"/>
                      <a:pt x="376377" y="2415"/>
                      <a:pt x="370806" y="7740"/>
                    </a:cubicBezTo>
                    <a:cubicBezTo>
                      <a:pt x="367164" y="11148"/>
                      <a:pt x="363093" y="14556"/>
                      <a:pt x="359236" y="17751"/>
                    </a:cubicBezTo>
                    <a:cubicBezTo>
                      <a:pt x="360307" y="19456"/>
                      <a:pt x="360521" y="21585"/>
                      <a:pt x="358807" y="22864"/>
                    </a:cubicBezTo>
                    <a:cubicBezTo>
                      <a:pt x="352379" y="28189"/>
                      <a:pt x="346379" y="33513"/>
                      <a:pt x="340380" y="39264"/>
                    </a:cubicBezTo>
                    <a:cubicBezTo>
                      <a:pt x="338023" y="41607"/>
                      <a:pt x="335452" y="43950"/>
                      <a:pt x="333095" y="46506"/>
                    </a:cubicBezTo>
                    <a:cubicBezTo>
                      <a:pt x="307168" y="72492"/>
                      <a:pt x="285312" y="102311"/>
                      <a:pt x="267528" y="134900"/>
                    </a:cubicBezTo>
                    <a:cubicBezTo>
                      <a:pt x="258957" y="153644"/>
                      <a:pt x="253172" y="172814"/>
                      <a:pt x="252957" y="191771"/>
                    </a:cubicBezTo>
                    <a:cubicBezTo>
                      <a:pt x="251029" y="282720"/>
                      <a:pt x="261100" y="294222"/>
                      <a:pt x="260885" y="314457"/>
                    </a:cubicBezTo>
                    <a:cubicBezTo>
                      <a:pt x="260671" y="332349"/>
                      <a:pt x="229387" y="332562"/>
                      <a:pt x="216746" y="329580"/>
                    </a:cubicBezTo>
                    <a:cubicBezTo>
                      <a:pt x="215889" y="332562"/>
                      <a:pt x="211603" y="332988"/>
                      <a:pt x="209675" y="330645"/>
                    </a:cubicBezTo>
                    <a:cubicBezTo>
                      <a:pt x="203247" y="334692"/>
                      <a:pt x="187391" y="341508"/>
                      <a:pt x="167463" y="329793"/>
                    </a:cubicBezTo>
                    <a:cubicBezTo>
                      <a:pt x="165964" y="332562"/>
                      <a:pt x="160607" y="332349"/>
                      <a:pt x="160178" y="328089"/>
                    </a:cubicBezTo>
                    <a:cubicBezTo>
                      <a:pt x="160178" y="327876"/>
                      <a:pt x="160178" y="327450"/>
                      <a:pt x="160178" y="327237"/>
                    </a:cubicBezTo>
                    <a:cubicBezTo>
                      <a:pt x="148393" y="325533"/>
                      <a:pt x="122681" y="318291"/>
                      <a:pt x="96968" y="291667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" name="任意多边形: 形状 15"/>
              <p:cNvSpPr/>
              <p:nvPr/>
            </p:nvSpPr>
            <p:spPr>
              <a:xfrm>
                <a:off x="2906366" y="5815262"/>
                <a:ext cx="42211" cy="12923"/>
              </a:xfrm>
              <a:custGeom>
                <a:avLst/>
                <a:gdLst>
                  <a:gd name="connsiteX0" fmla="*/ 41569 w 42211"/>
                  <a:gd name="connsiteY0" fmla="*/ 0 h 12923"/>
                  <a:gd name="connsiteX1" fmla="*/ 41140 w 42211"/>
                  <a:gd name="connsiteY1" fmla="*/ 213 h 12923"/>
                  <a:gd name="connsiteX2" fmla="*/ 643 w 42211"/>
                  <a:gd name="connsiteY2" fmla="*/ 213 h 12923"/>
                  <a:gd name="connsiteX3" fmla="*/ 643 w 42211"/>
                  <a:gd name="connsiteY3" fmla="*/ 4260 h 12923"/>
                  <a:gd name="connsiteX4" fmla="*/ 0 w 42211"/>
                  <a:gd name="connsiteY4" fmla="*/ 6390 h 12923"/>
                  <a:gd name="connsiteX5" fmla="*/ 42211 w 42211"/>
                  <a:gd name="connsiteY5" fmla="*/ 7242 h 12923"/>
                  <a:gd name="connsiteX6" fmla="*/ 41354 w 42211"/>
                  <a:gd name="connsiteY6" fmla="*/ 5112 h 12923"/>
                  <a:gd name="connsiteX7" fmla="*/ 41569 w 42211"/>
                  <a:gd name="connsiteY7" fmla="*/ 0 h 12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2211" h="12923">
                    <a:moveTo>
                      <a:pt x="41569" y="0"/>
                    </a:moveTo>
                    <a:cubicBezTo>
                      <a:pt x="41569" y="0"/>
                      <a:pt x="41354" y="0"/>
                      <a:pt x="41140" y="213"/>
                    </a:cubicBezTo>
                    <a:cubicBezTo>
                      <a:pt x="40497" y="852"/>
                      <a:pt x="23355" y="15123"/>
                      <a:pt x="643" y="213"/>
                    </a:cubicBezTo>
                    <a:cubicBezTo>
                      <a:pt x="643" y="1491"/>
                      <a:pt x="429" y="2982"/>
                      <a:pt x="643" y="4260"/>
                    </a:cubicBezTo>
                    <a:cubicBezTo>
                      <a:pt x="857" y="5112"/>
                      <a:pt x="429" y="5751"/>
                      <a:pt x="0" y="6390"/>
                    </a:cubicBezTo>
                    <a:cubicBezTo>
                      <a:pt x="19927" y="18105"/>
                      <a:pt x="35783" y="11289"/>
                      <a:pt x="42211" y="7242"/>
                    </a:cubicBezTo>
                    <a:cubicBezTo>
                      <a:pt x="41783" y="6603"/>
                      <a:pt x="41569" y="5964"/>
                      <a:pt x="41354" y="5112"/>
                    </a:cubicBezTo>
                    <a:cubicBezTo>
                      <a:pt x="41569" y="3408"/>
                      <a:pt x="41783" y="1704"/>
                      <a:pt x="415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" name="任意多边形: 形状 16"/>
              <p:cNvSpPr/>
              <p:nvPr/>
            </p:nvSpPr>
            <p:spPr>
              <a:xfrm>
                <a:off x="2751421" y="5631019"/>
                <a:ext cx="91520" cy="61747"/>
              </a:xfrm>
              <a:custGeom>
                <a:avLst/>
                <a:gdLst>
                  <a:gd name="connsiteX0" fmla="*/ 88092 w 91520"/>
                  <a:gd name="connsiteY0" fmla="*/ 44304 h 61747"/>
                  <a:gd name="connsiteX1" fmla="*/ 91520 w 91520"/>
                  <a:gd name="connsiteY1" fmla="*/ 42813 h 61747"/>
                  <a:gd name="connsiteX2" fmla="*/ 87878 w 91520"/>
                  <a:gd name="connsiteY2" fmla="*/ 42386 h 61747"/>
                  <a:gd name="connsiteX3" fmla="*/ 31739 w 91520"/>
                  <a:gd name="connsiteY3" fmla="*/ 55805 h 61747"/>
                  <a:gd name="connsiteX4" fmla="*/ 25739 w 91520"/>
                  <a:gd name="connsiteY4" fmla="*/ 53463 h 61747"/>
                  <a:gd name="connsiteX5" fmla="*/ 6026 w 91520"/>
                  <a:gd name="connsiteY5" fmla="*/ 1065 h 61747"/>
                  <a:gd name="connsiteX6" fmla="*/ 27 w 91520"/>
                  <a:gd name="connsiteY6" fmla="*/ 0 h 61747"/>
                  <a:gd name="connsiteX7" fmla="*/ 34310 w 91520"/>
                  <a:gd name="connsiteY7" fmla="*/ 61343 h 61747"/>
                  <a:gd name="connsiteX8" fmla="*/ 86378 w 91520"/>
                  <a:gd name="connsiteY8" fmla="*/ 48777 h 61747"/>
                  <a:gd name="connsiteX9" fmla="*/ 88092 w 91520"/>
                  <a:gd name="connsiteY9" fmla="*/ 44304 h 61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1520" h="61747">
                    <a:moveTo>
                      <a:pt x="88092" y="44304"/>
                    </a:moveTo>
                    <a:cubicBezTo>
                      <a:pt x="89163" y="43877"/>
                      <a:pt x="90235" y="43239"/>
                      <a:pt x="91520" y="42813"/>
                    </a:cubicBezTo>
                    <a:cubicBezTo>
                      <a:pt x="90449" y="42386"/>
                      <a:pt x="89163" y="42174"/>
                      <a:pt x="87878" y="42386"/>
                    </a:cubicBezTo>
                    <a:cubicBezTo>
                      <a:pt x="86378" y="42600"/>
                      <a:pt x="51023" y="50055"/>
                      <a:pt x="31739" y="55805"/>
                    </a:cubicBezTo>
                    <a:cubicBezTo>
                      <a:pt x="30239" y="56232"/>
                      <a:pt x="27882" y="55593"/>
                      <a:pt x="25739" y="53463"/>
                    </a:cubicBezTo>
                    <a:cubicBezTo>
                      <a:pt x="15454" y="44943"/>
                      <a:pt x="5384" y="21087"/>
                      <a:pt x="6026" y="1065"/>
                    </a:cubicBezTo>
                    <a:cubicBezTo>
                      <a:pt x="4098" y="639"/>
                      <a:pt x="1955" y="426"/>
                      <a:pt x="27" y="0"/>
                    </a:cubicBezTo>
                    <a:cubicBezTo>
                      <a:pt x="-831" y="28968"/>
                      <a:pt x="19097" y="66029"/>
                      <a:pt x="34310" y="61343"/>
                    </a:cubicBezTo>
                    <a:cubicBezTo>
                      <a:pt x="50166" y="56444"/>
                      <a:pt x="77164" y="50694"/>
                      <a:pt x="86378" y="48777"/>
                    </a:cubicBezTo>
                    <a:cubicBezTo>
                      <a:pt x="85949" y="47072"/>
                      <a:pt x="86163" y="45155"/>
                      <a:pt x="88092" y="44304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" name="任意多边形: 形状 17"/>
              <p:cNvSpPr/>
              <p:nvPr/>
            </p:nvSpPr>
            <p:spPr>
              <a:xfrm>
                <a:off x="2836299" y="5778627"/>
                <a:ext cx="63210" cy="40256"/>
              </a:xfrm>
              <a:custGeom>
                <a:avLst/>
                <a:gdLst>
                  <a:gd name="connsiteX0" fmla="*/ 3214 w 63210"/>
                  <a:gd name="connsiteY0" fmla="*/ 0 h 40256"/>
                  <a:gd name="connsiteX1" fmla="*/ 429 w 63210"/>
                  <a:gd name="connsiteY1" fmla="*/ 4260 h 40256"/>
                  <a:gd name="connsiteX2" fmla="*/ 0 w 63210"/>
                  <a:gd name="connsiteY2" fmla="*/ 4473 h 40256"/>
                  <a:gd name="connsiteX3" fmla="*/ 63210 w 63210"/>
                  <a:gd name="connsiteY3" fmla="*/ 40257 h 40256"/>
                  <a:gd name="connsiteX4" fmla="*/ 62781 w 63210"/>
                  <a:gd name="connsiteY4" fmla="*/ 34293 h 40256"/>
                  <a:gd name="connsiteX5" fmla="*/ 3214 w 63210"/>
                  <a:gd name="connsiteY5" fmla="*/ 0 h 40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3210" h="40256">
                    <a:moveTo>
                      <a:pt x="3214" y="0"/>
                    </a:moveTo>
                    <a:cubicBezTo>
                      <a:pt x="2357" y="1491"/>
                      <a:pt x="1286" y="2769"/>
                      <a:pt x="429" y="4260"/>
                    </a:cubicBezTo>
                    <a:cubicBezTo>
                      <a:pt x="214" y="4473"/>
                      <a:pt x="0" y="4473"/>
                      <a:pt x="0" y="4473"/>
                    </a:cubicBezTo>
                    <a:cubicBezTo>
                      <a:pt x="25498" y="31098"/>
                      <a:pt x="51211" y="38340"/>
                      <a:pt x="63210" y="40257"/>
                    </a:cubicBezTo>
                    <a:cubicBezTo>
                      <a:pt x="62996" y="38340"/>
                      <a:pt x="62996" y="36210"/>
                      <a:pt x="62781" y="34293"/>
                    </a:cubicBezTo>
                    <a:cubicBezTo>
                      <a:pt x="48854" y="31737"/>
                      <a:pt x="25713" y="23856"/>
                      <a:pt x="321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" name="任意多边形: 形状 18"/>
              <p:cNvSpPr/>
              <p:nvPr/>
            </p:nvSpPr>
            <p:spPr>
              <a:xfrm>
                <a:off x="2758519" y="5514465"/>
                <a:ext cx="297407" cy="62240"/>
              </a:xfrm>
              <a:custGeom>
                <a:avLst/>
                <a:gdLst>
                  <a:gd name="connsiteX0" fmla="*/ 1286 w 297407"/>
                  <a:gd name="connsiteY0" fmla="*/ 60110 h 62240"/>
                  <a:gd name="connsiteX1" fmla="*/ 6000 w 297407"/>
                  <a:gd name="connsiteY1" fmla="*/ 62240 h 62240"/>
                  <a:gd name="connsiteX2" fmla="*/ 14784 w 297407"/>
                  <a:gd name="connsiteY2" fmla="*/ 25391 h 62240"/>
                  <a:gd name="connsiteX3" fmla="*/ 45211 w 297407"/>
                  <a:gd name="connsiteY3" fmla="*/ 5796 h 62240"/>
                  <a:gd name="connsiteX4" fmla="*/ 59996 w 297407"/>
                  <a:gd name="connsiteY4" fmla="*/ 11972 h 62240"/>
                  <a:gd name="connsiteX5" fmla="*/ 125348 w 297407"/>
                  <a:gd name="connsiteY5" fmla="*/ 35616 h 62240"/>
                  <a:gd name="connsiteX6" fmla="*/ 238269 w 297407"/>
                  <a:gd name="connsiteY6" fmla="*/ 41579 h 62240"/>
                  <a:gd name="connsiteX7" fmla="*/ 297407 w 297407"/>
                  <a:gd name="connsiteY7" fmla="*/ 19641 h 62240"/>
                  <a:gd name="connsiteX8" fmla="*/ 125991 w 297407"/>
                  <a:gd name="connsiteY8" fmla="*/ 29864 h 62240"/>
                  <a:gd name="connsiteX9" fmla="*/ 45854 w 297407"/>
                  <a:gd name="connsiteY9" fmla="*/ 45 h 62240"/>
                  <a:gd name="connsiteX10" fmla="*/ 9642 w 297407"/>
                  <a:gd name="connsiteY10" fmla="*/ 21771 h 62240"/>
                  <a:gd name="connsiteX11" fmla="*/ 0 w 297407"/>
                  <a:gd name="connsiteY11" fmla="*/ 60110 h 62240"/>
                  <a:gd name="connsiteX12" fmla="*/ 1286 w 297407"/>
                  <a:gd name="connsiteY12" fmla="*/ 60110 h 62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7407" h="62240">
                    <a:moveTo>
                      <a:pt x="1286" y="60110"/>
                    </a:moveTo>
                    <a:cubicBezTo>
                      <a:pt x="2785" y="60962"/>
                      <a:pt x="4500" y="61601"/>
                      <a:pt x="6000" y="62240"/>
                    </a:cubicBezTo>
                    <a:cubicBezTo>
                      <a:pt x="6000" y="56489"/>
                      <a:pt x="6642" y="37532"/>
                      <a:pt x="14784" y="25391"/>
                    </a:cubicBezTo>
                    <a:cubicBezTo>
                      <a:pt x="23570" y="12186"/>
                      <a:pt x="42211" y="6009"/>
                      <a:pt x="45211" y="5796"/>
                    </a:cubicBezTo>
                    <a:cubicBezTo>
                      <a:pt x="49282" y="6647"/>
                      <a:pt x="53782" y="8991"/>
                      <a:pt x="59996" y="11972"/>
                    </a:cubicBezTo>
                    <a:cubicBezTo>
                      <a:pt x="72423" y="18150"/>
                      <a:pt x="91493" y="27521"/>
                      <a:pt x="125348" y="35616"/>
                    </a:cubicBezTo>
                    <a:cubicBezTo>
                      <a:pt x="163703" y="44774"/>
                      <a:pt x="202486" y="46478"/>
                      <a:pt x="238269" y="41579"/>
                    </a:cubicBezTo>
                    <a:cubicBezTo>
                      <a:pt x="258410" y="35402"/>
                      <a:pt x="278552" y="28374"/>
                      <a:pt x="297407" y="19641"/>
                    </a:cubicBezTo>
                    <a:cubicBezTo>
                      <a:pt x="246840" y="40940"/>
                      <a:pt x="184273" y="43710"/>
                      <a:pt x="125991" y="29864"/>
                    </a:cubicBezTo>
                    <a:cubicBezTo>
                      <a:pt x="75423" y="17724"/>
                      <a:pt x="59353" y="3239"/>
                      <a:pt x="45854" y="45"/>
                    </a:cubicBezTo>
                    <a:cubicBezTo>
                      <a:pt x="42640" y="-594"/>
                      <a:pt x="20141" y="5583"/>
                      <a:pt x="9642" y="21771"/>
                    </a:cubicBezTo>
                    <a:cubicBezTo>
                      <a:pt x="1286" y="34124"/>
                      <a:pt x="214" y="52442"/>
                      <a:pt x="0" y="60110"/>
                    </a:cubicBezTo>
                    <a:cubicBezTo>
                      <a:pt x="428" y="60110"/>
                      <a:pt x="857" y="59897"/>
                      <a:pt x="1286" y="6011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" name="任意多边形: 形状 19"/>
              <p:cNvSpPr/>
              <p:nvPr/>
            </p:nvSpPr>
            <p:spPr>
              <a:xfrm>
                <a:off x="2955862" y="5626760"/>
                <a:ext cx="50996" cy="196152"/>
              </a:xfrm>
              <a:custGeom>
                <a:avLst/>
                <a:gdLst>
                  <a:gd name="connsiteX0" fmla="*/ 29998 w 50996"/>
                  <a:gd name="connsiteY0" fmla="*/ 56018 h 196152"/>
                  <a:gd name="connsiteX1" fmla="*/ 35783 w 50996"/>
                  <a:gd name="connsiteY1" fmla="*/ 160813 h 196152"/>
                  <a:gd name="connsiteX2" fmla="*/ 37926 w 50996"/>
                  <a:gd name="connsiteY2" fmla="*/ 178705 h 196152"/>
                  <a:gd name="connsiteX3" fmla="*/ 32569 w 50996"/>
                  <a:gd name="connsiteY3" fmla="*/ 186373 h 196152"/>
                  <a:gd name="connsiteX4" fmla="*/ 0 w 50996"/>
                  <a:gd name="connsiteY4" fmla="*/ 188716 h 196152"/>
                  <a:gd name="connsiteX5" fmla="*/ 214 w 50996"/>
                  <a:gd name="connsiteY5" fmla="*/ 193188 h 196152"/>
                  <a:gd name="connsiteX6" fmla="*/ 0 w 50996"/>
                  <a:gd name="connsiteY6" fmla="*/ 194680 h 196152"/>
                  <a:gd name="connsiteX7" fmla="*/ 44140 w 50996"/>
                  <a:gd name="connsiteY7" fmla="*/ 179557 h 196152"/>
                  <a:gd name="connsiteX8" fmla="*/ 36212 w 50996"/>
                  <a:gd name="connsiteY8" fmla="*/ 56870 h 196152"/>
                  <a:gd name="connsiteX9" fmla="*/ 50997 w 50996"/>
                  <a:gd name="connsiteY9" fmla="*/ 0 h 196152"/>
                  <a:gd name="connsiteX10" fmla="*/ 31926 w 50996"/>
                  <a:gd name="connsiteY10" fmla="*/ 39617 h 196152"/>
                  <a:gd name="connsiteX11" fmla="*/ 29998 w 50996"/>
                  <a:gd name="connsiteY11" fmla="*/ 56018 h 196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0996" h="196152">
                    <a:moveTo>
                      <a:pt x="29998" y="56018"/>
                    </a:moveTo>
                    <a:cubicBezTo>
                      <a:pt x="28712" y="119278"/>
                      <a:pt x="32998" y="144199"/>
                      <a:pt x="35783" y="160813"/>
                    </a:cubicBezTo>
                    <a:cubicBezTo>
                      <a:pt x="37069" y="167842"/>
                      <a:pt x="37926" y="172954"/>
                      <a:pt x="37926" y="178705"/>
                    </a:cubicBezTo>
                    <a:cubicBezTo>
                      <a:pt x="37926" y="180835"/>
                      <a:pt x="37283" y="183817"/>
                      <a:pt x="32569" y="186373"/>
                    </a:cubicBezTo>
                    <a:cubicBezTo>
                      <a:pt x="23141" y="191485"/>
                      <a:pt x="6214" y="190419"/>
                      <a:pt x="0" y="188716"/>
                    </a:cubicBezTo>
                    <a:cubicBezTo>
                      <a:pt x="0" y="190207"/>
                      <a:pt x="0" y="191698"/>
                      <a:pt x="214" y="193188"/>
                    </a:cubicBezTo>
                    <a:cubicBezTo>
                      <a:pt x="214" y="193827"/>
                      <a:pt x="214" y="194254"/>
                      <a:pt x="0" y="194680"/>
                    </a:cubicBezTo>
                    <a:cubicBezTo>
                      <a:pt x="12642" y="197662"/>
                      <a:pt x="43926" y="197662"/>
                      <a:pt x="44140" y="179557"/>
                    </a:cubicBezTo>
                    <a:cubicBezTo>
                      <a:pt x="44354" y="159322"/>
                      <a:pt x="34283" y="147820"/>
                      <a:pt x="36212" y="56870"/>
                    </a:cubicBezTo>
                    <a:cubicBezTo>
                      <a:pt x="36640" y="38126"/>
                      <a:pt x="42211" y="18743"/>
                      <a:pt x="50997" y="0"/>
                    </a:cubicBezTo>
                    <a:cubicBezTo>
                      <a:pt x="43926" y="12779"/>
                      <a:pt x="37712" y="25986"/>
                      <a:pt x="31926" y="39617"/>
                    </a:cubicBezTo>
                    <a:cubicBezTo>
                      <a:pt x="30855" y="44942"/>
                      <a:pt x="30212" y="50480"/>
                      <a:pt x="29998" y="5601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" name="任意多边形: 形状 20"/>
              <p:cNvSpPr/>
              <p:nvPr/>
            </p:nvSpPr>
            <p:spPr>
              <a:xfrm>
                <a:off x="2745662" y="5580752"/>
                <a:ext cx="16285" cy="43451"/>
              </a:xfrm>
              <a:custGeom>
                <a:avLst/>
                <a:gdLst>
                  <a:gd name="connsiteX0" fmla="*/ 10714 w 16285"/>
                  <a:gd name="connsiteY0" fmla="*/ 43451 h 43451"/>
                  <a:gd name="connsiteX1" fmla="*/ 16285 w 16285"/>
                  <a:gd name="connsiteY1" fmla="*/ 3195 h 43451"/>
                  <a:gd name="connsiteX2" fmla="*/ 11571 w 16285"/>
                  <a:gd name="connsiteY2" fmla="*/ 1065 h 43451"/>
                  <a:gd name="connsiteX3" fmla="*/ 10714 w 16285"/>
                  <a:gd name="connsiteY3" fmla="*/ 0 h 43451"/>
                  <a:gd name="connsiteX4" fmla="*/ 4072 w 16285"/>
                  <a:gd name="connsiteY4" fmla="*/ 43025 h 43451"/>
                  <a:gd name="connsiteX5" fmla="*/ 6215 w 16285"/>
                  <a:gd name="connsiteY5" fmla="*/ 42600 h 43451"/>
                  <a:gd name="connsiteX6" fmla="*/ 10714 w 16285"/>
                  <a:gd name="connsiteY6" fmla="*/ 43451 h 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285" h="43451">
                    <a:moveTo>
                      <a:pt x="10714" y="43451"/>
                    </a:moveTo>
                    <a:cubicBezTo>
                      <a:pt x="9429" y="41534"/>
                      <a:pt x="-2570" y="20234"/>
                      <a:pt x="16285" y="3195"/>
                    </a:cubicBezTo>
                    <a:cubicBezTo>
                      <a:pt x="14786" y="2556"/>
                      <a:pt x="13071" y="1917"/>
                      <a:pt x="11571" y="1065"/>
                    </a:cubicBezTo>
                    <a:cubicBezTo>
                      <a:pt x="11143" y="852"/>
                      <a:pt x="10929" y="426"/>
                      <a:pt x="10714" y="0"/>
                    </a:cubicBezTo>
                    <a:cubicBezTo>
                      <a:pt x="-5570" y="16187"/>
                      <a:pt x="644" y="35358"/>
                      <a:pt x="4072" y="43025"/>
                    </a:cubicBezTo>
                    <a:cubicBezTo>
                      <a:pt x="4715" y="42812"/>
                      <a:pt x="5358" y="42386"/>
                      <a:pt x="6215" y="42600"/>
                    </a:cubicBezTo>
                    <a:cubicBezTo>
                      <a:pt x="7715" y="42812"/>
                      <a:pt x="9215" y="43025"/>
                      <a:pt x="10714" y="434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" name="任意多边形: 形状 21"/>
              <p:cNvSpPr/>
              <p:nvPr/>
            </p:nvSpPr>
            <p:spPr>
              <a:xfrm>
                <a:off x="3098138" y="5497263"/>
                <a:ext cx="14103" cy="12347"/>
              </a:xfrm>
              <a:custGeom>
                <a:avLst/>
                <a:gdLst>
                  <a:gd name="connsiteX0" fmla="*/ 429 w 14103"/>
                  <a:gd name="connsiteY0" fmla="*/ 12348 h 12347"/>
                  <a:gd name="connsiteX1" fmla="*/ 11999 w 14103"/>
                  <a:gd name="connsiteY1" fmla="*/ 2337 h 12347"/>
                  <a:gd name="connsiteX2" fmla="*/ 0 w 14103"/>
                  <a:gd name="connsiteY2" fmla="*/ 11709 h 12347"/>
                  <a:gd name="connsiteX3" fmla="*/ 429 w 14103"/>
                  <a:gd name="connsiteY3" fmla="*/ 12348 h 12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03" h="12347">
                    <a:moveTo>
                      <a:pt x="429" y="12348"/>
                    </a:moveTo>
                    <a:cubicBezTo>
                      <a:pt x="4500" y="9152"/>
                      <a:pt x="8357" y="5958"/>
                      <a:pt x="11999" y="2337"/>
                    </a:cubicBezTo>
                    <a:cubicBezTo>
                      <a:pt x="17570" y="-2988"/>
                      <a:pt x="11571" y="1059"/>
                      <a:pt x="0" y="11709"/>
                    </a:cubicBezTo>
                    <a:cubicBezTo>
                      <a:pt x="214" y="11922"/>
                      <a:pt x="214" y="12135"/>
                      <a:pt x="429" y="1234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" name="任意多边形: 形状 22"/>
              <p:cNvSpPr/>
              <p:nvPr/>
            </p:nvSpPr>
            <p:spPr>
              <a:xfrm>
                <a:off x="2799952" y="5681074"/>
                <a:ext cx="47275" cy="96062"/>
              </a:xfrm>
              <a:custGeom>
                <a:avLst/>
                <a:gdLst>
                  <a:gd name="connsiteX0" fmla="*/ 8706 w 47275"/>
                  <a:gd name="connsiteY0" fmla="*/ 51758 h 96062"/>
                  <a:gd name="connsiteX1" fmla="*/ 17277 w 47275"/>
                  <a:gd name="connsiteY1" fmla="*/ 25986 h 96062"/>
                  <a:gd name="connsiteX2" fmla="*/ 23277 w 47275"/>
                  <a:gd name="connsiteY2" fmla="*/ 21087 h 96062"/>
                  <a:gd name="connsiteX3" fmla="*/ 45561 w 47275"/>
                  <a:gd name="connsiteY3" fmla="*/ 2982 h 96062"/>
                  <a:gd name="connsiteX4" fmla="*/ 47275 w 47275"/>
                  <a:gd name="connsiteY4" fmla="*/ 0 h 96062"/>
                  <a:gd name="connsiteX5" fmla="*/ 43204 w 47275"/>
                  <a:gd name="connsiteY5" fmla="*/ 1917 h 96062"/>
                  <a:gd name="connsiteX6" fmla="*/ 38704 w 47275"/>
                  <a:gd name="connsiteY6" fmla="*/ 213 h 96062"/>
                  <a:gd name="connsiteX7" fmla="*/ 18991 w 47275"/>
                  <a:gd name="connsiteY7" fmla="*/ 16401 h 96062"/>
                  <a:gd name="connsiteX8" fmla="*/ 3136 w 47275"/>
                  <a:gd name="connsiteY8" fmla="*/ 53249 h 96062"/>
                  <a:gd name="connsiteX9" fmla="*/ 30562 w 47275"/>
                  <a:gd name="connsiteY9" fmla="*/ 96062 h 96062"/>
                  <a:gd name="connsiteX10" fmla="*/ 33776 w 47275"/>
                  <a:gd name="connsiteY10" fmla="*/ 91376 h 96062"/>
                  <a:gd name="connsiteX11" fmla="*/ 8706 w 47275"/>
                  <a:gd name="connsiteY11" fmla="*/ 51758 h 96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7275" h="96062">
                    <a:moveTo>
                      <a:pt x="8706" y="51758"/>
                    </a:moveTo>
                    <a:cubicBezTo>
                      <a:pt x="3564" y="37061"/>
                      <a:pt x="5064" y="35783"/>
                      <a:pt x="17277" y="25986"/>
                    </a:cubicBezTo>
                    <a:lnTo>
                      <a:pt x="23277" y="21087"/>
                    </a:lnTo>
                    <a:cubicBezTo>
                      <a:pt x="36562" y="9798"/>
                      <a:pt x="45347" y="2982"/>
                      <a:pt x="45561" y="2982"/>
                    </a:cubicBezTo>
                    <a:cubicBezTo>
                      <a:pt x="46632" y="2130"/>
                      <a:pt x="47061" y="1065"/>
                      <a:pt x="47275" y="0"/>
                    </a:cubicBezTo>
                    <a:cubicBezTo>
                      <a:pt x="45775" y="639"/>
                      <a:pt x="44490" y="1278"/>
                      <a:pt x="43204" y="1917"/>
                    </a:cubicBezTo>
                    <a:cubicBezTo>
                      <a:pt x="41276" y="2769"/>
                      <a:pt x="39776" y="1704"/>
                      <a:pt x="38704" y="213"/>
                    </a:cubicBezTo>
                    <a:cubicBezTo>
                      <a:pt x="35062" y="2982"/>
                      <a:pt x="28205" y="8733"/>
                      <a:pt x="18991" y="16401"/>
                    </a:cubicBezTo>
                    <a:cubicBezTo>
                      <a:pt x="1850" y="30885"/>
                      <a:pt x="-4364" y="32163"/>
                      <a:pt x="3136" y="53249"/>
                    </a:cubicBezTo>
                    <a:cubicBezTo>
                      <a:pt x="11706" y="70928"/>
                      <a:pt x="20920" y="84773"/>
                      <a:pt x="30562" y="96062"/>
                    </a:cubicBezTo>
                    <a:cubicBezTo>
                      <a:pt x="31633" y="94358"/>
                      <a:pt x="32705" y="92867"/>
                      <a:pt x="33776" y="91376"/>
                    </a:cubicBezTo>
                    <a:cubicBezTo>
                      <a:pt x="24991" y="80726"/>
                      <a:pt x="16420" y="67946"/>
                      <a:pt x="8706" y="5175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2843156" y="5556470"/>
                <a:ext cx="194771" cy="124390"/>
              </a:xfrm>
              <a:custGeom>
                <a:avLst/>
                <a:gdLst>
                  <a:gd name="connsiteX0" fmla="*/ 139919 w 194771"/>
                  <a:gd name="connsiteY0" fmla="*/ 48351 h 124390"/>
                  <a:gd name="connsiteX1" fmla="*/ 187272 w 194771"/>
                  <a:gd name="connsiteY1" fmla="*/ 4473 h 124390"/>
                  <a:gd name="connsiteX2" fmla="*/ 190701 w 194771"/>
                  <a:gd name="connsiteY2" fmla="*/ 4047 h 124390"/>
                  <a:gd name="connsiteX3" fmla="*/ 194772 w 194771"/>
                  <a:gd name="connsiteY3" fmla="*/ 0 h 124390"/>
                  <a:gd name="connsiteX4" fmla="*/ 185773 w 194771"/>
                  <a:gd name="connsiteY4" fmla="*/ 4473 h 124390"/>
                  <a:gd name="connsiteX5" fmla="*/ 124705 w 194771"/>
                  <a:gd name="connsiteY5" fmla="*/ 48777 h 124390"/>
                  <a:gd name="connsiteX6" fmla="*/ 0 w 194771"/>
                  <a:gd name="connsiteY6" fmla="*/ 117149 h 124390"/>
                  <a:gd name="connsiteX7" fmla="*/ 1714 w 194771"/>
                  <a:gd name="connsiteY7" fmla="*/ 118001 h 124390"/>
                  <a:gd name="connsiteX8" fmla="*/ 3428 w 194771"/>
                  <a:gd name="connsiteY8" fmla="*/ 120131 h 124390"/>
                  <a:gd name="connsiteX9" fmla="*/ 4071 w 194771"/>
                  <a:gd name="connsiteY9" fmla="*/ 124391 h 124390"/>
                  <a:gd name="connsiteX10" fmla="*/ 127277 w 194771"/>
                  <a:gd name="connsiteY10" fmla="*/ 57296 h 124390"/>
                  <a:gd name="connsiteX11" fmla="*/ 139919 w 194771"/>
                  <a:gd name="connsiteY11" fmla="*/ 48351 h 124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4771" h="124390">
                    <a:moveTo>
                      <a:pt x="139919" y="48351"/>
                    </a:moveTo>
                    <a:cubicBezTo>
                      <a:pt x="155560" y="33654"/>
                      <a:pt x="171417" y="19170"/>
                      <a:pt x="187272" y="4473"/>
                    </a:cubicBezTo>
                    <a:cubicBezTo>
                      <a:pt x="188344" y="3408"/>
                      <a:pt x="189629" y="3621"/>
                      <a:pt x="190701" y="4047"/>
                    </a:cubicBezTo>
                    <a:cubicBezTo>
                      <a:pt x="191986" y="2769"/>
                      <a:pt x="193272" y="1278"/>
                      <a:pt x="194772" y="0"/>
                    </a:cubicBezTo>
                    <a:cubicBezTo>
                      <a:pt x="191772" y="1491"/>
                      <a:pt x="188772" y="2982"/>
                      <a:pt x="185773" y="4473"/>
                    </a:cubicBezTo>
                    <a:cubicBezTo>
                      <a:pt x="165845" y="19809"/>
                      <a:pt x="145704" y="34719"/>
                      <a:pt x="124705" y="48777"/>
                    </a:cubicBezTo>
                    <a:cubicBezTo>
                      <a:pt x="85280" y="74976"/>
                      <a:pt x="43497" y="97553"/>
                      <a:pt x="0" y="117149"/>
                    </a:cubicBezTo>
                    <a:cubicBezTo>
                      <a:pt x="643" y="117362"/>
                      <a:pt x="1286" y="117575"/>
                      <a:pt x="1714" y="118001"/>
                    </a:cubicBezTo>
                    <a:cubicBezTo>
                      <a:pt x="2357" y="118640"/>
                      <a:pt x="3000" y="119279"/>
                      <a:pt x="3428" y="120131"/>
                    </a:cubicBezTo>
                    <a:cubicBezTo>
                      <a:pt x="4285" y="121409"/>
                      <a:pt x="4285" y="122900"/>
                      <a:pt x="4071" y="124391"/>
                    </a:cubicBezTo>
                    <a:cubicBezTo>
                      <a:pt x="46925" y="105008"/>
                      <a:pt x="88279" y="82856"/>
                      <a:pt x="127277" y="57296"/>
                    </a:cubicBezTo>
                    <a:cubicBezTo>
                      <a:pt x="131562" y="54315"/>
                      <a:pt x="135633" y="51333"/>
                      <a:pt x="139919" y="483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5" name="任意多边形: 形状 24"/>
              <p:cNvSpPr/>
              <p:nvPr/>
            </p:nvSpPr>
            <p:spPr>
              <a:xfrm>
                <a:off x="3073711" y="5524947"/>
                <a:ext cx="857" cy="212"/>
              </a:xfrm>
              <a:custGeom>
                <a:avLst/>
                <a:gdLst>
                  <a:gd name="connsiteX0" fmla="*/ 857 w 857"/>
                  <a:gd name="connsiteY0" fmla="*/ 0 h 212"/>
                  <a:gd name="connsiteX1" fmla="*/ 0 w 857"/>
                  <a:gd name="connsiteY1" fmla="*/ 213 h 212"/>
                  <a:gd name="connsiteX2" fmla="*/ 857 w 857"/>
                  <a:gd name="connsiteY2" fmla="*/ 0 h 212"/>
                  <a:gd name="connsiteX3" fmla="*/ 857 w 857"/>
                  <a:gd name="connsiteY3" fmla="*/ 0 h 2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57" h="212">
                    <a:moveTo>
                      <a:pt x="857" y="0"/>
                    </a:moveTo>
                    <a:cubicBezTo>
                      <a:pt x="643" y="213"/>
                      <a:pt x="214" y="0"/>
                      <a:pt x="0" y="213"/>
                    </a:cubicBezTo>
                    <a:cubicBezTo>
                      <a:pt x="214" y="0"/>
                      <a:pt x="429" y="213"/>
                      <a:pt x="857" y="0"/>
                    </a:cubicBezTo>
                    <a:cubicBezTo>
                      <a:pt x="643" y="0"/>
                      <a:pt x="857" y="0"/>
                      <a:pt x="85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" name="任意多边形: 形状 25"/>
              <p:cNvSpPr/>
              <p:nvPr/>
            </p:nvSpPr>
            <p:spPr>
              <a:xfrm>
                <a:off x="2837799" y="5679157"/>
                <a:ext cx="3428" cy="2130"/>
              </a:xfrm>
              <a:custGeom>
                <a:avLst/>
                <a:gdLst>
                  <a:gd name="connsiteX0" fmla="*/ 0 w 3428"/>
                  <a:gd name="connsiteY0" fmla="*/ 639 h 2130"/>
                  <a:gd name="connsiteX1" fmla="*/ 643 w 3428"/>
                  <a:gd name="connsiteY1" fmla="*/ 2130 h 2130"/>
                  <a:gd name="connsiteX2" fmla="*/ 3428 w 3428"/>
                  <a:gd name="connsiteY2" fmla="*/ 0 h 2130"/>
                  <a:gd name="connsiteX3" fmla="*/ 0 w 3428"/>
                  <a:gd name="connsiteY3" fmla="*/ 639 h 2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28" h="2130">
                    <a:moveTo>
                      <a:pt x="0" y="639"/>
                    </a:moveTo>
                    <a:cubicBezTo>
                      <a:pt x="214" y="1278"/>
                      <a:pt x="429" y="1704"/>
                      <a:pt x="643" y="2130"/>
                    </a:cubicBezTo>
                    <a:cubicBezTo>
                      <a:pt x="2357" y="852"/>
                      <a:pt x="3428" y="0"/>
                      <a:pt x="3428" y="0"/>
                    </a:cubicBezTo>
                    <a:cubicBezTo>
                      <a:pt x="3428" y="0"/>
                      <a:pt x="2143" y="213"/>
                      <a:pt x="0" y="6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" name="任意多边形: 形状 26"/>
              <p:cNvSpPr/>
              <p:nvPr/>
            </p:nvSpPr>
            <p:spPr>
              <a:xfrm>
                <a:off x="2837614" y="5673832"/>
                <a:ext cx="9518" cy="9461"/>
              </a:xfrm>
              <a:custGeom>
                <a:avLst/>
                <a:gdLst>
                  <a:gd name="connsiteX0" fmla="*/ 5328 w 9518"/>
                  <a:gd name="connsiteY0" fmla="*/ 9159 h 9461"/>
                  <a:gd name="connsiteX1" fmla="*/ 9399 w 9518"/>
                  <a:gd name="connsiteY1" fmla="*/ 7242 h 9461"/>
                  <a:gd name="connsiteX2" fmla="*/ 8756 w 9518"/>
                  <a:gd name="connsiteY2" fmla="*/ 2982 h 9461"/>
                  <a:gd name="connsiteX3" fmla="*/ 7042 w 9518"/>
                  <a:gd name="connsiteY3" fmla="*/ 852 h 9461"/>
                  <a:gd name="connsiteX4" fmla="*/ 5328 w 9518"/>
                  <a:gd name="connsiteY4" fmla="*/ 0 h 9461"/>
                  <a:gd name="connsiteX5" fmla="*/ 1900 w 9518"/>
                  <a:gd name="connsiteY5" fmla="*/ 1491 h 9461"/>
                  <a:gd name="connsiteX6" fmla="*/ 186 w 9518"/>
                  <a:gd name="connsiteY6" fmla="*/ 5964 h 9461"/>
                  <a:gd name="connsiteX7" fmla="*/ 3614 w 9518"/>
                  <a:gd name="connsiteY7" fmla="*/ 5325 h 9461"/>
                  <a:gd name="connsiteX8" fmla="*/ 828 w 9518"/>
                  <a:gd name="connsiteY8" fmla="*/ 7455 h 9461"/>
                  <a:gd name="connsiteX9" fmla="*/ 5328 w 9518"/>
                  <a:gd name="connsiteY9" fmla="*/ 9159 h 94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518" h="9461">
                    <a:moveTo>
                      <a:pt x="5328" y="9159"/>
                    </a:moveTo>
                    <a:cubicBezTo>
                      <a:pt x="6828" y="8520"/>
                      <a:pt x="8113" y="7881"/>
                      <a:pt x="9399" y="7242"/>
                    </a:cubicBezTo>
                    <a:cubicBezTo>
                      <a:pt x="9613" y="5964"/>
                      <a:pt x="9613" y="4473"/>
                      <a:pt x="8756" y="2982"/>
                    </a:cubicBezTo>
                    <a:cubicBezTo>
                      <a:pt x="8328" y="2130"/>
                      <a:pt x="7685" y="1491"/>
                      <a:pt x="7042" y="852"/>
                    </a:cubicBezTo>
                    <a:cubicBezTo>
                      <a:pt x="6399" y="426"/>
                      <a:pt x="5756" y="213"/>
                      <a:pt x="5328" y="0"/>
                    </a:cubicBezTo>
                    <a:cubicBezTo>
                      <a:pt x="4257" y="426"/>
                      <a:pt x="3185" y="1065"/>
                      <a:pt x="1900" y="1491"/>
                    </a:cubicBezTo>
                    <a:cubicBezTo>
                      <a:pt x="-29" y="2343"/>
                      <a:pt x="-243" y="4260"/>
                      <a:pt x="186" y="5964"/>
                    </a:cubicBezTo>
                    <a:cubicBezTo>
                      <a:pt x="2114" y="5538"/>
                      <a:pt x="3614" y="5325"/>
                      <a:pt x="3614" y="5325"/>
                    </a:cubicBezTo>
                    <a:cubicBezTo>
                      <a:pt x="3614" y="5325"/>
                      <a:pt x="2543" y="6177"/>
                      <a:pt x="828" y="7455"/>
                    </a:cubicBezTo>
                    <a:cubicBezTo>
                      <a:pt x="1900" y="8946"/>
                      <a:pt x="3399" y="10011"/>
                      <a:pt x="5328" y="9159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8" name="任意多边形: 形状 27"/>
              <p:cNvSpPr/>
              <p:nvPr/>
            </p:nvSpPr>
            <p:spPr>
              <a:xfrm>
                <a:off x="2833514" y="5582243"/>
                <a:ext cx="181058" cy="196171"/>
              </a:xfrm>
              <a:custGeom>
                <a:avLst/>
                <a:gdLst>
                  <a:gd name="connsiteX0" fmla="*/ 166703 w 181058"/>
                  <a:gd name="connsiteY0" fmla="*/ 18105 h 196171"/>
                  <a:gd name="connsiteX1" fmla="*/ 181059 w 181058"/>
                  <a:gd name="connsiteY1" fmla="*/ 0 h 196171"/>
                  <a:gd name="connsiteX2" fmla="*/ 149561 w 181058"/>
                  <a:gd name="connsiteY2" fmla="*/ 22578 h 196171"/>
                  <a:gd name="connsiteX3" fmla="*/ 0 w 181058"/>
                  <a:gd name="connsiteY3" fmla="*/ 189781 h 196171"/>
                  <a:gd name="connsiteX4" fmla="*/ 5785 w 181058"/>
                  <a:gd name="connsiteY4" fmla="*/ 196171 h 196171"/>
                  <a:gd name="connsiteX5" fmla="*/ 166703 w 181058"/>
                  <a:gd name="connsiteY5" fmla="*/ 18105 h 196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058" h="196171">
                    <a:moveTo>
                      <a:pt x="166703" y="18105"/>
                    </a:moveTo>
                    <a:cubicBezTo>
                      <a:pt x="171417" y="11928"/>
                      <a:pt x="176131" y="5964"/>
                      <a:pt x="181059" y="0"/>
                    </a:cubicBezTo>
                    <a:cubicBezTo>
                      <a:pt x="170774" y="7668"/>
                      <a:pt x="160274" y="15123"/>
                      <a:pt x="149561" y="22578"/>
                    </a:cubicBezTo>
                    <a:cubicBezTo>
                      <a:pt x="94708" y="73910"/>
                      <a:pt x="41354" y="126734"/>
                      <a:pt x="0" y="189781"/>
                    </a:cubicBezTo>
                    <a:cubicBezTo>
                      <a:pt x="1928" y="192124"/>
                      <a:pt x="3857" y="194254"/>
                      <a:pt x="5785" y="196171"/>
                    </a:cubicBezTo>
                    <a:cubicBezTo>
                      <a:pt x="50139" y="128864"/>
                      <a:pt x="107992" y="72846"/>
                      <a:pt x="166703" y="181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9" name="任意多边形: 形状 28"/>
              <p:cNvSpPr/>
              <p:nvPr/>
            </p:nvSpPr>
            <p:spPr>
              <a:xfrm>
                <a:off x="2829245" y="5776923"/>
                <a:ext cx="6839" cy="7208"/>
              </a:xfrm>
              <a:custGeom>
                <a:avLst/>
                <a:gdLst>
                  <a:gd name="connsiteX0" fmla="*/ 626 w 6839"/>
                  <a:gd name="connsiteY0" fmla="*/ 639 h 7208"/>
                  <a:gd name="connsiteX1" fmla="*/ 6840 w 6839"/>
                  <a:gd name="connsiteY1" fmla="*/ 6177 h 7208"/>
                  <a:gd name="connsiteX2" fmla="*/ 1055 w 6839"/>
                  <a:gd name="connsiteY2" fmla="*/ 0 h 7208"/>
                  <a:gd name="connsiteX3" fmla="*/ 626 w 6839"/>
                  <a:gd name="connsiteY3" fmla="*/ 639 h 72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39" h="7208">
                    <a:moveTo>
                      <a:pt x="626" y="639"/>
                    </a:moveTo>
                    <a:cubicBezTo>
                      <a:pt x="-1945" y="4473"/>
                      <a:pt x="4054" y="9372"/>
                      <a:pt x="6840" y="6177"/>
                    </a:cubicBezTo>
                    <a:cubicBezTo>
                      <a:pt x="4912" y="4260"/>
                      <a:pt x="2983" y="2130"/>
                      <a:pt x="1055" y="0"/>
                    </a:cubicBezTo>
                    <a:cubicBezTo>
                      <a:pt x="1055" y="213"/>
                      <a:pt x="840" y="426"/>
                      <a:pt x="626" y="6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0" name="任意多边形: 形状 29"/>
              <p:cNvSpPr/>
              <p:nvPr/>
            </p:nvSpPr>
            <p:spPr>
              <a:xfrm>
                <a:off x="2830514" y="5772237"/>
                <a:ext cx="8999" cy="10863"/>
              </a:xfrm>
              <a:custGeom>
                <a:avLst/>
                <a:gdLst>
                  <a:gd name="connsiteX0" fmla="*/ 8999 w 8999"/>
                  <a:gd name="connsiteY0" fmla="*/ 6390 h 10863"/>
                  <a:gd name="connsiteX1" fmla="*/ 3214 w 8999"/>
                  <a:gd name="connsiteY1" fmla="*/ 0 h 10863"/>
                  <a:gd name="connsiteX2" fmla="*/ 0 w 8999"/>
                  <a:gd name="connsiteY2" fmla="*/ 4686 h 10863"/>
                  <a:gd name="connsiteX3" fmla="*/ 5785 w 8999"/>
                  <a:gd name="connsiteY3" fmla="*/ 10863 h 10863"/>
                  <a:gd name="connsiteX4" fmla="*/ 6214 w 8999"/>
                  <a:gd name="connsiteY4" fmla="*/ 10650 h 10863"/>
                  <a:gd name="connsiteX5" fmla="*/ 8999 w 8999"/>
                  <a:gd name="connsiteY5" fmla="*/ 6390 h 10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999" h="10863">
                    <a:moveTo>
                      <a:pt x="8999" y="6390"/>
                    </a:moveTo>
                    <a:cubicBezTo>
                      <a:pt x="7071" y="4260"/>
                      <a:pt x="5142" y="2130"/>
                      <a:pt x="3214" y="0"/>
                    </a:cubicBezTo>
                    <a:cubicBezTo>
                      <a:pt x="2143" y="1704"/>
                      <a:pt x="1071" y="3195"/>
                      <a:pt x="0" y="4686"/>
                    </a:cubicBezTo>
                    <a:cubicBezTo>
                      <a:pt x="1928" y="6816"/>
                      <a:pt x="3857" y="8946"/>
                      <a:pt x="5785" y="10863"/>
                    </a:cubicBezTo>
                    <a:cubicBezTo>
                      <a:pt x="6000" y="10650"/>
                      <a:pt x="6214" y="10863"/>
                      <a:pt x="6214" y="10650"/>
                    </a:cubicBezTo>
                    <a:cubicBezTo>
                      <a:pt x="7071" y="9159"/>
                      <a:pt x="7928" y="7881"/>
                      <a:pt x="8999" y="63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1" name="任意多边形: 形状 30"/>
              <p:cNvSpPr/>
              <p:nvPr/>
            </p:nvSpPr>
            <p:spPr>
              <a:xfrm>
                <a:off x="2983075" y="5560168"/>
                <a:ext cx="50782" cy="44652"/>
              </a:xfrm>
              <a:custGeom>
                <a:avLst/>
                <a:gdLst>
                  <a:gd name="connsiteX0" fmla="*/ 47354 w 50782"/>
                  <a:gd name="connsiteY0" fmla="*/ 775 h 44652"/>
                  <a:gd name="connsiteX1" fmla="*/ 0 w 50782"/>
                  <a:gd name="connsiteY1" fmla="*/ 44653 h 44652"/>
                  <a:gd name="connsiteX2" fmla="*/ 31498 w 50782"/>
                  <a:gd name="connsiteY2" fmla="*/ 22074 h 44652"/>
                  <a:gd name="connsiteX3" fmla="*/ 50782 w 50782"/>
                  <a:gd name="connsiteY3" fmla="*/ 349 h 44652"/>
                  <a:gd name="connsiteX4" fmla="*/ 47354 w 50782"/>
                  <a:gd name="connsiteY4" fmla="*/ 775 h 446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782" h="44652">
                    <a:moveTo>
                      <a:pt x="47354" y="775"/>
                    </a:moveTo>
                    <a:cubicBezTo>
                      <a:pt x="31712" y="15472"/>
                      <a:pt x="15856" y="29956"/>
                      <a:pt x="0" y="44653"/>
                    </a:cubicBezTo>
                    <a:cubicBezTo>
                      <a:pt x="10714" y="37410"/>
                      <a:pt x="21213" y="29743"/>
                      <a:pt x="31498" y="22074"/>
                    </a:cubicBezTo>
                    <a:cubicBezTo>
                      <a:pt x="37712" y="14620"/>
                      <a:pt x="44140" y="7378"/>
                      <a:pt x="50782" y="349"/>
                    </a:cubicBezTo>
                    <a:cubicBezTo>
                      <a:pt x="49711" y="-77"/>
                      <a:pt x="48425" y="-290"/>
                      <a:pt x="47354" y="775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2" name="任意多边形: 形状 31"/>
              <p:cNvSpPr/>
              <p:nvPr/>
            </p:nvSpPr>
            <p:spPr>
              <a:xfrm>
                <a:off x="3036214" y="5565629"/>
                <a:ext cx="428" cy="638"/>
              </a:xfrm>
              <a:custGeom>
                <a:avLst/>
                <a:gdLst>
                  <a:gd name="connsiteX0" fmla="*/ 0 w 428"/>
                  <a:gd name="connsiteY0" fmla="*/ 639 h 638"/>
                  <a:gd name="connsiteX1" fmla="*/ 429 w 428"/>
                  <a:gd name="connsiteY1" fmla="*/ 0 h 638"/>
                  <a:gd name="connsiteX2" fmla="*/ 0 w 428"/>
                  <a:gd name="connsiteY2" fmla="*/ 213 h 638"/>
                  <a:gd name="connsiteX3" fmla="*/ 0 w 428"/>
                  <a:gd name="connsiteY3" fmla="*/ 639 h 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" h="638">
                    <a:moveTo>
                      <a:pt x="0" y="639"/>
                    </a:moveTo>
                    <a:cubicBezTo>
                      <a:pt x="214" y="426"/>
                      <a:pt x="429" y="213"/>
                      <a:pt x="429" y="0"/>
                    </a:cubicBezTo>
                    <a:cubicBezTo>
                      <a:pt x="214" y="0"/>
                      <a:pt x="214" y="213"/>
                      <a:pt x="0" y="213"/>
                    </a:cubicBezTo>
                    <a:cubicBezTo>
                      <a:pt x="214" y="213"/>
                      <a:pt x="0" y="426"/>
                      <a:pt x="0" y="6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3" name="任意多边形: 形状 32"/>
              <p:cNvSpPr/>
              <p:nvPr/>
            </p:nvSpPr>
            <p:spPr>
              <a:xfrm>
                <a:off x="2898596" y="5569463"/>
                <a:ext cx="135046" cy="245586"/>
              </a:xfrm>
              <a:custGeom>
                <a:avLst/>
                <a:gdLst>
                  <a:gd name="connsiteX0" fmla="*/ 51909 w 135046"/>
                  <a:gd name="connsiteY0" fmla="*/ 116297 h 245586"/>
                  <a:gd name="connsiteX1" fmla="*/ 115119 w 135046"/>
                  <a:gd name="connsiteY1" fmla="*/ 28542 h 245586"/>
                  <a:gd name="connsiteX2" fmla="*/ 128189 w 135046"/>
                  <a:gd name="connsiteY2" fmla="*/ 9585 h 245586"/>
                  <a:gd name="connsiteX3" fmla="*/ 135046 w 135046"/>
                  <a:gd name="connsiteY3" fmla="*/ 0 h 245586"/>
                  <a:gd name="connsiteX4" fmla="*/ 101620 w 135046"/>
                  <a:gd name="connsiteY4" fmla="*/ 30884 h 245586"/>
                  <a:gd name="connsiteX5" fmla="*/ 80621 w 135046"/>
                  <a:gd name="connsiteY5" fmla="*/ 59213 h 245586"/>
                  <a:gd name="connsiteX6" fmla="*/ 15912 w 135046"/>
                  <a:gd name="connsiteY6" fmla="*/ 172528 h 245586"/>
                  <a:gd name="connsiteX7" fmla="*/ 56 w 135046"/>
                  <a:gd name="connsiteY7" fmla="*/ 243456 h 245586"/>
                  <a:gd name="connsiteX8" fmla="*/ 4555 w 135046"/>
                  <a:gd name="connsiteY8" fmla="*/ 244095 h 245586"/>
                  <a:gd name="connsiteX9" fmla="*/ 7555 w 135046"/>
                  <a:gd name="connsiteY9" fmla="*/ 245160 h 245586"/>
                  <a:gd name="connsiteX10" fmla="*/ 8412 w 135046"/>
                  <a:gd name="connsiteY10" fmla="*/ 245586 h 245586"/>
                  <a:gd name="connsiteX11" fmla="*/ 21911 w 135046"/>
                  <a:gd name="connsiteY11" fmla="*/ 180409 h 245586"/>
                  <a:gd name="connsiteX12" fmla="*/ 51909 w 135046"/>
                  <a:gd name="connsiteY12" fmla="*/ 116297 h 245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5046" h="245586">
                    <a:moveTo>
                      <a:pt x="51909" y="116297"/>
                    </a:moveTo>
                    <a:cubicBezTo>
                      <a:pt x="70979" y="85625"/>
                      <a:pt x="92406" y="56444"/>
                      <a:pt x="115119" y="28542"/>
                    </a:cubicBezTo>
                    <a:cubicBezTo>
                      <a:pt x="119190" y="22151"/>
                      <a:pt x="123690" y="15762"/>
                      <a:pt x="128189" y="9585"/>
                    </a:cubicBezTo>
                    <a:cubicBezTo>
                      <a:pt x="130332" y="6390"/>
                      <a:pt x="132689" y="3195"/>
                      <a:pt x="135046" y="0"/>
                    </a:cubicBezTo>
                    <a:cubicBezTo>
                      <a:pt x="123904" y="10223"/>
                      <a:pt x="112762" y="20661"/>
                      <a:pt x="101620" y="30884"/>
                    </a:cubicBezTo>
                    <a:cubicBezTo>
                      <a:pt x="94335" y="40256"/>
                      <a:pt x="87478" y="49841"/>
                      <a:pt x="80621" y="59213"/>
                    </a:cubicBezTo>
                    <a:cubicBezTo>
                      <a:pt x="54695" y="94571"/>
                      <a:pt x="30911" y="130567"/>
                      <a:pt x="15912" y="172528"/>
                    </a:cubicBezTo>
                    <a:cubicBezTo>
                      <a:pt x="8412" y="193615"/>
                      <a:pt x="-801" y="219174"/>
                      <a:pt x="56" y="243456"/>
                    </a:cubicBezTo>
                    <a:cubicBezTo>
                      <a:pt x="1770" y="243669"/>
                      <a:pt x="3270" y="244095"/>
                      <a:pt x="4555" y="244095"/>
                    </a:cubicBezTo>
                    <a:cubicBezTo>
                      <a:pt x="5627" y="244308"/>
                      <a:pt x="6698" y="244734"/>
                      <a:pt x="7555" y="245160"/>
                    </a:cubicBezTo>
                    <a:cubicBezTo>
                      <a:pt x="7769" y="245373"/>
                      <a:pt x="8198" y="245373"/>
                      <a:pt x="8412" y="245586"/>
                    </a:cubicBezTo>
                    <a:cubicBezTo>
                      <a:pt x="6912" y="223434"/>
                      <a:pt x="15269" y="200005"/>
                      <a:pt x="21911" y="180409"/>
                    </a:cubicBezTo>
                    <a:cubicBezTo>
                      <a:pt x="29839" y="158044"/>
                      <a:pt x="39481" y="136318"/>
                      <a:pt x="51909" y="116297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" name="任意多边形: 形状 33"/>
              <p:cNvSpPr/>
              <p:nvPr/>
            </p:nvSpPr>
            <p:spPr>
              <a:xfrm>
                <a:off x="2899295" y="5818884"/>
                <a:ext cx="7285" cy="4389"/>
              </a:xfrm>
              <a:custGeom>
                <a:avLst/>
                <a:gdLst>
                  <a:gd name="connsiteX0" fmla="*/ 0 w 7285"/>
                  <a:gd name="connsiteY0" fmla="*/ 0 h 4389"/>
                  <a:gd name="connsiteX1" fmla="*/ 0 w 7285"/>
                  <a:gd name="connsiteY1" fmla="*/ 852 h 4389"/>
                  <a:gd name="connsiteX2" fmla="*/ 7285 w 7285"/>
                  <a:gd name="connsiteY2" fmla="*/ 2556 h 4389"/>
                  <a:gd name="connsiteX3" fmla="*/ 3857 w 7285"/>
                  <a:gd name="connsiteY3" fmla="*/ 639 h 4389"/>
                  <a:gd name="connsiteX4" fmla="*/ 0 w 7285"/>
                  <a:gd name="connsiteY4" fmla="*/ 0 h 4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85" h="4389">
                    <a:moveTo>
                      <a:pt x="0" y="0"/>
                    </a:moveTo>
                    <a:cubicBezTo>
                      <a:pt x="0" y="213"/>
                      <a:pt x="0" y="639"/>
                      <a:pt x="0" y="852"/>
                    </a:cubicBezTo>
                    <a:cubicBezTo>
                      <a:pt x="429" y="5112"/>
                      <a:pt x="5785" y="5325"/>
                      <a:pt x="7285" y="2556"/>
                    </a:cubicBezTo>
                    <a:cubicBezTo>
                      <a:pt x="6214" y="1917"/>
                      <a:pt x="5143" y="1491"/>
                      <a:pt x="3857" y="639"/>
                    </a:cubicBezTo>
                    <a:cubicBezTo>
                      <a:pt x="3000" y="639"/>
                      <a:pt x="1500" y="426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5" name="任意多边形: 形状 34"/>
              <p:cNvSpPr/>
              <p:nvPr/>
            </p:nvSpPr>
            <p:spPr>
              <a:xfrm>
                <a:off x="3027000" y="5568185"/>
                <a:ext cx="8142" cy="10862"/>
              </a:xfrm>
              <a:custGeom>
                <a:avLst/>
                <a:gdLst>
                  <a:gd name="connsiteX0" fmla="*/ 0 w 8142"/>
                  <a:gd name="connsiteY0" fmla="*/ 10862 h 10862"/>
                  <a:gd name="connsiteX1" fmla="*/ 8142 w 8142"/>
                  <a:gd name="connsiteY1" fmla="*/ 0 h 10862"/>
                  <a:gd name="connsiteX2" fmla="*/ 6856 w 8142"/>
                  <a:gd name="connsiteY2" fmla="*/ 1278 h 10862"/>
                  <a:gd name="connsiteX3" fmla="*/ 0 w 8142"/>
                  <a:gd name="connsiteY3" fmla="*/ 10862 h 10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42" h="10862">
                    <a:moveTo>
                      <a:pt x="0" y="10862"/>
                    </a:moveTo>
                    <a:cubicBezTo>
                      <a:pt x="2571" y="7242"/>
                      <a:pt x="5357" y="3621"/>
                      <a:pt x="8142" y="0"/>
                    </a:cubicBezTo>
                    <a:cubicBezTo>
                      <a:pt x="7714" y="426"/>
                      <a:pt x="7285" y="852"/>
                      <a:pt x="6856" y="1278"/>
                    </a:cubicBezTo>
                    <a:cubicBezTo>
                      <a:pt x="4285" y="4473"/>
                      <a:pt x="2143" y="7668"/>
                      <a:pt x="0" y="1086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6" name="任意多边形: 形状 35"/>
              <p:cNvSpPr/>
              <p:nvPr/>
            </p:nvSpPr>
            <p:spPr>
              <a:xfrm>
                <a:off x="3035785" y="5564990"/>
                <a:ext cx="1500" cy="2130"/>
              </a:xfrm>
              <a:custGeom>
                <a:avLst/>
                <a:gdLst>
                  <a:gd name="connsiteX0" fmla="*/ 429 w 1500"/>
                  <a:gd name="connsiteY0" fmla="*/ 1278 h 2130"/>
                  <a:gd name="connsiteX1" fmla="*/ 0 w 1500"/>
                  <a:gd name="connsiteY1" fmla="*/ 2130 h 2130"/>
                  <a:gd name="connsiteX2" fmla="*/ 1500 w 1500"/>
                  <a:gd name="connsiteY2" fmla="*/ 0 h 2130"/>
                  <a:gd name="connsiteX3" fmla="*/ 857 w 1500"/>
                  <a:gd name="connsiteY3" fmla="*/ 639 h 2130"/>
                  <a:gd name="connsiteX4" fmla="*/ 429 w 1500"/>
                  <a:gd name="connsiteY4" fmla="*/ 1278 h 2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00" h="2130">
                    <a:moveTo>
                      <a:pt x="429" y="1278"/>
                    </a:moveTo>
                    <a:cubicBezTo>
                      <a:pt x="214" y="1491"/>
                      <a:pt x="214" y="1917"/>
                      <a:pt x="0" y="2130"/>
                    </a:cubicBezTo>
                    <a:cubicBezTo>
                      <a:pt x="643" y="1491"/>
                      <a:pt x="1071" y="639"/>
                      <a:pt x="1500" y="0"/>
                    </a:cubicBezTo>
                    <a:cubicBezTo>
                      <a:pt x="1286" y="213"/>
                      <a:pt x="1071" y="426"/>
                      <a:pt x="857" y="639"/>
                    </a:cubicBezTo>
                    <a:cubicBezTo>
                      <a:pt x="857" y="852"/>
                      <a:pt x="643" y="1065"/>
                      <a:pt x="429" y="127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" name="任意多边形: 形状 36"/>
              <p:cNvSpPr/>
              <p:nvPr/>
            </p:nvSpPr>
            <p:spPr>
              <a:xfrm>
                <a:off x="2898866" y="5813133"/>
                <a:ext cx="8571" cy="8519"/>
              </a:xfrm>
              <a:custGeom>
                <a:avLst/>
                <a:gdLst>
                  <a:gd name="connsiteX0" fmla="*/ 8357 w 8571"/>
                  <a:gd name="connsiteY0" fmla="*/ 2129 h 8519"/>
                  <a:gd name="connsiteX1" fmla="*/ 7500 w 8571"/>
                  <a:gd name="connsiteY1" fmla="*/ 1704 h 8519"/>
                  <a:gd name="connsiteX2" fmla="*/ 4500 w 8571"/>
                  <a:gd name="connsiteY2" fmla="*/ 639 h 8519"/>
                  <a:gd name="connsiteX3" fmla="*/ 0 w 8571"/>
                  <a:gd name="connsiteY3" fmla="*/ 0 h 8519"/>
                  <a:gd name="connsiteX4" fmla="*/ 429 w 8571"/>
                  <a:gd name="connsiteY4" fmla="*/ 5964 h 8519"/>
                  <a:gd name="connsiteX5" fmla="*/ 4500 w 8571"/>
                  <a:gd name="connsiteY5" fmla="*/ 6603 h 8519"/>
                  <a:gd name="connsiteX6" fmla="*/ 7928 w 8571"/>
                  <a:gd name="connsiteY6" fmla="*/ 8520 h 8519"/>
                  <a:gd name="connsiteX7" fmla="*/ 8571 w 8571"/>
                  <a:gd name="connsiteY7" fmla="*/ 6390 h 8519"/>
                  <a:gd name="connsiteX8" fmla="*/ 8357 w 8571"/>
                  <a:gd name="connsiteY8" fmla="*/ 2129 h 8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571" h="8519">
                    <a:moveTo>
                      <a:pt x="8357" y="2129"/>
                    </a:moveTo>
                    <a:cubicBezTo>
                      <a:pt x="8142" y="1917"/>
                      <a:pt x="7714" y="1917"/>
                      <a:pt x="7500" y="1704"/>
                    </a:cubicBezTo>
                    <a:cubicBezTo>
                      <a:pt x="6643" y="1065"/>
                      <a:pt x="5571" y="639"/>
                      <a:pt x="4500" y="639"/>
                    </a:cubicBezTo>
                    <a:cubicBezTo>
                      <a:pt x="3214" y="426"/>
                      <a:pt x="1714" y="213"/>
                      <a:pt x="0" y="0"/>
                    </a:cubicBezTo>
                    <a:cubicBezTo>
                      <a:pt x="0" y="1917"/>
                      <a:pt x="214" y="4046"/>
                      <a:pt x="429" y="5964"/>
                    </a:cubicBezTo>
                    <a:cubicBezTo>
                      <a:pt x="1929" y="6176"/>
                      <a:pt x="3428" y="6390"/>
                      <a:pt x="4500" y="6603"/>
                    </a:cubicBezTo>
                    <a:cubicBezTo>
                      <a:pt x="5571" y="7454"/>
                      <a:pt x="6643" y="7668"/>
                      <a:pt x="7928" y="8520"/>
                    </a:cubicBezTo>
                    <a:cubicBezTo>
                      <a:pt x="8357" y="7881"/>
                      <a:pt x="8571" y="7454"/>
                      <a:pt x="8571" y="6390"/>
                    </a:cubicBezTo>
                    <a:cubicBezTo>
                      <a:pt x="8357" y="4899"/>
                      <a:pt x="8571" y="3621"/>
                      <a:pt x="8357" y="21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/>
              <p:cNvSpPr/>
              <p:nvPr/>
            </p:nvSpPr>
            <p:spPr>
              <a:xfrm>
                <a:off x="3033857" y="5551784"/>
                <a:ext cx="13927" cy="14057"/>
              </a:xfrm>
              <a:custGeom>
                <a:avLst/>
                <a:gdLst>
                  <a:gd name="connsiteX0" fmla="*/ 2571 w 13927"/>
                  <a:gd name="connsiteY0" fmla="*/ 14058 h 14057"/>
                  <a:gd name="connsiteX1" fmla="*/ 3000 w 13927"/>
                  <a:gd name="connsiteY1" fmla="*/ 13845 h 14057"/>
                  <a:gd name="connsiteX2" fmla="*/ 13928 w 13927"/>
                  <a:gd name="connsiteY2" fmla="*/ 0 h 14057"/>
                  <a:gd name="connsiteX3" fmla="*/ 4071 w 13927"/>
                  <a:gd name="connsiteY3" fmla="*/ 4899 h 14057"/>
                  <a:gd name="connsiteX4" fmla="*/ 0 w 13927"/>
                  <a:gd name="connsiteY4" fmla="*/ 8946 h 14057"/>
                  <a:gd name="connsiteX5" fmla="*/ 2571 w 13927"/>
                  <a:gd name="connsiteY5" fmla="*/ 14058 h 14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27" h="14057">
                    <a:moveTo>
                      <a:pt x="2571" y="14058"/>
                    </a:moveTo>
                    <a:cubicBezTo>
                      <a:pt x="2786" y="14058"/>
                      <a:pt x="2786" y="13845"/>
                      <a:pt x="3000" y="13845"/>
                    </a:cubicBezTo>
                    <a:cubicBezTo>
                      <a:pt x="6642" y="9159"/>
                      <a:pt x="10285" y="4473"/>
                      <a:pt x="13928" y="0"/>
                    </a:cubicBezTo>
                    <a:cubicBezTo>
                      <a:pt x="10714" y="1704"/>
                      <a:pt x="7500" y="3408"/>
                      <a:pt x="4071" y="4899"/>
                    </a:cubicBezTo>
                    <a:cubicBezTo>
                      <a:pt x="2786" y="6177"/>
                      <a:pt x="1500" y="7668"/>
                      <a:pt x="0" y="8946"/>
                    </a:cubicBezTo>
                    <a:cubicBezTo>
                      <a:pt x="1928" y="9798"/>
                      <a:pt x="3000" y="11928"/>
                      <a:pt x="2571" y="1405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/>
              <p:cNvSpPr/>
              <p:nvPr/>
            </p:nvSpPr>
            <p:spPr>
              <a:xfrm>
                <a:off x="3036642" y="5550506"/>
                <a:ext cx="13070" cy="14910"/>
              </a:xfrm>
              <a:custGeom>
                <a:avLst/>
                <a:gdLst>
                  <a:gd name="connsiteX0" fmla="*/ 13071 w 13070"/>
                  <a:gd name="connsiteY0" fmla="*/ 0 h 14910"/>
                  <a:gd name="connsiteX1" fmla="*/ 10928 w 13070"/>
                  <a:gd name="connsiteY1" fmla="*/ 1065 h 14910"/>
                  <a:gd name="connsiteX2" fmla="*/ 0 w 13070"/>
                  <a:gd name="connsiteY2" fmla="*/ 14910 h 14910"/>
                  <a:gd name="connsiteX3" fmla="*/ 643 w 13070"/>
                  <a:gd name="connsiteY3" fmla="*/ 14271 h 14910"/>
                  <a:gd name="connsiteX4" fmla="*/ 13071 w 13070"/>
                  <a:gd name="connsiteY4" fmla="*/ 0 h 14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70" h="14910">
                    <a:moveTo>
                      <a:pt x="13071" y="0"/>
                    </a:moveTo>
                    <a:cubicBezTo>
                      <a:pt x="12428" y="426"/>
                      <a:pt x="11785" y="852"/>
                      <a:pt x="10928" y="1065"/>
                    </a:cubicBezTo>
                    <a:cubicBezTo>
                      <a:pt x="7285" y="5538"/>
                      <a:pt x="3643" y="10011"/>
                      <a:pt x="0" y="14910"/>
                    </a:cubicBezTo>
                    <a:cubicBezTo>
                      <a:pt x="214" y="14697"/>
                      <a:pt x="429" y="14484"/>
                      <a:pt x="643" y="14271"/>
                    </a:cubicBezTo>
                    <a:cubicBezTo>
                      <a:pt x="4714" y="9585"/>
                      <a:pt x="8999" y="4899"/>
                      <a:pt x="130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/>
              <p:cNvSpPr/>
              <p:nvPr/>
            </p:nvSpPr>
            <p:spPr>
              <a:xfrm>
                <a:off x="3000216" y="5565842"/>
                <a:ext cx="36211" cy="34718"/>
              </a:xfrm>
              <a:custGeom>
                <a:avLst/>
                <a:gdLst>
                  <a:gd name="connsiteX0" fmla="*/ 36212 w 36211"/>
                  <a:gd name="connsiteY0" fmla="*/ 0 h 34718"/>
                  <a:gd name="connsiteX1" fmla="*/ 14356 w 36211"/>
                  <a:gd name="connsiteY1" fmla="*/ 16614 h 34718"/>
                  <a:gd name="connsiteX2" fmla="*/ 0 w 36211"/>
                  <a:gd name="connsiteY2" fmla="*/ 34719 h 34718"/>
                  <a:gd name="connsiteX3" fmla="*/ 33426 w 36211"/>
                  <a:gd name="connsiteY3" fmla="*/ 3834 h 34718"/>
                  <a:gd name="connsiteX4" fmla="*/ 35997 w 36211"/>
                  <a:gd name="connsiteY4" fmla="*/ 426 h 34718"/>
                  <a:gd name="connsiteX5" fmla="*/ 36212 w 36211"/>
                  <a:gd name="connsiteY5" fmla="*/ 0 h 34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211" h="34718">
                    <a:moveTo>
                      <a:pt x="36212" y="0"/>
                    </a:moveTo>
                    <a:cubicBezTo>
                      <a:pt x="28926" y="5538"/>
                      <a:pt x="21855" y="11076"/>
                      <a:pt x="14356" y="16614"/>
                    </a:cubicBezTo>
                    <a:cubicBezTo>
                      <a:pt x="9428" y="22578"/>
                      <a:pt x="4714" y="28542"/>
                      <a:pt x="0" y="34719"/>
                    </a:cubicBezTo>
                    <a:cubicBezTo>
                      <a:pt x="11142" y="24495"/>
                      <a:pt x="22284" y="14058"/>
                      <a:pt x="33426" y="3834"/>
                    </a:cubicBezTo>
                    <a:cubicBezTo>
                      <a:pt x="34283" y="2769"/>
                      <a:pt x="35140" y="1704"/>
                      <a:pt x="35997" y="426"/>
                    </a:cubicBezTo>
                    <a:cubicBezTo>
                      <a:pt x="35997" y="213"/>
                      <a:pt x="36212" y="0"/>
                      <a:pt x="362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/>
              <p:cNvSpPr/>
              <p:nvPr/>
            </p:nvSpPr>
            <p:spPr>
              <a:xfrm>
                <a:off x="3033643" y="5566055"/>
                <a:ext cx="2571" cy="3408"/>
              </a:xfrm>
              <a:custGeom>
                <a:avLst/>
                <a:gdLst>
                  <a:gd name="connsiteX0" fmla="*/ 0 w 2571"/>
                  <a:gd name="connsiteY0" fmla="*/ 3408 h 3408"/>
                  <a:gd name="connsiteX1" fmla="*/ 1286 w 2571"/>
                  <a:gd name="connsiteY1" fmla="*/ 2130 h 3408"/>
                  <a:gd name="connsiteX2" fmla="*/ 2143 w 2571"/>
                  <a:gd name="connsiteY2" fmla="*/ 852 h 3408"/>
                  <a:gd name="connsiteX3" fmla="*/ 2571 w 2571"/>
                  <a:gd name="connsiteY3" fmla="*/ 0 h 3408"/>
                  <a:gd name="connsiteX4" fmla="*/ 0 w 2571"/>
                  <a:gd name="connsiteY4" fmla="*/ 3408 h 3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71" h="3408">
                    <a:moveTo>
                      <a:pt x="0" y="3408"/>
                    </a:moveTo>
                    <a:cubicBezTo>
                      <a:pt x="429" y="2982"/>
                      <a:pt x="857" y="2556"/>
                      <a:pt x="1286" y="2130"/>
                    </a:cubicBezTo>
                    <a:cubicBezTo>
                      <a:pt x="1500" y="1704"/>
                      <a:pt x="1928" y="1278"/>
                      <a:pt x="2143" y="852"/>
                    </a:cubicBezTo>
                    <a:cubicBezTo>
                      <a:pt x="2357" y="639"/>
                      <a:pt x="2357" y="213"/>
                      <a:pt x="2571" y="0"/>
                    </a:cubicBezTo>
                    <a:cubicBezTo>
                      <a:pt x="1714" y="1278"/>
                      <a:pt x="857" y="2343"/>
                      <a:pt x="0" y="340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" name="任意多边形: 形状 41"/>
              <p:cNvSpPr/>
              <p:nvPr/>
            </p:nvSpPr>
            <p:spPr>
              <a:xfrm>
                <a:off x="3014573" y="5560730"/>
                <a:ext cx="21949" cy="21725"/>
              </a:xfrm>
              <a:custGeom>
                <a:avLst/>
                <a:gdLst>
                  <a:gd name="connsiteX0" fmla="*/ 19284 w 21949"/>
                  <a:gd name="connsiteY0" fmla="*/ 0 h 21725"/>
                  <a:gd name="connsiteX1" fmla="*/ 0 w 21949"/>
                  <a:gd name="connsiteY1" fmla="*/ 21726 h 21725"/>
                  <a:gd name="connsiteX2" fmla="*/ 21856 w 21949"/>
                  <a:gd name="connsiteY2" fmla="*/ 5112 h 21725"/>
                  <a:gd name="connsiteX3" fmla="*/ 19284 w 21949"/>
                  <a:gd name="connsiteY3" fmla="*/ 0 h 2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949" h="21725">
                    <a:moveTo>
                      <a:pt x="19284" y="0"/>
                    </a:moveTo>
                    <a:cubicBezTo>
                      <a:pt x="12642" y="7029"/>
                      <a:pt x="6214" y="14270"/>
                      <a:pt x="0" y="21726"/>
                    </a:cubicBezTo>
                    <a:cubicBezTo>
                      <a:pt x="7285" y="16187"/>
                      <a:pt x="14570" y="10862"/>
                      <a:pt x="21856" y="5112"/>
                    </a:cubicBezTo>
                    <a:cubicBezTo>
                      <a:pt x="22284" y="2982"/>
                      <a:pt x="21213" y="852"/>
                      <a:pt x="192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" name="任意多边形: 形状 42"/>
              <p:cNvSpPr/>
              <p:nvPr/>
            </p:nvSpPr>
            <p:spPr>
              <a:xfrm>
                <a:off x="2947882" y="5593958"/>
                <a:ext cx="69476" cy="221517"/>
              </a:xfrm>
              <a:custGeom>
                <a:avLst/>
                <a:gdLst>
                  <a:gd name="connsiteX0" fmla="*/ 3052 w 69476"/>
                  <a:gd name="connsiteY0" fmla="*/ 171037 h 221517"/>
                  <a:gd name="connsiteX1" fmla="*/ 266 w 69476"/>
                  <a:gd name="connsiteY1" fmla="*/ 221304 h 221517"/>
                  <a:gd name="connsiteX2" fmla="*/ 6480 w 69476"/>
                  <a:gd name="connsiteY2" fmla="*/ 220879 h 221517"/>
                  <a:gd name="connsiteX3" fmla="*/ 8195 w 69476"/>
                  <a:gd name="connsiteY3" fmla="*/ 221518 h 221517"/>
                  <a:gd name="connsiteX4" fmla="*/ 34764 w 69476"/>
                  <a:gd name="connsiteY4" fmla="*/ 84773 h 221517"/>
                  <a:gd name="connsiteX5" fmla="*/ 39907 w 69476"/>
                  <a:gd name="connsiteY5" fmla="*/ 72419 h 221517"/>
                  <a:gd name="connsiteX6" fmla="*/ 69476 w 69476"/>
                  <a:gd name="connsiteY6" fmla="*/ 0 h 221517"/>
                  <a:gd name="connsiteX7" fmla="*/ 66048 w 69476"/>
                  <a:gd name="connsiteY7" fmla="*/ 4047 h 221517"/>
                  <a:gd name="connsiteX8" fmla="*/ 3052 w 69476"/>
                  <a:gd name="connsiteY8" fmla="*/ 171037 h 221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9476" h="221517">
                    <a:moveTo>
                      <a:pt x="3052" y="171037"/>
                    </a:moveTo>
                    <a:cubicBezTo>
                      <a:pt x="695" y="187438"/>
                      <a:pt x="-591" y="204265"/>
                      <a:pt x="266" y="221304"/>
                    </a:cubicBezTo>
                    <a:cubicBezTo>
                      <a:pt x="1981" y="220026"/>
                      <a:pt x="4338" y="219814"/>
                      <a:pt x="6480" y="220879"/>
                    </a:cubicBezTo>
                    <a:cubicBezTo>
                      <a:pt x="6909" y="221092"/>
                      <a:pt x="7551" y="221304"/>
                      <a:pt x="8195" y="221518"/>
                    </a:cubicBezTo>
                    <a:cubicBezTo>
                      <a:pt x="6052" y="174019"/>
                      <a:pt x="18479" y="126733"/>
                      <a:pt x="34764" y="84773"/>
                    </a:cubicBezTo>
                    <a:cubicBezTo>
                      <a:pt x="36478" y="80513"/>
                      <a:pt x="38192" y="76466"/>
                      <a:pt x="39907" y="72419"/>
                    </a:cubicBezTo>
                    <a:cubicBezTo>
                      <a:pt x="43978" y="47924"/>
                      <a:pt x="55120" y="23003"/>
                      <a:pt x="69476" y="0"/>
                    </a:cubicBezTo>
                    <a:cubicBezTo>
                      <a:pt x="68405" y="1278"/>
                      <a:pt x="67119" y="2769"/>
                      <a:pt x="66048" y="4047"/>
                    </a:cubicBezTo>
                    <a:cubicBezTo>
                      <a:pt x="33693" y="53888"/>
                      <a:pt x="11837" y="110972"/>
                      <a:pt x="3052" y="171037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" name="任意多边形: 形状 43"/>
              <p:cNvSpPr/>
              <p:nvPr/>
            </p:nvSpPr>
            <p:spPr>
              <a:xfrm>
                <a:off x="3006859" y="5510037"/>
                <a:ext cx="92753" cy="116935"/>
              </a:xfrm>
              <a:custGeom>
                <a:avLst/>
                <a:gdLst>
                  <a:gd name="connsiteX0" fmla="*/ 72638 w 92753"/>
                  <a:gd name="connsiteY0" fmla="*/ 17040 h 116935"/>
                  <a:gd name="connsiteX1" fmla="*/ 71995 w 92753"/>
                  <a:gd name="connsiteY1" fmla="*/ 21939 h 116935"/>
                  <a:gd name="connsiteX2" fmla="*/ 66210 w 92753"/>
                  <a:gd name="connsiteY2" fmla="*/ 26625 h 116935"/>
                  <a:gd name="connsiteX3" fmla="*/ 64710 w 92753"/>
                  <a:gd name="connsiteY3" fmla="*/ 29181 h 116935"/>
                  <a:gd name="connsiteX4" fmla="*/ 52925 w 92753"/>
                  <a:gd name="connsiteY4" fmla="*/ 38553 h 116935"/>
                  <a:gd name="connsiteX5" fmla="*/ 0 w 92753"/>
                  <a:gd name="connsiteY5" fmla="*/ 116936 h 116935"/>
                  <a:gd name="connsiteX6" fmla="*/ 91494 w 92753"/>
                  <a:gd name="connsiteY6" fmla="*/ 5112 h 116935"/>
                  <a:gd name="connsiteX7" fmla="*/ 91922 w 92753"/>
                  <a:gd name="connsiteY7" fmla="*/ 0 h 116935"/>
                  <a:gd name="connsiteX8" fmla="*/ 87208 w 92753"/>
                  <a:gd name="connsiteY8" fmla="*/ 3408 h 116935"/>
                  <a:gd name="connsiteX9" fmla="*/ 72638 w 92753"/>
                  <a:gd name="connsiteY9" fmla="*/ 17040 h 116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2753" h="116935">
                    <a:moveTo>
                      <a:pt x="72638" y="17040"/>
                    </a:moveTo>
                    <a:cubicBezTo>
                      <a:pt x="73709" y="18744"/>
                      <a:pt x="73923" y="20661"/>
                      <a:pt x="71995" y="21939"/>
                    </a:cubicBezTo>
                    <a:cubicBezTo>
                      <a:pt x="70067" y="23642"/>
                      <a:pt x="68138" y="25134"/>
                      <a:pt x="66210" y="26625"/>
                    </a:cubicBezTo>
                    <a:cubicBezTo>
                      <a:pt x="66210" y="27477"/>
                      <a:pt x="65781" y="28542"/>
                      <a:pt x="64710" y="29181"/>
                    </a:cubicBezTo>
                    <a:cubicBezTo>
                      <a:pt x="60639" y="32163"/>
                      <a:pt x="56782" y="35144"/>
                      <a:pt x="52925" y="38553"/>
                    </a:cubicBezTo>
                    <a:cubicBezTo>
                      <a:pt x="33640" y="60704"/>
                      <a:pt x="13285" y="87968"/>
                      <a:pt x="0" y="116936"/>
                    </a:cubicBezTo>
                    <a:cubicBezTo>
                      <a:pt x="23355" y="74336"/>
                      <a:pt x="53996" y="35997"/>
                      <a:pt x="91494" y="5112"/>
                    </a:cubicBezTo>
                    <a:cubicBezTo>
                      <a:pt x="93208" y="3621"/>
                      <a:pt x="92993" y="1491"/>
                      <a:pt x="91922" y="0"/>
                    </a:cubicBezTo>
                    <a:cubicBezTo>
                      <a:pt x="90422" y="1065"/>
                      <a:pt x="88922" y="2343"/>
                      <a:pt x="87208" y="3408"/>
                    </a:cubicBezTo>
                    <a:cubicBezTo>
                      <a:pt x="82708" y="7029"/>
                      <a:pt x="77780" y="11715"/>
                      <a:pt x="72638" y="1704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" name="任意多边形: 形状 44"/>
              <p:cNvSpPr/>
              <p:nvPr/>
            </p:nvSpPr>
            <p:spPr>
              <a:xfrm>
                <a:off x="2948791" y="5819948"/>
                <a:ext cx="7070" cy="3846"/>
              </a:xfrm>
              <a:custGeom>
                <a:avLst/>
                <a:gdLst>
                  <a:gd name="connsiteX0" fmla="*/ 0 w 7070"/>
                  <a:gd name="connsiteY0" fmla="*/ 2343 h 3846"/>
                  <a:gd name="connsiteX1" fmla="*/ 7071 w 7070"/>
                  <a:gd name="connsiteY1" fmla="*/ 1278 h 3846"/>
                  <a:gd name="connsiteX2" fmla="*/ 3214 w 7070"/>
                  <a:gd name="connsiteY2" fmla="*/ 0 h 3846"/>
                  <a:gd name="connsiteX3" fmla="*/ 0 w 7070"/>
                  <a:gd name="connsiteY3" fmla="*/ 2343 h 3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70" h="3846">
                    <a:moveTo>
                      <a:pt x="0" y="2343"/>
                    </a:moveTo>
                    <a:cubicBezTo>
                      <a:pt x="1714" y="4686"/>
                      <a:pt x="6000" y="4260"/>
                      <a:pt x="7071" y="1278"/>
                    </a:cubicBezTo>
                    <a:cubicBezTo>
                      <a:pt x="5571" y="852"/>
                      <a:pt x="4286" y="426"/>
                      <a:pt x="3214" y="0"/>
                    </a:cubicBezTo>
                    <a:cubicBezTo>
                      <a:pt x="3214" y="213"/>
                      <a:pt x="1929" y="1065"/>
                      <a:pt x="0" y="23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" name="任意多边形: 形状 45"/>
              <p:cNvSpPr/>
              <p:nvPr/>
            </p:nvSpPr>
            <p:spPr>
              <a:xfrm>
                <a:off x="3074568" y="5507341"/>
                <a:ext cx="23569" cy="17606"/>
              </a:xfrm>
              <a:custGeom>
                <a:avLst/>
                <a:gdLst>
                  <a:gd name="connsiteX0" fmla="*/ 19284 w 23569"/>
                  <a:gd name="connsiteY0" fmla="*/ 5678 h 17606"/>
                  <a:gd name="connsiteX1" fmla="*/ 23570 w 23569"/>
                  <a:gd name="connsiteY1" fmla="*/ 1631 h 17606"/>
                  <a:gd name="connsiteX2" fmla="*/ 18427 w 23569"/>
                  <a:gd name="connsiteY2" fmla="*/ 779 h 17606"/>
                  <a:gd name="connsiteX3" fmla="*/ 0 w 23569"/>
                  <a:gd name="connsiteY3" fmla="*/ 17606 h 17606"/>
                  <a:gd name="connsiteX4" fmla="*/ 1286 w 23569"/>
                  <a:gd name="connsiteY4" fmla="*/ 17393 h 17606"/>
                  <a:gd name="connsiteX5" fmla="*/ 19284 w 23569"/>
                  <a:gd name="connsiteY5" fmla="*/ 5678 h 17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3569" h="17606">
                    <a:moveTo>
                      <a:pt x="19284" y="5678"/>
                    </a:moveTo>
                    <a:cubicBezTo>
                      <a:pt x="20784" y="4187"/>
                      <a:pt x="22284" y="2909"/>
                      <a:pt x="23570" y="1631"/>
                    </a:cubicBezTo>
                    <a:cubicBezTo>
                      <a:pt x="22284" y="140"/>
                      <a:pt x="20141" y="-712"/>
                      <a:pt x="18427" y="779"/>
                    </a:cubicBezTo>
                    <a:cubicBezTo>
                      <a:pt x="11999" y="6104"/>
                      <a:pt x="6000" y="11855"/>
                      <a:pt x="0" y="17606"/>
                    </a:cubicBezTo>
                    <a:cubicBezTo>
                      <a:pt x="428" y="17393"/>
                      <a:pt x="857" y="17393"/>
                      <a:pt x="1286" y="17393"/>
                    </a:cubicBezTo>
                    <a:cubicBezTo>
                      <a:pt x="7499" y="13772"/>
                      <a:pt x="13499" y="9725"/>
                      <a:pt x="19284" y="567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" name="任意多边形: 形状 46"/>
              <p:cNvSpPr/>
              <p:nvPr/>
            </p:nvSpPr>
            <p:spPr>
              <a:xfrm>
                <a:off x="3093853" y="5508972"/>
                <a:ext cx="4713" cy="4046"/>
              </a:xfrm>
              <a:custGeom>
                <a:avLst/>
                <a:gdLst>
                  <a:gd name="connsiteX0" fmla="*/ 4714 w 4713"/>
                  <a:gd name="connsiteY0" fmla="*/ 639 h 4046"/>
                  <a:gd name="connsiteX1" fmla="*/ 4285 w 4713"/>
                  <a:gd name="connsiteY1" fmla="*/ 0 h 4046"/>
                  <a:gd name="connsiteX2" fmla="*/ 0 w 4713"/>
                  <a:gd name="connsiteY2" fmla="*/ 4046 h 4046"/>
                  <a:gd name="connsiteX3" fmla="*/ 4714 w 4713"/>
                  <a:gd name="connsiteY3" fmla="*/ 639 h 4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13" h="4046">
                    <a:moveTo>
                      <a:pt x="4714" y="639"/>
                    </a:moveTo>
                    <a:cubicBezTo>
                      <a:pt x="4500" y="426"/>
                      <a:pt x="4500" y="213"/>
                      <a:pt x="4285" y="0"/>
                    </a:cubicBezTo>
                    <a:cubicBezTo>
                      <a:pt x="3000" y="1278"/>
                      <a:pt x="1500" y="2556"/>
                      <a:pt x="0" y="4046"/>
                    </a:cubicBezTo>
                    <a:cubicBezTo>
                      <a:pt x="1500" y="2768"/>
                      <a:pt x="3214" y="1704"/>
                      <a:pt x="4714" y="6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" name="任意多边形: 形状 47"/>
              <p:cNvSpPr/>
              <p:nvPr/>
            </p:nvSpPr>
            <p:spPr>
              <a:xfrm>
                <a:off x="2947934" y="5814155"/>
                <a:ext cx="8142" cy="8349"/>
              </a:xfrm>
              <a:custGeom>
                <a:avLst/>
                <a:gdLst>
                  <a:gd name="connsiteX0" fmla="*/ 7928 w 8142"/>
                  <a:gd name="connsiteY0" fmla="*/ 1321 h 8349"/>
                  <a:gd name="connsiteX1" fmla="*/ 6214 w 8142"/>
                  <a:gd name="connsiteY1" fmla="*/ 682 h 8349"/>
                  <a:gd name="connsiteX2" fmla="*/ 0 w 8142"/>
                  <a:gd name="connsiteY2" fmla="*/ 1108 h 8349"/>
                  <a:gd name="connsiteX3" fmla="*/ 0 w 8142"/>
                  <a:gd name="connsiteY3" fmla="*/ 6220 h 8349"/>
                  <a:gd name="connsiteX4" fmla="*/ 857 w 8142"/>
                  <a:gd name="connsiteY4" fmla="*/ 8349 h 8349"/>
                  <a:gd name="connsiteX5" fmla="*/ 4071 w 8142"/>
                  <a:gd name="connsiteY5" fmla="*/ 6007 h 8349"/>
                  <a:gd name="connsiteX6" fmla="*/ 7928 w 8142"/>
                  <a:gd name="connsiteY6" fmla="*/ 7285 h 8349"/>
                  <a:gd name="connsiteX7" fmla="*/ 8142 w 8142"/>
                  <a:gd name="connsiteY7" fmla="*/ 5794 h 8349"/>
                  <a:gd name="connsiteX8" fmla="*/ 7928 w 8142"/>
                  <a:gd name="connsiteY8" fmla="*/ 1321 h 8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142" h="8349">
                    <a:moveTo>
                      <a:pt x="7928" y="1321"/>
                    </a:moveTo>
                    <a:cubicBezTo>
                      <a:pt x="7285" y="1108"/>
                      <a:pt x="6642" y="895"/>
                      <a:pt x="6214" y="682"/>
                    </a:cubicBezTo>
                    <a:cubicBezTo>
                      <a:pt x="4071" y="-383"/>
                      <a:pt x="1714" y="-170"/>
                      <a:pt x="0" y="1108"/>
                    </a:cubicBezTo>
                    <a:cubicBezTo>
                      <a:pt x="0" y="2812"/>
                      <a:pt x="0" y="4516"/>
                      <a:pt x="0" y="6220"/>
                    </a:cubicBezTo>
                    <a:cubicBezTo>
                      <a:pt x="0" y="7072"/>
                      <a:pt x="429" y="7710"/>
                      <a:pt x="857" y="8349"/>
                    </a:cubicBezTo>
                    <a:cubicBezTo>
                      <a:pt x="2786" y="7072"/>
                      <a:pt x="4071" y="6007"/>
                      <a:pt x="4071" y="6007"/>
                    </a:cubicBezTo>
                    <a:cubicBezTo>
                      <a:pt x="4928" y="6433"/>
                      <a:pt x="6214" y="6859"/>
                      <a:pt x="7928" y="7285"/>
                    </a:cubicBezTo>
                    <a:cubicBezTo>
                      <a:pt x="8142" y="6859"/>
                      <a:pt x="8142" y="6433"/>
                      <a:pt x="8142" y="5794"/>
                    </a:cubicBezTo>
                    <a:cubicBezTo>
                      <a:pt x="7928" y="4303"/>
                      <a:pt x="7928" y="2812"/>
                      <a:pt x="7928" y="13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9" name="任意多边形: 形状 48"/>
              <p:cNvSpPr/>
              <p:nvPr/>
            </p:nvSpPr>
            <p:spPr>
              <a:xfrm>
                <a:off x="3075640" y="5512806"/>
                <a:ext cx="18213" cy="14057"/>
              </a:xfrm>
              <a:custGeom>
                <a:avLst/>
                <a:gdLst>
                  <a:gd name="connsiteX0" fmla="*/ 3428 w 18213"/>
                  <a:gd name="connsiteY0" fmla="*/ 13632 h 14057"/>
                  <a:gd name="connsiteX1" fmla="*/ 3857 w 18213"/>
                  <a:gd name="connsiteY1" fmla="*/ 14058 h 14057"/>
                  <a:gd name="connsiteX2" fmla="*/ 18213 w 18213"/>
                  <a:gd name="connsiteY2" fmla="*/ 0 h 14057"/>
                  <a:gd name="connsiteX3" fmla="*/ 0 w 18213"/>
                  <a:gd name="connsiteY3" fmla="*/ 11715 h 14057"/>
                  <a:gd name="connsiteX4" fmla="*/ 3428 w 18213"/>
                  <a:gd name="connsiteY4" fmla="*/ 13632 h 14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13" h="14057">
                    <a:moveTo>
                      <a:pt x="3428" y="13632"/>
                    </a:moveTo>
                    <a:cubicBezTo>
                      <a:pt x="3643" y="13845"/>
                      <a:pt x="3643" y="14058"/>
                      <a:pt x="3857" y="14058"/>
                    </a:cubicBezTo>
                    <a:cubicBezTo>
                      <a:pt x="9000" y="8733"/>
                      <a:pt x="13928" y="4047"/>
                      <a:pt x="18213" y="0"/>
                    </a:cubicBezTo>
                    <a:cubicBezTo>
                      <a:pt x="12428" y="4260"/>
                      <a:pt x="6428" y="8094"/>
                      <a:pt x="0" y="11715"/>
                    </a:cubicBezTo>
                    <a:cubicBezTo>
                      <a:pt x="1500" y="11928"/>
                      <a:pt x="2571" y="12567"/>
                      <a:pt x="3428" y="1363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" name="任意多边形: 形状 49"/>
              <p:cNvSpPr/>
              <p:nvPr/>
            </p:nvSpPr>
            <p:spPr>
              <a:xfrm>
                <a:off x="2987574" y="5548376"/>
                <a:ext cx="71994" cy="118000"/>
              </a:xfrm>
              <a:custGeom>
                <a:avLst/>
                <a:gdLst>
                  <a:gd name="connsiteX0" fmla="*/ 71995 w 71994"/>
                  <a:gd name="connsiteY0" fmla="*/ 0 h 118000"/>
                  <a:gd name="connsiteX1" fmla="*/ 36426 w 71994"/>
                  <a:gd name="connsiteY1" fmla="*/ 37062 h 118000"/>
                  <a:gd name="connsiteX2" fmla="*/ 29569 w 71994"/>
                  <a:gd name="connsiteY2" fmla="*/ 45582 h 118000"/>
                  <a:gd name="connsiteX3" fmla="*/ 0 w 71994"/>
                  <a:gd name="connsiteY3" fmla="*/ 118001 h 118000"/>
                  <a:gd name="connsiteX4" fmla="*/ 19070 w 71994"/>
                  <a:gd name="connsiteY4" fmla="*/ 78384 h 118000"/>
                  <a:gd name="connsiteX5" fmla="*/ 71995 w 71994"/>
                  <a:gd name="connsiteY5" fmla="*/ 0 h 11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1994" h="118000">
                    <a:moveTo>
                      <a:pt x="71995" y="0"/>
                    </a:moveTo>
                    <a:cubicBezTo>
                      <a:pt x="58924" y="11289"/>
                      <a:pt x="47568" y="24069"/>
                      <a:pt x="36426" y="37062"/>
                    </a:cubicBezTo>
                    <a:cubicBezTo>
                      <a:pt x="34069" y="39830"/>
                      <a:pt x="31926" y="42600"/>
                      <a:pt x="29569" y="45582"/>
                    </a:cubicBezTo>
                    <a:cubicBezTo>
                      <a:pt x="15213" y="68585"/>
                      <a:pt x="4071" y="93506"/>
                      <a:pt x="0" y="118001"/>
                    </a:cubicBezTo>
                    <a:cubicBezTo>
                      <a:pt x="5785" y="104369"/>
                      <a:pt x="11999" y="91163"/>
                      <a:pt x="19070" y="78384"/>
                    </a:cubicBezTo>
                    <a:cubicBezTo>
                      <a:pt x="32355" y="49416"/>
                      <a:pt x="52711" y="21939"/>
                      <a:pt x="7199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" name="任意多边形: 形状 50"/>
              <p:cNvSpPr/>
              <p:nvPr/>
            </p:nvSpPr>
            <p:spPr>
              <a:xfrm>
                <a:off x="3074140" y="5524521"/>
                <a:ext cx="1499" cy="426"/>
              </a:xfrm>
              <a:custGeom>
                <a:avLst/>
                <a:gdLst>
                  <a:gd name="connsiteX0" fmla="*/ 857 w 1499"/>
                  <a:gd name="connsiteY0" fmla="*/ 426 h 426"/>
                  <a:gd name="connsiteX1" fmla="*/ 1500 w 1499"/>
                  <a:gd name="connsiteY1" fmla="*/ 0 h 426"/>
                  <a:gd name="connsiteX2" fmla="*/ 214 w 1499"/>
                  <a:gd name="connsiteY2" fmla="*/ 213 h 426"/>
                  <a:gd name="connsiteX3" fmla="*/ 0 w 1499"/>
                  <a:gd name="connsiteY3" fmla="*/ 426 h 426"/>
                  <a:gd name="connsiteX4" fmla="*/ 857 w 1499"/>
                  <a:gd name="connsiteY4" fmla="*/ 426 h 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99" h="426">
                    <a:moveTo>
                      <a:pt x="857" y="426"/>
                    </a:moveTo>
                    <a:cubicBezTo>
                      <a:pt x="1071" y="213"/>
                      <a:pt x="1286" y="213"/>
                      <a:pt x="1500" y="0"/>
                    </a:cubicBezTo>
                    <a:cubicBezTo>
                      <a:pt x="1071" y="0"/>
                      <a:pt x="643" y="213"/>
                      <a:pt x="214" y="213"/>
                    </a:cubicBezTo>
                    <a:cubicBezTo>
                      <a:pt x="214" y="213"/>
                      <a:pt x="214" y="213"/>
                      <a:pt x="0" y="426"/>
                    </a:cubicBezTo>
                    <a:cubicBezTo>
                      <a:pt x="429" y="426"/>
                      <a:pt x="643" y="426"/>
                      <a:pt x="857" y="4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" name="任意多边形: 形状 51"/>
              <p:cNvSpPr/>
              <p:nvPr/>
            </p:nvSpPr>
            <p:spPr>
              <a:xfrm>
                <a:off x="3072211" y="5531976"/>
                <a:ext cx="6427" cy="4685"/>
              </a:xfrm>
              <a:custGeom>
                <a:avLst/>
                <a:gdLst>
                  <a:gd name="connsiteX0" fmla="*/ 643 w 6427"/>
                  <a:gd name="connsiteY0" fmla="*/ 4686 h 4685"/>
                  <a:gd name="connsiteX1" fmla="*/ 6428 w 6427"/>
                  <a:gd name="connsiteY1" fmla="*/ 0 h 4685"/>
                  <a:gd name="connsiteX2" fmla="*/ 0 w 6427"/>
                  <a:gd name="connsiteY2" fmla="*/ 3195 h 4685"/>
                  <a:gd name="connsiteX3" fmla="*/ 643 w 6427"/>
                  <a:gd name="connsiteY3" fmla="*/ 4686 h 4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27" h="4685">
                    <a:moveTo>
                      <a:pt x="643" y="4686"/>
                    </a:moveTo>
                    <a:cubicBezTo>
                      <a:pt x="2571" y="3195"/>
                      <a:pt x="4500" y="1491"/>
                      <a:pt x="6428" y="0"/>
                    </a:cubicBezTo>
                    <a:cubicBezTo>
                      <a:pt x="4285" y="1278"/>
                      <a:pt x="2143" y="2130"/>
                      <a:pt x="0" y="3195"/>
                    </a:cubicBezTo>
                    <a:cubicBezTo>
                      <a:pt x="428" y="3621"/>
                      <a:pt x="643" y="4047"/>
                      <a:pt x="643" y="468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" name="任意多边形: 形状 52"/>
              <p:cNvSpPr/>
              <p:nvPr/>
            </p:nvSpPr>
            <p:spPr>
              <a:xfrm>
                <a:off x="3074997" y="5524521"/>
                <a:ext cx="4071" cy="1916"/>
              </a:xfrm>
              <a:custGeom>
                <a:avLst/>
                <a:gdLst>
                  <a:gd name="connsiteX0" fmla="*/ 4071 w 4071"/>
                  <a:gd name="connsiteY0" fmla="*/ 1917 h 1916"/>
                  <a:gd name="connsiteX1" fmla="*/ 643 w 4071"/>
                  <a:gd name="connsiteY1" fmla="*/ 0 h 1916"/>
                  <a:gd name="connsiteX2" fmla="*/ 0 w 4071"/>
                  <a:gd name="connsiteY2" fmla="*/ 426 h 1916"/>
                  <a:gd name="connsiteX3" fmla="*/ 4071 w 4071"/>
                  <a:gd name="connsiteY3" fmla="*/ 1917 h 19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71" h="1916">
                    <a:moveTo>
                      <a:pt x="4071" y="1917"/>
                    </a:moveTo>
                    <a:cubicBezTo>
                      <a:pt x="3214" y="639"/>
                      <a:pt x="2143" y="0"/>
                      <a:pt x="643" y="0"/>
                    </a:cubicBezTo>
                    <a:cubicBezTo>
                      <a:pt x="429" y="213"/>
                      <a:pt x="214" y="213"/>
                      <a:pt x="0" y="426"/>
                    </a:cubicBezTo>
                    <a:cubicBezTo>
                      <a:pt x="1500" y="213"/>
                      <a:pt x="3000" y="852"/>
                      <a:pt x="4071" y="1917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4" name="任意多边形: 形状 53"/>
              <p:cNvSpPr/>
              <p:nvPr/>
            </p:nvSpPr>
            <p:spPr>
              <a:xfrm>
                <a:off x="3013930" y="5579261"/>
                <a:ext cx="13070" cy="18743"/>
              </a:xfrm>
              <a:custGeom>
                <a:avLst/>
                <a:gdLst>
                  <a:gd name="connsiteX0" fmla="*/ 0 w 13070"/>
                  <a:gd name="connsiteY0" fmla="*/ 18744 h 18743"/>
                  <a:gd name="connsiteX1" fmla="*/ 3428 w 13070"/>
                  <a:gd name="connsiteY1" fmla="*/ 14697 h 18743"/>
                  <a:gd name="connsiteX2" fmla="*/ 13071 w 13070"/>
                  <a:gd name="connsiteY2" fmla="*/ 0 h 18743"/>
                  <a:gd name="connsiteX3" fmla="*/ 0 w 13070"/>
                  <a:gd name="connsiteY3" fmla="*/ 18744 h 18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070" h="18743">
                    <a:moveTo>
                      <a:pt x="0" y="18744"/>
                    </a:moveTo>
                    <a:cubicBezTo>
                      <a:pt x="1071" y="17466"/>
                      <a:pt x="2143" y="15975"/>
                      <a:pt x="3428" y="14697"/>
                    </a:cubicBezTo>
                    <a:cubicBezTo>
                      <a:pt x="6642" y="9585"/>
                      <a:pt x="9856" y="4686"/>
                      <a:pt x="13071" y="0"/>
                    </a:cubicBezTo>
                    <a:cubicBezTo>
                      <a:pt x="8571" y="5964"/>
                      <a:pt x="4071" y="12354"/>
                      <a:pt x="0" y="18744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5" name="任意多边形: 形状 54"/>
              <p:cNvSpPr/>
              <p:nvPr/>
            </p:nvSpPr>
            <p:spPr>
              <a:xfrm>
                <a:off x="3059569" y="5538792"/>
                <a:ext cx="11784" cy="9371"/>
              </a:xfrm>
              <a:custGeom>
                <a:avLst/>
                <a:gdLst>
                  <a:gd name="connsiteX0" fmla="*/ 3214 w 11784"/>
                  <a:gd name="connsiteY0" fmla="*/ 5964 h 9371"/>
                  <a:gd name="connsiteX1" fmla="*/ 0 w 11784"/>
                  <a:gd name="connsiteY1" fmla="*/ 9372 h 9371"/>
                  <a:gd name="connsiteX2" fmla="*/ 11785 w 11784"/>
                  <a:gd name="connsiteY2" fmla="*/ 0 h 9371"/>
                  <a:gd name="connsiteX3" fmla="*/ 7500 w 11784"/>
                  <a:gd name="connsiteY3" fmla="*/ 2343 h 9371"/>
                  <a:gd name="connsiteX4" fmla="*/ 3214 w 11784"/>
                  <a:gd name="connsiteY4" fmla="*/ 5964 h 93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84" h="9371">
                    <a:moveTo>
                      <a:pt x="3214" y="5964"/>
                    </a:moveTo>
                    <a:cubicBezTo>
                      <a:pt x="2143" y="7029"/>
                      <a:pt x="1071" y="8307"/>
                      <a:pt x="0" y="9372"/>
                    </a:cubicBezTo>
                    <a:cubicBezTo>
                      <a:pt x="3857" y="6176"/>
                      <a:pt x="7714" y="2982"/>
                      <a:pt x="11785" y="0"/>
                    </a:cubicBezTo>
                    <a:cubicBezTo>
                      <a:pt x="10285" y="852"/>
                      <a:pt x="9000" y="1490"/>
                      <a:pt x="7500" y="2343"/>
                    </a:cubicBezTo>
                    <a:cubicBezTo>
                      <a:pt x="6000" y="3621"/>
                      <a:pt x="4714" y="4899"/>
                      <a:pt x="3214" y="5964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6" name="任意多边形: 形状 55"/>
              <p:cNvSpPr/>
              <p:nvPr/>
            </p:nvSpPr>
            <p:spPr>
              <a:xfrm>
                <a:off x="3017358" y="5544968"/>
                <a:ext cx="45639" cy="48989"/>
              </a:xfrm>
              <a:custGeom>
                <a:avLst/>
                <a:gdLst>
                  <a:gd name="connsiteX0" fmla="*/ 20141 w 45639"/>
                  <a:gd name="connsiteY0" fmla="*/ 20022 h 48989"/>
                  <a:gd name="connsiteX1" fmla="*/ 18641 w 45639"/>
                  <a:gd name="connsiteY1" fmla="*/ 22152 h 48989"/>
                  <a:gd name="connsiteX2" fmla="*/ 18427 w 45639"/>
                  <a:gd name="connsiteY2" fmla="*/ 22791 h 48989"/>
                  <a:gd name="connsiteX3" fmla="*/ 17784 w 45639"/>
                  <a:gd name="connsiteY3" fmla="*/ 23430 h 48989"/>
                  <a:gd name="connsiteX4" fmla="*/ 9642 w 45639"/>
                  <a:gd name="connsiteY4" fmla="*/ 34293 h 48989"/>
                  <a:gd name="connsiteX5" fmla="*/ 0 w 45639"/>
                  <a:gd name="connsiteY5" fmla="*/ 48990 h 48989"/>
                  <a:gd name="connsiteX6" fmla="*/ 6856 w 45639"/>
                  <a:gd name="connsiteY6" fmla="*/ 40470 h 48989"/>
                  <a:gd name="connsiteX7" fmla="*/ 42426 w 45639"/>
                  <a:gd name="connsiteY7" fmla="*/ 3408 h 48989"/>
                  <a:gd name="connsiteX8" fmla="*/ 45639 w 45639"/>
                  <a:gd name="connsiteY8" fmla="*/ 0 h 48989"/>
                  <a:gd name="connsiteX9" fmla="*/ 20141 w 45639"/>
                  <a:gd name="connsiteY9" fmla="*/ 20022 h 489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5639" h="48989">
                    <a:moveTo>
                      <a:pt x="20141" y="20022"/>
                    </a:moveTo>
                    <a:cubicBezTo>
                      <a:pt x="19498" y="20661"/>
                      <a:pt x="19070" y="21513"/>
                      <a:pt x="18641" y="22152"/>
                    </a:cubicBezTo>
                    <a:cubicBezTo>
                      <a:pt x="18427" y="22365"/>
                      <a:pt x="18641" y="22578"/>
                      <a:pt x="18427" y="22791"/>
                    </a:cubicBezTo>
                    <a:cubicBezTo>
                      <a:pt x="18213" y="23004"/>
                      <a:pt x="17999" y="23217"/>
                      <a:pt x="17784" y="23430"/>
                    </a:cubicBezTo>
                    <a:cubicBezTo>
                      <a:pt x="14999" y="27051"/>
                      <a:pt x="12427" y="30672"/>
                      <a:pt x="9642" y="34293"/>
                    </a:cubicBezTo>
                    <a:cubicBezTo>
                      <a:pt x="6214" y="39192"/>
                      <a:pt x="3000" y="44091"/>
                      <a:pt x="0" y="48990"/>
                    </a:cubicBezTo>
                    <a:cubicBezTo>
                      <a:pt x="2357" y="46221"/>
                      <a:pt x="4500" y="43239"/>
                      <a:pt x="6856" y="40470"/>
                    </a:cubicBezTo>
                    <a:cubicBezTo>
                      <a:pt x="17784" y="27477"/>
                      <a:pt x="29355" y="14484"/>
                      <a:pt x="42426" y="3408"/>
                    </a:cubicBezTo>
                    <a:cubicBezTo>
                      <a:pt x="43497" y="2130"/>
                      <a:pt x="44568" y="1065"/>
                      <a:pt x="45639" y="0"/>
                    </a:cubicBezTo>
                    <a:cubicBezTo>
                      <a:pt x="37069" y="6604"/>
                      <a:pt x="28498" y="13419"/>
                      <a:pt x="20141" y="200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7" name="任意多边形: 形状 56"/>
              <p:cNvSpPr/>
              <p:nvPr/>
            </p:nvSpPr>
            <p:spPr>
              <a:xfrm>
                <a:off x="3062783" y="5541348"/>
                <a:ext cx="4285" cy="3408"/>
              </a:xfrm>
              <a:custGeom>
                <a:avLst/>
                <a:gdLst>
                  <a:gd name="connsiteX0" fmla="*/ 0 w 4285"/>
                  <a:gd name="connsiteY0" fmla="*/ 3408 h 3408"/>
                  <a:gd name="connsiteX1" fmla="*/ 4285 w 4285"/>
                  <a:gd name="connsiteY1" fmla="*/ 0 h 3408"/>
                  <a:gd name="connsiteX2" fmla="*/ 2143 w 4285"/>
                  <a:gd name="connsiteY2" fmla="*/ 1278 h 3408"/>
                  <a:gd name="connsiteX3" fmla="*/ 0 w 4285"/>
                  <a:gd name="connsiteY3" fmla="*/ 3408 h 3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5" h="3408">
                    <a:moveTo>
                      <a:pt x="0" y="3408"/>
                    </a:moveTo>
                    <a:cubicBezTo>
                      <a:pt x="1500" y="2343"/>
                      <a:pt x="2786" y="1065"/>
                      <a:pt x="4285" y="0"/>
                    </a:cubicBezTo>
                    <a:cubicBezTo>
                      <a:pt x="3643" y="426"/>
                      <a:pt x="2786" y="852"/>
                      <a:pt x="2143" y="1278"/>
                    </a:cubicBezTo>
                    <a:cubicBezTo>
                      <a:pt x="1286" y="1917"/>
                      <a:pt x="643" y="2769"/>
                      <a:pt x="0" y="340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8" name="任意多边形: 形状 57"/>
              <p:cNvSpPr/>
              <p:nvPr/>
            </p:nvSpPr>
            <p:spPr>
              <a:xfrm>
                <a:off x="3037499" y="5542200"/>
                <a:ext cx="27212" cy="22577"/>
              </a:xfrm>
              <a:custGeom>
                <a:avLst/>
                <a:gdLst>
                  <a:gd name="connsiteX0" fmla="*/ 12214 w 27212"/>
                  <a:gd name="connsiteY0" fmla="*/ 8307 h 22577"/>
                  <a:gd name="connsiteX1" fmla="*/ 0 w 27212"/>
                  <a:gd name="connsiteY1" fmla="*/ 22578 h 22577"/>
                  <a:gd name="connsiteX2" fmla="*/ 25284 w 27212"/>
                  <a:gd name="connsiteY2" fmla="*/ 2343 h 22577"/>
                  <a:gd name="connsiteX3" fmla="*/ 27212 w 27212"/>
                  <a:gd name="connsiteY3" fmla="*/ 0 h 22577"/>
                  <a:gd name="connsiteX4" fmla="*/ 12214 w 27212"/>
                  <a:gd name="connsiteY4" fmla="*/ 8307 h 22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212" h="22577">
                    <a:moveTo>
                      <a:pt x="12214" y="8307"/>
                    </a:moveTo>
                    <a:cubicBezTo>
                      <a:pt x="8142" y="12993"/>
                      <a:pt x="3857" y="17679"/>
                      <a:pt x="0" y="22578"/>
                    </a:cubicBezTo>
                    <a:cubicBezTo>
                      <a:pt x="8571" y="15975"/>
                      <a:pt x="16928" y="9159"/>
                      <a:pt x="25284" y="2343"/>
                    </a:cubicBezTo>
                    <a:cubicBezTo>
                      <a:pt x="25927" y="1490"/>
                      <a:pt x="26570" y="852"/>
                      <a:pt x="27212" y="0"/>
                    </a:cubicBezTo>
                    <a:cubicBezTo>
                      <a:pt x="22284" y="3195"/>
                      <a:pt x="17356" y="5751"/>
                      <a:pt x="12214" y="8307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9" name="任意多边形: 形状 58"/>
              <p:cNvSpPr/>
              <p:nvPr/>
            </p:nvSpPr>
            <p:spPr>
              <a:xfrm>
                <a:off x="3034928" y="5567120"/>
                <a:ext cx="856" cy="1277"/>
              </a:xfrm>
              <a:custGeom>
                <a:avLst/>
                <a:gdLst>
                  <a:gd name="connsiteX0" fmla="*/ 643 w 856"/>
                  <a:gd name="connsiteY0" fmla="*/ 639 h 1277"/>
                  <a:gd name="connsiteX1" fmla="*/ 857 w 856"/>
                  <a:gd name="connsiteY1" fmla="*/ 0 h 1277"/>
                  <a:gd name="connsiteX2" fmla="*/ 0 w 856"/>
                  <a:gd name="connsiteY2" fmla="*/ 1278 h 1277"/>
                  <a:gd name="connsiteX3" fmla="*/ 643 w 856"/>
                  <a:gd name="connsiteY3" fmla="*/ 639 h 12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56" h="1277">
                    <a:moveTo>
                      <a:pt x="643" y="639"/>
                    </a:moveTo>
                    <a:cubicBezTo>
                      <a:pt x="857" y="426"/>
                      <a:pt x="857" y="213"/>
                      <a:pt x="857" y="0"/>
                    </a:cubicBezTo>
                    <a:cubicBezTo>
                      <a:pt x="643" y="426"/>
                      <a:pt x="214" y="852"/>
                      <a:pt x="0" y="1278"/>
                    </a:cubicBezTo>
                    <a:cubicBezTo>
                      <a:pt x="214" y="1065"/>
                      <a:pt x="429" y="852"/>
                      <a:pt x="643" y="6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0" name="任意多边形: 形状 59"/>
              <p:cNvSpPr/>
              <p:nvPr/>
            </p:nvSpPr>
            <p:spPr>
              <a:xfrm>
                <a:off x="2756162" y="5546672"/>
                <a:ext cx="290765" cy="88845"/>
              </a:xfrm>
              <a:custGeom>
                <a:avLst/>
                <a:gdLst>
                  <a:gd name="connsiteX0" fmla="*/ 82066 w 290765"/>
                  <a:gd name="connsiteY0" fmla="*/ 84986 h 88845"/>
                  <a:gd name="connsiteX1" fmla="*/ 136919 w 290765"/>
                  <a:gd name="connsiteY1" fmla="*/ 71780 h 88845"/>
                  <a:gd name="connsiteX2" fmla="*/ 259910 w 290765"/>
                  <a:gd name="connsiteY2" fmla="*/ 20448 h 88845"/>
                  <a:gd name="connsiteX3" fmla="*/ 272552 w 290765"/>
                  <a:gd name="connsiteY3" fmla="*/ 14270 h 88845"/>
                  <a:gd name="connsiteX4" fmla="*/ 290765 w 290765"/>
                  <a:gd name="connsiteY4" fmla="*/ 0 h 88845"/>
                  <a:gd name="connsiteX5" fmla="*/ 259053 w 290765"/>
                  <a:gd name="connsiteY5" fmla="*/ 11928 h 88845"/>
                  <a:gd name="connsiteX6" fmla="*/ 202914 w 290765"/>
                  <a:gd name="connsiteY6" fmla="*/ 37061 h 88845"/>
                  <a:gd name="connsiteX7" fmla="*/ 94065 w 290765"/>
                  <a:gd name="connsiteY7" fmla="*/ 74762 h 88845"/>
                  <a:gd name="connsiteX8" fmla="*/ 0 w 290765"/>
                  <a:gd name="connsiteY8" fmla="*/ 77531 h 88845"/>
                  <a:gd name="connsiteX9" fmla="*/ 214 w 290765"/>
                  <a:gd name="connsiteY9" fmla="*/ 77744 h 88845"/>
                  <a:gd name="connsiteX10" fmla="*/ 1286 w 290765"/>
                  <a:gd name="connsiteY10" fmla="*/ 81791 h 88845"/>
                  <a:gd name="connsiteX11" fmla="*/ 1286 w 290765"/>
                  <a:gd name="connsiteY11" fmla="*/ 85412 h 88845"/>
                  <a:gd name="connsiteX12" fmla="*/ 82066 w 290765"/>
                  <a:gd name="connsiteY12" fmla="*/ 84986 h 888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0765" h="88845">
                    <a:moveTo>
                      <a:pt x="82066" y="84986"/>
                    </a:moveTo>
                    <a:cubicBezTo>
                      <a:pt x="100921" y="82004"/>
                      <a:pt x="119134" y="77957"/>
                      <a:pt x="136919" y="71780"/>
                    </a:cubicBezTo>
                    <a:cubicBezTo>
                      <a:pt x="179130" y="57296"/>
                      <a:pt x="220056" y="39192"/>
                      <a:pt x="259910" y="20448"/>
                    </a:cubicBezTo>
                    <a:cubicBezTo>
                      <a:pt x="264196" y="18531"/>
                      <a:pt x="268267" y="16401"/>
                      <a:pt x="272552" y="14270"/>
                    </a:cubicBezTo>
                    <a:cubicBezTo>
                      <a:pt x="278766" y="9585"/>
                      <a:pt x="284766" y="4686"/>
                      <a:pt x="290765" y="0"/>
                    </a:cubicBezTo>
                    <a:cubicBezTo>
                      <a:pt x="280480" y="4260"/>
                      <a:pt x="269767" y="8307"/>
                      <a:pt x="259053" y="11928"/>
                    </a:cubicBezTo>
                    <a:cubicBezTo>
                      <a:pt x="240412" y="20661"/>
                      <a:pt x="221770" y="28967"/>
                      <a:pt x="202914" y="37061"/>
                    </a:cubicBezTo>
                    <a:cubicBezTo>
                      <a:pt x="167988" y="51972"/>
                      <a:pt x="132419" y="67520"/>
                      <a:pt x="94065" y="74762"/>
                    </a:cubicBezTo>
                    <a:cubicBezTo>
                      <a:pt x="64067" y="80513"/>
                      <a:pt x="31712" y="84347"/>
                      <a:pt x="0" y="77531"/>
                    </a:cubicBezTo>
                    <a:cubicBezTo>
                      <a:pt x="0" y="77531"/>
                      <a:pt x="214" y="77744"/>
                      <a:pt x="214" y="77744"/>
                    </a:cubicBezTo>
                    <a:cubicBezTo>
                      <a:pt x="1071" y="79022"/>
                      <a:pt x="1286" y="80300"/>
                      <a:pt x="1286" y="81791"/>
                    </a:cubicBezTo>
                    <a:cubicBezTo>
                      <a:pt x="1071" y="83069"/>
                      <a:pt x="1286" y="84134"/>
                      <a:pt x="1286" y="85412"/>
                    </a:cubicBezTo>
                    <a:cubicBezTo>
                      <a:pt x="28498" y="90950"/>
                      <a:pt x="55925" y="89033"/>
                      <a:pt x="82066" y="8498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1" name="任意多边形: 形状 60"/>
              <p:cNvSpPr/>
              <p:nvPr/>
            </p:nvSpPr>
            <p:spPr>
              <a:xfrm>
                <a:off x="2747802" y="5623564"/>
                <a:ext cx="3646" cy="7455"/>
              </a:xfrm>
              <a:custGeom>
                <a:avLst/>
                <a:gdLst>
                  <a:gd name="connsiteX0" fmla="*/ 1932 w 3646"/>
                  <a:gd name="connsiteY0" fmla="*/ 0 h 7455"/>
                  <a:gd name="connsiteX1" fmla="*/ 3432 w 3646"/>
                  <a:gd name="connsiteY1" fmla="*/ 7455 h 7455"/>
                  <a:gd name="connsiteX2" fmla="*/ 3646 w 3646"/>
                  <a:gd name="connsiteY2" fmla="*/ 7455 h 7455"/>
                  <a:gd name="connsiteX3" fmla="*/ 3646 w 3646"/>
                  <a:gd name="connsiteY3" fmla="*/ 3408 h 7455"/>
                  <a:gd name="connsiteX4" fmla="*/ 1932 w 3646"/>
                  <a:gd name="connsiteY4" fmla="*/ 0 h 7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46" h="7455">
                    <a:moveTo>
                      <a:pt x="1932" y="0"/>
                    </a:moveTo>
                    <a:cubicBezTo>
                      <a:pt x="-854" y="1278"/>
                      <a:pt x="-854" y="6390"/>
                      <a:pt x="3432" y="7455"/>
                    </a:cubicBezTo>
                    <a:cubicBezTo>
                      <a:pt x="3432" y="7455"/>
                      <a:pt x="3646" y="7455"/>
                      <a:pt x="3646" y="7455"/>
                    </a:cubicBezTo>
                    <a:cubicBezTo>
                      <a:pt x="3646" y="6177"/>
                      <a:pt x="3432" y="4686"/>
                      <a:pt x="3646" y="3408"/>
                    </a:cubicBezTo>
                    <a:cubicBezTo>
                      <a:pt x="3646" y="3621"/>
                      <a:pt x="2789" y="2130"/>
                      <a:pt x="193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2" name="任意多边形: 形状 61"/>
              <p:cNvSpPr/>
              <p:nvPr/>
            </p:nvSpPr>
            <p:spPr>
              <a:xfrm>
                <a:off x="2749520" y="5623268"/>
                <a:ext cx="7982" cy="9242"/>
              </a:xfrm>
              <a:custGeom>
                <a:avLst/>
                <a:gdLst>
                  <a:gd name="connsiteX0" fmla="*/ 7928 w 7982"/>
                  <a:gd name="connsiteY0" fmla="*/ 5195 h 9242"/>
                  <a:gd name="connsiteX1" fmla="*/ 6856 w 7982"/>
                  <a:gd name="connsiteY1" fmla="*/ 1148 h 9242"/>
                  <a:gd name="connsiteX2" fmla="*/ 6642 w 7982"/>
                  <a:gd name="connsiteY2" fmla="*/ 935 h 9242"/>
                  <a:gd name="connsiteX3" fmla="*/ 2143 w 7982"/>
                  <a:gd name="connsiteY3" fmla="*/ 84 h 9242"/>
                  <a:gd name="connsiteX4" fmla="*/ 0 w 7982"/>
                  <a:gd name="connsiteY4" fmla="*/ 509 h 9242"/>
                  <a:gd name="connsiteX5" fmla="*/ 1928 w 7982"/>
                  <a:gd name="connsiteY5" fmla="*/ 4131 h 9242"/>
                  <a:gd name="connsiteX6" fmla="*/ 1928 w 7982"/>
                  <a:gd name="connsiteY6" fmla="*/ 8178 h 9242"/>
                  <a:gd name="connsiteX7" fmla="*/ 7928 w 7982"/>
                  <a:gd name="connsiteY7" fmla="*/ 9242 h 9242"/>
                  <a:gd name="connsiteX8" fmla="*/ 7928 w 7982"/>
                  <a:gd name="connsiteY8" fmla="*/ 5195 h 9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982" h="9242">
                    <a:moveTo>
                      <a:pt x="7928" y="5195"/>
                    </a:moveTo>
                    <a:cubicBezTo>
                      <a:pt x="8142" y="3917"/>
                      <a:pt x="7713" y="2426"/>
                      <a:pt x="6856" y="1148"/>
                    </a:cubicBezTo>
                    <a:cubicBezTo>
                      <a:pt x="6856" y="1148"/>
                      <a:pt x="6642" y="935"/>
                      <a:pt x="6642" y="935"/>
                    </a:cubicBezTo>
                    <a:cubicBezTo>
                      <a:pt x="5142" y="509"/>
                      <a:pt x="3643" y="296"/>
                      <a:pt x="2143" y="84"/>
                    </a:cubicBezTo>
                    <a:cubicBezTo>
                      <a:pt x="1286" y="-130"/>
                      <a:pt x="643" y="84"/>
                      <a:pt x="0" y="509"/>
                    </a:cubicBezTo>
                    <a:cubicBezTo>
                      <a:pt x="1071" y="2640"/>
                      <a:pt x="1928" y="4131"/>
                      <a:pt x="1928" y="4131"/>
                    </a:cubicBezTo>
                    <a:cubicBezTo>
                      <a:pt x="1714" y="5409"/>
                      <a:pt x="1928" y="6687"/>
                      <a:pt x="1928" y="8178"/>
                    </a:cubicBezTo>
                    <a:cubicBezTo>
                      <a:pt x="3857" y="8603"/>
                      <a:pt x="6000" y="8817"/>
                      <a:pt x="7928" y="9242"/>
                    </a:cubicBezTo>
                    <a:cubicBezTo>
                      <a:pt x="7928" y="7538"/>
                      <a:pt x="7928" y="6260"/>
                      <a:pt x="7928" y="51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3" name="任意多边形: 形状 62"/>
              <p:cNvSpPr/>
              <p:nvPr/>
            </p:nvSpPr>
            <p:spPr>
              <a:xfrm>
                <a:off x="3028929" y="5545820"/>
                <a:ext cx="20784" cy="15335"/>
              </a:xfrm>
              <a:custGeom>
                <a:avLst/>
                <a:gdLst>
                  <a:gd name="connsiteX0" fmla="*/ 8999 w 20784"/>
                  <a:gd name="connsiteY0" fmla="*/ 10863 h 15335"/>
                  <a:gd name="connsiteX1" fmla="*/ 20784 w 20784"/>
                  <a:gd name="connsiteY1" fmla="*/ 0 h 15335"/>
                  <a:gd name="connsiteX2" fmla="*/ 19284 w 20784"/>
                  <a:gd name="connsiteY2" fmla="*/ 639 h 15335"/>
                  <a:gd name="connsiteX3" fmla="*/ 18213 w 20784"/>
                  <a:gd name="connsiteY3" fmla="*/ 1065 h 15335"/>
                  <a:gd name="connsiteX4" fmla="*/ 0 w 20784"/>
                  <a:gd name="connsiteY4" fmla="*/ 15336 h 15335"/>
                  <a:gd name="connsiteX5" fmla="*/ 8999 w 20784"/>
                  <a:gd name="connsiteY5" fmla="*/ 10863 h 15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784" h="15335">
                    <a:moveTo>
                      <a:pt x="8999" y="10863"/>
                    </a:moveTo>
                    <a:cubicBezTo>
                      <a:pt x="12856" y="7029"/>
                      <a:pt x="16713" y="3408"/>
                      <a:pt x="20784" y="0"/>
                    </a:cubicBezTo>
                    <a:cubicBezTo>
                      <a:pt x="20356" y="213"/>
                      <a:pt x="19713" y="426"/>
                      <a:pt x="19284" y="639"/>
                    </a:cubicBezTo>
                    <a:cubicBezTo>
                      <a:pt x="18856" y="852"/>
                      <a:pt x="18641" y="852"/>
                      <a:pt x="18213" y="1065"/>
                    </a:cubicBezTo>
                    <a:cubicBezTo>
                      <a:pt x="12213" y="5964"/>
                      <a:pt x="6000" y="10650"/>
                      <a:pt x="0" y="15336"/>
                    </a:cubicBezTo>
                    <a:cubicBezTo>
                      <a:pt x="3000" y="13845"/>
                      <a:pt x="6000" y="12354"/>
                      <a:pt x="8999" y="108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4" name="任意多边形: 形状 63"/>
              <p:cNvSpPr/>
              <p:nvPr/>
            </p:nvSpPr>
            <p:spPr>
              <a:xfrm>
                <a:off x="3037714" y="5543478"/>
                <a:ext cx="16927" cy="12992"/>
              </a:xfrm>
              <a:custGeom>
                <a:avLst/>
                <a:gdLst>
                  <a:gd name="connsiteX0" fmla="*/ 16927 w 16927"/>
                  <a:gd name="connsiteY0" fmla="*/ 0 h 12992"/>
                  <a:gd name="connsiteX1" fmla="*/ 11785 w 16927"/>
                  <a:gd name="connsiteY1" fmla="*/ 2129 h 12992"/>
                  <a:gd name="connsiteX2" fmla="*/ 0 w 16927"/>
                  <a:gd name="connsiteY2" fmla="*/ 12993 h 12992"/>
                  <a:gd name="connsiteX3" fmla="*/ 9856 w 16927"/>
                  <a:gd name="connsiteY3" fmla="*/ 8094 h 12992"/>
                  <a:gd name="connsiteX4" fmla="*/ 16927 w 16927"/>
                  <a:gd name="connsiteY4" fmla="*/ 0 h 12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927" h="12992">
                    <a:moveTo>
                      <a:pt x="16927" y="0"/>
                    </a:moveTo>
                    <a:cubicBezTo>
                      <a:pt x="15213" y="639"/>
                      <a:pt x="13499" y="1490"/>
                      <a:pt x="11785" y="2129"/>
                    </a:cubicBezTo>
                    <a:cubicBezTo>
                      <a:pt x="7714" y="5751"/>
                      <a:pt x="3857" y="9372"/>
                      <a:pt x="0" y="12993"/>
                    </a:cubicBezTo>
                    <a:cubicBezTo>
                      <a:pt x="3214" y="11289"/>
                      <a:pt x="6428" y="9798"/>
                      <a:pt x="9856" y="8094"/>
                    </a:cubicBezTo>
                    <a:cubicBezTo>
                      <a:pt x="12213" y="5325"/>
                      <a:pt x="14570" y="2556"/>
                      <a:pt x="169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5" name="任意多边形: 形状 64"/>
              <p:cNvSpPr/>
              <p:nvPr/>
            </p:nvSpPr>
            <p:spPr>
              <a:xfrm>
                <a:off x="3047570" y="5542200"/>
                <a:ext cx="9642" cy="9371"/>
              </a:xfrm>
              <a:custGeom>
                <a:avLst/>
                <a:gdLst>
                  <a:gd name="connsiteX0" fmla="*/ 2143 w 9642"/>
                  <a:gd name="connsiteY0" fmla="*/ 8307 h 9371"/>
                  <a:gd name="connsiteX1" fmla="*/ 9642 w 9642"/>
                  <a:gd name="connsiteY1" fmla="*/ 0 h 9371"/>
                  <a:gd name="connsiteX2" fmla="*/ 7071 w 9642"/>
                  <a:gd name="connsiteY2" fmla="*/ 1065 h 9371"/>
                  <a:gd name="connsiteX3" fmla="*/ 0 w 9642"/>
                  <a:gd name="connsiteY3" fmla="*/ 9372 h 9371"/>
                  <a:gd name="connsiteX4" fmla="*/ 2143 w 9642"/>
                  <a:gd name="connsiteY4" fmla="*/ 8307 h 93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42" h="9371">
                    <a:moveTo>
                      <a:pt x="2143" y="8307"/>
                    </a:moveTo>
                    <a:cubicBezTo>
                      <a:pt x="4500" y="5537"/>
                      <a:pt x="7071" y="2768"/>
                      <a:pt x="9642" y="0"/>
                    </a:cubicBezTo>
                    <a:cubicBezTo>
                      <a:pt x="8785" y="426"/>
                      <a:pt x="7928" y="639"/>
                      <a:pt x="7071" y="1065"/>
                    </a:cubicBezTo>
                    <a:cubicBezTo>
                      <a:pt x="4714" y="3834"/>
                      <a:pt x="2357" y="6603"/>
                      <a:pt x="0" y="9372"/>
                    </a:cubicBezTo>
                    <a:cubicBezTo>
                      <a:pt x="857" y="9159"/>
                      <a:pt x="1500" y="8732"/>
                      <a:pt x="2143" y="8307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6" name="任意多边形: 形状 65"/>
              <p:cNvSpPr/>
              <p:nvPr/>
            </p:nvSpPr>
            <p:spPr>
              <a:xfrm>
                <a:off x="3071354" y="5536448"/>
                <a:ext cx="1500" cy="2555"/>
              </a:xfrm>
              <a:custGeom>
                <a:avLst/>
                <a:gdLst>
                  <a:gd name="connsiteX0" fmla="*/ 0 w 1500"/>
                  <a:gd name="connsiteY0" fmla="*/ 2556 h 2555"/>
                  <a:gd name="connsiteX1" fmla="*/ 1500 w 1500"/>
                  <a:gd name="connsiteY1" fmla="*/ 0 h 2555"/>
                  <a:gd name="connsiteX2" fmla="*/ 1071 w 1500"/>
                  <a:gd name="connsiteY2" fmla="*/ 426 h 2555"/>
                  <a:gd name="connsiteX3" fmla="*/ 0 w 1500"/>
                  <a:gd name="connsiteY3" fmla="*/ 2556 h 2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00" h="2555">
                    <a:moveTo>
                      <a:pt x="0" y="2556"/>
                    </a:moveTo>
                    <a:cubicBezTo>
                      <a:pt x="1071" y="1917"/>
                      <a:pt x="1500" y="1065"/>
                      <a:pt x="1500" y="0"/>
                    </a:cubicBezTo>
                    <a:cubicBezTo>
                      <a:pt x="1286" y="213"/>
                      <a:pt x="1286" y="213"/>
                      <a:pt x="1071" y="426"/>
                    </a:cubicBezTo>
                    <a:cubicBezTo>
                      <a:pt x="1071" y="1278"/>
                      <a:pt x="857" y="2130"/>
                      <a:pt x="0" y="25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7" name="任意多边形: 形状 66"/>
              <p:cNvSpPr/>
              <p:nvPr/>
            </p:nvSpPr>
            <p:spPr>
              <a:xfrm>
                <a:off x="3072211" y="5535170"/>
                <a:ext cx="642" cy="1704"/>
              </a:xfrm>
              <a:custGeom>
                <a:avLst/>
                <a:gdLst>
                  <a:gd name="connsiteX0" fmla="*/ 0 w 642"/>
                  <a:gd name="connsiteY0" fmla="*/ 0 h 1704"/>
                  <a:gd name="connsiteX1" fmla="*/ 214 w 642"/>
                  <a:gd name="connsiteY1" fmla="*/ 1704 h 1704"/>
                  <a:gd name="connsiteX2" fmla="*/ 643 w 642"/>
                  <a:gd name="connsiteY2" fmla="*/ 1278 h 1704"/>
                  <a:gd name="connsiteX3" fmla="*/ 0 w 642"/>
                  <a:gd name="connsiteY3" fmla="*/ 0 h 1704"/>
                  <a:gd name="connsiteX4" fmla="*/ 0 w 642"/>
                  <a:gd name="connsiteY4" fmla="*/ 0 h 1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2" h="1704">
                    <a:moveTo>
                      <a:pt x="0" y="0"/>
                    </a:moveTo>
                    <a:cubicBezTo>
                      <a:pt x="214" y="639"/>
                      <a:pt x="214" y="1065"/>
                      <a:pt x="214" y="1704"/>
                    </a:cubicBezTo>
                    <a:cubicBezTo>
                      <a:pt x="428" y="1491"/>
                      <a:pt x="428" y="1491"/>
                      <a:pt x="643" y="1278"/>
                    </a:cubicBezTo>
                    <a:cubicBezTo>
                      <a:pt x="643" y="852"/>
                      <a:pt x="428" y="426"/>
                      <a:pt x="0" y="0"/>
                    </a:cubicBezTo>
                    <a:cubicBezTo>
                      <a:pt x="214" y="0"/>
                      <a:pt x="214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8" name="任意多边形: 形状 67"/>
              <p:cNvSpPr/>
              <p:nvPr/>
            </p:nvSpPr>
            <p:spPr>
              <a:xfrm>
                <a:off x="3067069" y="5536875"/>
                <a:ext cx="5356" cy="4472"/>
              </a:xfrm>
              <a:custGeom>
                <a:avLst/>
                <a:gdLst>
                  <a:gd name="connsiteX0" fmla="*/ 0 w 5356"/>
                  <a:gd name="connsiteY0" fmla="*/ 4473 h 4472"/>
                  <a:gd name="connsiteX1" fmla="*/ 4285 w 5356"/>
                  <a:gd name="connsiteY1" fmla="*/ 2129 h 4472"/>
                  <a:gd name="connsiteX2" fmla="*/ 5357 w 5356"/>
                  <a:gd name="connsiteY2" fmla="*/ 0 h 4472"/>
                  <a:gd name="connsiteX3" fmla="*/ 0 w 5356"/>
                  <a:gd name="connsiteY3" fmla="*/ 4473 h 4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56" h="4472">
                    <a:moveTo>
                      <a:pt x="0" y="4473"/>
                    </a:moveTo>
                    <a:cubicBezTo>
                      <a:pt x="1500" y="3621"/>
                      <a:pt x="2786" y="2982"/>
                      <a:pt x="4285" y="2129"/>
                    </a:cubicBezTo>
                    <a:cubicBezTo>
                      <a:pt x="5143" y="1490"/>
                      <a:pt x="5357" y="852"/>
                      <a:pt x="5357" y="0"/>
                    </a:cubicBezTo>
                    <a:cubicBezTo>
                      <a:pt x="3643" y="1490"/>
                      <a:pt x="1714" y="2982"/>
                      <a:pt x="0" y="44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9" name="任意多边形: 形状 68"/>
              <p:cNvSpPr/>
              <p:nvPr/>
            </p:nvSpPr>
            <p:spPr>
              <a:xfrm>
                <a:off x="3064712" y="5535170"/>
                <a:ext cx="7588" cy="7455"/>
              </a:xfrm>
              <a:custGeom>
                <a:avLst/>
                <a:gdLst>
                  <a:gd name="connsiteX0" fmla="*/ 0 w 7588"/>
                  <a:gd name="connsiteY0" fmla="*/ 7455 h 7455"/>
                  <a:gd name="connsiteX1" fmla="*/ 2143 w 7588"/>
                  <a:gd name="connsiteY1" fmla="*/ 6177 h 7455"/>
                  <a:gd name="connsiteX2" fmla="*/ 7500 w 7588"/>
                  <a:gd name="connsiteY2" fmla="*/ 1704 h 7455"/>
                  <a:gd name="connsiteX3" fmla="*/ 7285 w 7588"/>
                  <a:gd name="connsiteY3" fmla="*/ 0 h 7455"/>
                  <a:gd name="connsiteX4" fmla="*/ 6000 w 7588"/>
                  <a:gd name="connsiteY4" fmla="*/ 639 h 7455"/>
                  <a:gd name="connsiteX5" fmla="*/ 0 w 7588"/>
                  <a:gd name="connsiteY5" fmla="*/ 7455 h 7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588" h="7455">
                    <a:moveTo>
                      <a:pt x="0" y="7455"/>
                    </a:moveTo>
                    <a:cubicBezTo>
                      <a:pt x="643" y="7029"/>
                      <a:pt x="1500" y="6603"/>
                      <a:pt x="2143" y="6177"/>
                    </a:cubicBezTo>
                    <a:cubicBezTo>
                      <a:pt x="3857" y="4686"/>
                      <a:pt x="5785" y="3195"/>
                      <a:pt x="7500" y="1704"/>
                    </a:cubicBezTo>
                    <a:cubicBezTo>
                      <a:pt x="7714" y="1065"/>
                      <a:pt x="7500" y="639"/>
                      <a:pt x="7285" y="0"/>
                    </a:cubicBezTo>
                    <a:cubicBezTo>
                      <a:pt x="6857" y="213"/>
                      <a:pt x="6428" y="426"/>
                      <a:pt x="6000" y="639"/>
                    </a:cubicBezTo>
                    <a:cubicBezTo>
                      <a:pt x="4285" y="2769"/>
                      <a:pt x="2143" y="5112"/>
                      <a:pt x="0" y="7455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0" name="任意多边形: 形状 69"/>
              <p:cNvSpPr/>
              <p:nvPr/>
            </p:nvSpPr>
            <p:spPr>
              <a:xfrm>
                <a:off x="3049499" y="5535809"/>
                <a:ext cx="21427" cy="14910"/>
              </a:xfrm>
              <a:custGeom>
                <a:avLst/>
                <a:gdLst>
                  <a:gd name="connsiteX0" fmla="*/ 15213 w 21427"/>
                  <a:gd name="connsiteY0" fmla="*/ 6816 h 14910"/>
                  <a:gd name="connsiteX1" fmla="*/ 21427 w 21427"/>
                  <a:gd name="connsiteY1" fmla="*/ 0 h 14910"/>
                  <a:gd name="connsiteX2" fmla="*/ 7499 w 21427"/>
                  <a:gd name="connsiteY2" fmla="*/ 6603 h 14910"/>
                  <a:gd name="connsiteX3" fmla="*/ 0 w 21427"/>
                  <a:gd name="connsiteY3" fmla="*/ 14910 h 14910"/>
                  <a:gd name="connsiteX4" fmla="*/ 15213 w 21427"/>
                  <a:gd name="connsiteY4" fmla="*/ 6816 h 14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427" h="14910">
                    <a:moveTo>
                      <a:pt x="15213" y="6816"/>
                    </a:moveTo>
                    <a:cubicBezTo>
                      <a:pt x="17356" y="4473"/>
                      <a:pt x="19498" y="2130"/>
                      <a:pt x="21427" y="0"/>
                    </a:cubicBezTo>
                    <a:cubicBezTo>
                      <a:pt x="16927" y="2343"/>
                      <a:pt x="12213" y="4473"/>
                      <a:pt x="7499" y="6603"/>
                    </a:cubicBezTo>
                    <a:cubicBezTo>
                      <a:pt x="4928" y="9372"/>
                      <a:pt x="2571" y="12141"/>
                      <a:pt x="0" y="14910"/>
                    </a:cubicBezTo>
                    <a:cubicBezTo>
                      <a:pt x="5357" y="12141"/>
                      <a:pt x="10285" y="9585"/>
                      <a:pt x="15213" y="681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1" name="任意多边形: 形状 70"/>
              <p:cNvSpPr/>
              <p:nvPr/>
            </p:nvSpPr>
            <p:spPr>
              <a:xfrm>
                <a:off x="2761947" y="5546033"/>
                <a:ext cx="279194" cy="46446"/>
              </a:xfrm>
              <a:custGeom>
                <a:avLst/>
                <a:gdLst>
                  <a:gd name="connsiteX0" fmla="*/ 857 w 279194"/>
                  <a:gd name="connsiteY0" fmla="*/ 36848 h 46446"/>
                  <a:gd name="connsiteX1" fmla="*/ 0 w 279194"/>
                  <a:gd name="connsiteY1" fmla="*/ 37914 h 46446"/>
                  <a:gd name="connsiteX2" fmla="*/ 56139 w 279194"/>
                  <a:gd name="connsiteY2" fmla="*/ 46433 h 46446"/>
                  <a:gd name="connsiteX3" fmla="*/ 131777 w 279194"/>
                  <a:gd name="connsiteY3" fmla="*/ 40895 h 46446"/>
                  <a:gd name="connsiteX4" fmla="*/ 253482 w 279194"/>
                  <a:gd name="connsiteY4" fmla="*/ 12567 h 46446"/>
                  <a:gd name="connsiteX5" fmla="*/ 279195 w 279194"/>
                  <a:gd name="connsiteY5" fmla="*/ 0 h 46446"/>
                  <a:gd name="connsiteX6" fmla="*/ 235055 w 279194"/>
                  <a:gd name="connsiteY6" fmla="*/ 10011 h 46446"/>
                  <a:gd name="connsiteX7" fmla="*/ 224341 w 279194"/>
                  <a:gd name="connsiteY7" fmla="*/ 13206 h 46446"/>
                  <a:gd name="connsiteX8" fmla="*/ 71995 w 279194"/>
                  <a:gd name="connsiteY8" fmla="*/ 37914 h 46446"/>
                  <a:gd name="connsiteX9" fmla="*/ 2786 w 279194"/>
                  <a:gd name="connsiteY9" fmla="*/ 30459 h 46446"/>
                  <a:gd name="connsiteX10" fmla="*/ 2786 w 279194"/>
                  <a:gd name="connsiteY10" fmla="*/ 32375 h 46446"/>
                  <a:gd name="connsiteX11" fmla="*/ 857 w 279194"/>
                  <a:gd name="connsiteY11" fmla="*/ 36848 h 464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79194" h="46446">
                    <a:moveTo>
                      <a:pt x="857" y="36848"/>
                    </a:moveTo>
                    <a:cubicBezTo>
                      <a:pt x="429" y="37275"/>
                      <a:pt x="214" y="37488"/>
                      <a:pt x="0" y="37914"/>
                    </a:cubicBezTo>
                    <a:cubicBezTo>
                      <a:pt x="17570" y="45794"/>
                      <a:pt x="38140" y="46220"/>
                      <a:pt x="56139" y="46433"/>
                    </a:cubicBezTo>
                    <a:cubicBezTo>
                      <a:pt x="81637" y="46647"/>
                      <a:pt x="106921" y="44303"/>
                      <a:pt x="131777" y="40895"/>
                    </a:cubicBezTo>
                    <a:cubicBezTo>
                      <a:pt x="173559" y="35358"/>
                      <a:pt x="214485" y="25986"/>
                      <a:pt x="253482" y="12567"/>
                    </a:cubicBezTo>
                    <a:cubicBezTo>
                      <a:pt x="262053" y="8520"/>
                      <a:pt x="270624" y="4260"/>
                      <a:pt x="279195" y="0"/>
                    </a:cubicBezTo>
                    <a:cubicBezTo>
                      <a:pt x="265267" y="4473"/>
                      <a:pt x="250482" y="7881"/>
                      <a:pt x="235055" y="10011"/>
                    </a:cubicBezTo>
                    <a:cubicBezTo>
                      <a:pt x="231412" y="11076"/>
                      <a:pt x="227770" y="12354"/>
                      <a:pt x="224341" y="13206"/>
                    </a:cubicBezTo>
                    <a:cubicBezTo>
                      <a:pt x="175702" y="27264"/>
                      <a:pt x="124063" y="35997"/>
                      <a:pt x="71995" y="37914"/>
                    </a:cubicBezTo>
                    <a:cubicBezTo>
                      <a:pt x="50568" y="38766"/>
                      <a:pt x="24213" y="40044"/>
                      <a:pt x="2786" y="30459"/>
                    </a:cubicBezTo>
                    <a:cubicBezTo>
                      <a:pt x="2786" y="31523"/>
                      <a:pt x="2786" y="32375"/>
                      <a:pt x="2786" y="32375"/>
                    </a:cubicBezTo>
                    <a:cubicBezTo>
                      <a:pt x="2786" y="34292"/>
                      <a:pt x="2143" y="35783"/>
                      <a:pt x="857" y="3684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2" name="任意多边形: 形状 71"/>
              <p:cNvSpPr/>
              <p:nvPr/>
            </p:nvSpPr>
            <p:spPr>
              <a:xfrm>
                <a:off x="3056141" y="5525159"/>
                <a:ext cx="17570" cy="8946"/>
              </a:xfrm>
              <a:custGeom>
                <a:avLst/>
                <a:gdLst>
                  <a:gd name="connsiteX0" fmla="*/ 17570 w 17570"/>
                  <a:gd name="connsiteY0" fmla="*/ 0 h 8946"/>
                  <a:gd name="connsiteX1" fmla="*/ 0 w 17570"/>
                  <a:gd name="connsiteY1" fmla="*/ 8946 h 8946"/>
                  <a:gd name="connsiteX2" fmla="*/ 15642 w 17570"/>
                  <a:gd name="connsiteY2" fmla="*/ 1491 h 8946"/>
                  <a:gd name="connsiteX3" fmla="*/ 17570 w 17570"/>
                  <a:gd name="connsiteY3" fmla="*/ 0 h 89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570" h="8946">
                    <a:moveTo>
                      <a:pt x="17570" y="0"/>
                    </a:moveTo>
                    <a:cubicBezTo>
                      <a:pt x="11785" y="3195"/>
                      <a:pt x="6000" y="6177"/>
                      <a:pt x="0" y="8946"/>
                    </a:cubicBezTo>
                    <a:cubicBezTo>
                      <a:pt x="5357" y="6603"/>
                      <a:pt x="10499" y="4260"/>
                      <a:pt x="15642" y="1491"/>
                    </a:cubicBezTo>
                    <a:cubicBezTo>
                      <a:pt x="16070" y="1065"/>
                      <a:pt x="16927" y="426"/>
                      <a:pt x="1757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3" name="任意多边形: 形状 72"/>
              <p:cNvSpPr/>
              <p:nvPr/>
            </p:nvSpPr>
            <p:spPr>
              <a:xfrm>
                <a:off x="2997002" y="5526651"/>
                <a:ext cx="74780" cy="29393"/>
              </a:xfrm>
              <a:custGeom>
                <a:avLst/>
                <a:gdLst>
                  <a:gd name="connsiteX0" fmla="*/ 44140 w 74780"/>
                  <a:gd name="connsiteY0" fmla="*/ 19383 h 29393"/>
                  <a:gd name="connsiteX1" fmla="*/ 64924 w 74780"/>
                  <a:gd name="connsiteY1" fmla="*/ 8094 h 29393"/>
                  <a:gd name="connsiteX2" fmla="*/ 74781 w 74780"/>
                  <a:gd name="connsiteY2" fmla="*/ 0 h 29393"/>
                  <a:gd name="connsiteX3" fmla="*/ 59139 w 74780"/>
                  <a:gd name="connsiteY3" fmla="*/ 7455 h 29393"/>
                  <a:gd name="connsiteX4" fmla="*/ 0 w 74780"/>
                  <a:gd name="connsiteY4" fmla="*/ 29394 h 29393"/>
                  <a:gd name="connsiteX5" fmla="*/ 44140 w 74780"/>
                  <a:gd name="connsiteY5" fmla="*/ 19383 h 293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780" h="29393">
                    <a:moveTo>
                      <a:pt x="44140" y="19383"/>
                    </a:moveTo>
                    <a:cubicBezTo>
                      <a:pt x="51211" y="15762"/>
                      <a:pt x="58067" y="11928"/>
                      <a:pt x="64924" y="8094"/>
                    </a:cubicBezTo>
                    <a:cubicBezTo>
                      <a:pt x="68138" y="5325"/>
                      <a:pt x="71567" y="2769"/>
                      <a:pt x="74781" y="0"/>
                    </a:cubicBezTo>
                    <a:cubicBezTo>
                      <a:pt x="69638" y="2769"/>
                      <a:pt x="64496" y="5112"/>
                      <a:pt x="59139" y="7455"/>
                    </a:cubicBezTo>
                    <a:cubicBezTo>
                      <a:pt x="40283" y="16401"/>
                      <a:pt x="20141" y="23217"/>
                      <a:pt x="0" y="29394"/>
                    </a:cubicBezTo>
                    <a:cubicBezTo>
                      <a:pt x="15213" y="27264"/>
                      <a:pt x="29998" y="23856"/>
                      <a:pt x="44140" y="193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4" name="任意多边形: 形状 73"/>
              <p:cNvSpPr/>
              <p:nvPr/>
            </p:nvSpPr>
            <p:spPr>
              <a:xfrm>
                <a:off x="3071783" y="5525159"/>
                <a:ext cx="2571" cy="1491"/>
              </a:xfrm>
              <a:custGeom>
                <a:avLst/>
                <a:gdLst>
                  <a:gd name="connsiteX0" fmla="*/ 1928 w 2571"/>
                  <a:gd name="connsiteY0" fmla="*/ 639 h 1491"/>
                  <a:gd name="connsiteX1" fmla="*/ 2571 w 2571"/>
                  <a:gd name="connsiteY1" fmla="*/ 0 h 1491"/>
                  <a:gd name="connsiteX2" fmla="*/ 1928 w 2571"/>
                  <a:gd name="connsiteY2" fmla="*/ 0 h 1491"/>
                  <a:gd name="connsiteX3" fmla="*/ 0 w 2571"/>
                  <a:gd name="connsiteY3" fmla="*/ 1491 h 1491"/>
                  <a:gd name="connsiteX4" fmla="*/ 1928 w 2571"/>
                  <a:gd name="connsiteY4" fmla="*/ 639 h 1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71" h="1491">
                    <a:moveTo>
                      <a:pt x="1928" y="639"/>
                    </a:moveTo>
                    <a:cubicBezTo>
                      <a:pt x="2143" y="426"/>
                      <a:pt x="2357" y="213"/>
                      <a:pt x="2571" y="0"/>
                    </a:cubicBezTo>
                    <a:cubicBezTo>
                      <a:pt x="2357" y="0"/>
                      <a:pt x="2143" y="0"/>
                      <a:pt x="1928" y="0"/>
                    </a:cubicBezTo>
                    <a:cubicBezTo>
                      <a:pt x="1286" y="639"/>
                      <a:pt x="643" y="1065"/>
                      <a:pt x="0" y="1491"/>
                    </a:cubicBezTo>
                    <a:cubicBezTo>
                      <a:pt x="643" y="1278"/>
                      <a:pt x="1286" y="852"/>
                      <a:pt x="1928" y="6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5" name="任意多边形: 形状 74"/>
              <p:cNvSpPr/>
              <p:nvPr/>
            </p:nvSpPr>
            <p:spPr>
              <a:xfrm>
                <a:off x="3061926" y="5525798"/>
                <a:ext cx="11784" cy="9158"/>
              </a:xfrm>
              <a:custGeom>
                <a:avLst/>
                <a:gdLst>
                  <a:gd name="connsiteX0" fmla="*/ 4500 w 11784"/>
                  <a:gd name="connsiteY0" fmla="*/ 6603 h 9158"/>
                  <a:gd name="connsiteX1" fmla="*/ 11785 w 11784"/>
                  <a:gd name="connsiteY1" fmla="*/ 0 h 9158"/>
                  <a:gd name="connsiteX2" fmla="*/ 9857 w 11784"/>
                  <a:gd name="connsiteY2" fmla="*/ 1065 h 9158"/>
                  <a:gd name="connsiteX3" fmla="*/ 0 w 11784"/>
                  <a:gd name="connsiteY3" fmla="*/ 9159 h 9158"/>
                  <a:gd name="connsiteX4" fmla="*/ 4500 w 11784"/>
                  <a:gd name="connsiteY4" fmla="*/ 6603 h 9158"/>
                  <a:gd name="connsiteX5" fmla="*/ 4500 w 11784"/>
                  <a:gd name="connsiteY5" fmla="*/ 6603 h 9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784" h="9158">
                    <a:moveTo>
                      <a:pt x="4500" y="6603"/>
                    </a:moveTo>
                    <a:cubicBezTo>
                      <a:pt x="6857" y="4260"/>
                      <a:pt x="9428" y="2130"/>
                      <a:pt x="11785" y="0"/>
                    </a:cubicBezTo>
                    <a:cubicBezTo>
                      <a:pt x="11142" y="426"/>
                      <a:pt x="10499" y="639"/>
                      <a:pt x="9857" y="1065"/>
                    </a:cubicBezTo>
                    <a:cubicBezTo>
                      <a:pt x="6643" y="3834"/>
                      <a:pt x="3214" y="6390"/>
                      <a:pt x="0" y="9159"/>
                    </a:cubicBezTo>
                    <a:cubicBezTo>
                      <a:pt x="1286" y="8094"/>
                      <a:pt x="2786" y="7455"/>
                      <a:pt x="4500" y="6603"/>
                    </a:cubicBezTo>
                    <a:cubicBezTo>
                      <a:pt x="4286" y="6603"/>
                      <a:pt x="4500" y="6603"/>
                      <a:pt x="4500" y="660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6" name="任意多边形: 形状 75"/>
              <p:cNvSpPr/>
              <p:nvPr/>
            </p:nvSpPr>
            <p:spPr>
              <a:xfrm>
                <a:off x="3066212" y="5532401"/>
                <a:ext cx="214" cy="21299"/>
              </a:xfrm>
              <a:custGeom>
                <a:avLst/>
                <a:gdLst>
                  <a:gd name="connsiteX0" fmla="*/ 214 w 214"/>
                  <a:gd name="connsiteY0" fmla="*/ 0 h 21299"/>
                  <a:gd name="connsiteX1" fmla="*/ 0 w 214"/>
                  <a:gd name="connsiteY1" fmla="*/ 0 h 21299"/>
                  <a:gd name="connsiteX2" fmla="*/ 214 w 214"/>
                  <a:gd name="connsiteY2" fmla="*/ 0 h 21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4" h="21299">
                    <a:moveTo>
                      <a:pt x="214" y="0"/>
                    </a:moveTo>
                    <a:lnTo>
                      <a:pt x="0" y="0"/>
                    </a:lnTo>
                    <a:lnTo>
                      <a:pt x="214" y="0"/>
                    </a:ln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7" name="任意多边形: 形状 76"/>
              <p:cNvSpPr/>
              <p:nvPr/>
            </p:nvSpPr>
            <p:spPr>
              <a:xfrm>
                <a:off x="3078854" y="5526864"/>
                <a:ext cx="1452" cy="4898"/>
              </a:xfrm>
              <a:custGeom>
                <a:avLst/>
                <a:gdLst>
                  <a:gd name="connsiteX0" fmla="*/ 0 w 1452"/>
                  <a:gd name="connsiteY0" fmla="*/ 4899 h 4898"/>
                  <a:gd name="connsiteX1" fmla="*/ 643 w 1452"/>
                  <a:gd name="connsiteY1" fmla="*/ 0 h 4898"/>
                  <a:gd name="connsiteX2" fmla="*/ 429 w 1452"/>
                  <a:gd name="connsiteY2" fmla="*/ 213 h 4898"/>
                  <a:gd name="connsiteX3" fmla="*/ 0 w 1452"/>
                  <a:gd name="connsiteY3" fmla="*/ 4899 h 48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52" h="4898">
                    <a:moveTo>
                      <a:pt x="0" y="4899"/>
                    </a:moveTo>
                    <a:cubicBezTo>
                      <a:pt x="1928" y="3834"/>
                      <a:pt x="1714" y="1704"/>
                      <a:pt x="643" y="0"/>
                    </a:cubicBezTo>
                    <a:cubicBezTo>
                      <a:pt x="643" y="0"/>
                      <a:pt x="643" y="0"/>
                      <a:pt x="429" y="213"/>
                    </a:cubicBezTo>
                    <a:cubicBezTo>
                      <a:pt x="1286" y="1917"/>
                      <a:pt x="1500" y="3621"/>
                      <a:pt x="0" y="4899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8" name="任意多边形: 形状 77"/>
              <p:cNvSpPr/>
              <p:nvPr/>
            </p:nvSpPr>
            <p:spPr>
              <a:xfrm>
                <a:off x="3079068" y="5526437"/>
                <a:ext cx="428" cy="638"/>
              </a:xfrm>
              <a:custGeom>
                <a:avLst/>
                <a:gdLst>
                  <a:gd name="connsiteX0" fmla="*/ 0 w 428"/>
                  <a:gd name="connsiteY0" fmla="*/ 0 h 638"/>
                  <a:gd name="connsiteX1" fmla="*/ 214 w 428"/>
                  <a:gd name="connsiteY1" fmla="*/ 639 h 638"/>
                  <a:gd name="connsiteX2" fmla="*/ 429 w 428"/>
                  <a:gd name="connsiteY2" fmla="*/ 426 h 638"/>
                  <a:gd name="connsiteX3" fmla="*/ 0 w 428"/>
                  <a:gd name="connsiteY3" fmla="*/ 0 h 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" h="638">
                    <a:moveTo>
                      <a:pt x="0" y="0"/>
                    </a:moveTo>
                    <a:cubicBezTo>
                      <a:pt x="214" y="213"/>
                      <a:pt x="214" y="426"/>
                      <a:pt x="214" y="639"/>
                    </a:cubicBezTo>
                    <a:cubicBezTo>
                      <a:pt x="214" y="639"/>
                      <a:pt x="214" y="639"/>
                      <a:pt x="429" y="426"/>
                    </a:cubicBezTo>
                    <a:cubicBezTo>
                      <a:pt x="214" y="426"/>
                      <a:pt x="214" y="213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9" name="任意多边形: 形状 78"/>
              <p:cNvSpPr/>
              <p:nvPr/>
            </p:nvSpPr>
            <p:spPr>
              <a:xfrm>
                <a:off x="3073711" y="5525000"/>
                <a:ext cx="1285" cy="798"/>
              </a:xfrm>
              <a:custGeom>
                <a:avLst/>
                <a:gdLst>
                  <a:gd name="connsiteX0" fmla="*/ 643 w 1285"/>
                  <a:gd name="connsiteY0" fmla="*/ 159 h 798"/>
                  <a:gd name="connsiteX1" fmla="*/ 0 w 1285"/>
                  <a:gd name="connsiteY1" fmla="*/ 798 h 798"/>
                  <a:gd name="connsiteX2" fmla="*/ 1286 w 1285"/>
                  <a:gd name="connsiteY2" fmla="*/ 159 h 798"/>
                  <a:gd name="connsiteX3" fmla="*/ 643 w 1285"/>
                  <a:gd name="connsiteY3" fmla="*/ 159 h 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85" h="798">
                    <a:moveTo>
                      <a:pt x="643" y="159"/>
                    </a:moveTo>
                    <a:cubicBezTo>
                      <a:pt x="429" y="373"/>
                      <a:pt x="214" y="586"/>
                      <a:pt x="0" y="798"/>
                    </a:cubicBezTo>
                    <a:cubicBezTo>
                      <a:pt x="429" y="586"/>
                      <a:pt x="857" y="373"/>
                      <a:pt x="1286" y="159"/>
                    </a:cubicBezTo>
                    <a:cubicBezTo>
                      <a:pt x="1071" y="-53"/>
                      <a:pt x="857" y="-53"/>
                      <a:pt x="643" y="159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0" name="任意多边形: 形状 79"/>
              <p:cNvSpPr/>
              <p:nvPr/>
            </p:nvSpPr>
            <p:spPr>
              <a:xfrm>
                <a:off x="3072211" y="5527076"/>
                <a:ext cx="7742" cy="7880"/>
              </a:xfrm>
              <a:custGeom>
                <a:avLst/>
                <a:gdLst>
                  <a:gd name="connsiteX0" fmla="*/ 7071 w 7742"/>
                  <a:gd name="connsiteY0" fmla="*/ 0 h 7880"/>
                  <a:gd name="connsiteX1" fmla="*/ 0 w 7742"/>
                  <a:gd name="connsiteY1" fmla="*/ 7455 h 7880"/>
                  <a:gd name="connsiteX2" fmla="*/ 214 w 7742"/>
                  <a:gd name="connsiteY2" fmla="*/ 7881 h 7880"/>
                  <a:gd name="connsiteX3" fmla="*/ 6642 w 7742"/>
                  <a:gd name="connsiteY3" fmla="*/ 4686 h 7880"/>
                  <a:gd name="connsiteX4" fmla="*/ 7071 w 7742"/>
                  <a:gd name="connsiteY4" fmla="*/ 0 h 7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42" h="7880">
                    <a:moveTo>
                      <a:pt x="7071" y="0"/>
                    </a:moveTo>
                    <a:cubicBezTo>
                      <a:pt x="4714" y="2343"/>
                      <a:pt x="2357" y="4899"/>
                      <a:pt x="0" y="7455"/>
                    </a:cubicBezTo>
                    <a:cubicBezTo>
                      <a:pt x="0" y="7668"/>
                      <a:pt x="214" y="7881"/>
                      <a:pt x="214" y="7881"/>
                    </a:cubicBezTo>
                    <a:cubicBezTo>
                      <a:pt x="2357" y="6816"/>
                      <a:pt x="4500" y="5751"/>
                      <a:pt x="6642" y="4686"/>
                    </a:cubicBezTo>
                    <a:cubicBezTo>
                      <a:pt x="8142" y="3408"/>
                      <a:pt x="7928" y="1704"/>
                      <a:pt x="70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1" name="任意多边形: 形状 80"/>
              <p:cNvSpPr/>
              <p:nvPr/>
            </p:nvSpPr>
            <p:spPr>
              <a:xfrm>
                <a:off x="3066426" y="5525119"/>
                <a:ext cx="12856" cy="9625"/>
              </a:xfrm>
              <a:custGeom>
                <a:avLst/>
                <a:gdLst>
                  <a:gd name="connsiteX0" fmla="*/ 5357 w 12856"/>
                  <a:gd name="connsiteY0" fmla="*/ 8774 h 9625"/>
                  <a:gd name="connsiteX1" fmla="*/ 5785 w 12856"/>
                  <a:gd name="connsiteY1" fmla="*/ 9626 h 9625"/>
                  <a:gd name="connsiteX2" fmla="*/ 12856 w 12856"/>
                  <a:gd name="connsiteY2" fmla="*/ 2171 h 9625"/>
                  <a:gd name="connsiteX3" fmla="*/ 12642 w 12856"/>
                  <a:gd name="connsiteY3" fmla="*/ 1532 h 9625"/>
                  <a:gd name="connsiteX4" fmla="*/ 8571 w 12856"/>
                  <a:gd name="connsiteY4" fmla="*/ 41 h 9625"/>
                  <a:gd name="connsiteX5" fmla="*/ 7285 w 12856"/>
                  <a:gd name="connsiteY5" fmla="*/ 680 h 9625"/>
                  <a:gd name="connsiteX6" fmla="*/ 0 w 12856"/>
                  <a:gd name="connsiteY6" fmla="*/ 7283 h 9625"/>
                  <a:gd name="connsiteX7" fmla="*/ 5357 w 12856"/>
                  <a:gd name="connsiteY7" fmla="*/ 8774 h 9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856" h="9625">
                    <a:moveTo>
                      <a:pt x="5357" y="8774"/>
                    </a:moveTo>
                    <a:cubicBezTo>
                      <a:pt x="5571" y="8987"/>
                      <a:pt x="5571" y="9199"/>
                      <a:pt x="5785" y="9626"/>
                    </a:cubicBezTo>
                    <a:cubicBezTo>
                      <a:pt x="8142" y="7070"/>
                      <a:pt x="10714" y="4513"/>
                      <a:pt x="12856" y="2171"/>
                    </a:cubicBezTo>
                    <a:cubicBezTo>
                      <a:pt x="12642" y="1958"/>
                      <a:pt x="12642" y="1745"/>
                      <a:pt x="12642" y="1532"/>
                    </a:cubicBezTo>
                    <a:cubicBezTo>
                      <a:pt x="11570" y="467"/>
                      <a:pt x="10071" y="-172"/>
                      <a:pt x="8571" y="41"/>
                    </a:cubicBezTo>
                    <a:cubicBezTo>
                      <a:pt x="8142" y="254"/>
                      <a:pt x="7714" y="467"/>
                      <a:pt x="7285" y="680"/>
                    </a:cubicBezTo>
                    <a:cubicBezTo>
                      <a:pt x="4928" y="3023"/>
                      <a:pt x="2357" y="4940"/>
                      <a:pt x="0" y="7283"/>
                    </a:cubicBezTo>
                    <a:cubicBezTo>
                      <a:pt x="1928" y="6005"/>
                      <a:pt x="4071" y="6857"/>
                      <a:pt x="5357" y="87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2" name="任意多边形: 形状 81"/>
              <p:cNvSpPr/>
              <p:nvPr/>
            </p:nvSpPr>
            <p:spPr>
              <a:xfrm>
                <a:off x="3066426" y="5531838"/>
                <a:ext cx="5356" cy="2054"/>
              </a:xfrm>
              <a:custGeom>
                <a:avLst/>
                <a:gdLst>
                  <a:gd name="connsiteX0" fmla="*/ 5357 w 5356"/>
                  <a:gd name="connsiteY0" fmla="*/ 2055 h 2054"/>
                  <a:gd name="connsiteX1" fmla="*/ 0 w 5356"/>
                  <a:gd name="connsiteY1" fmla="*/ 564 h 2054"/>
                  <a:gd name="connsiteX2" fmla="*/ 0 w 5356"/>
                  <a:gd name="connsiteY2" fmla="*/ 564 h 2054"/>
                  <a:gd name="connsiteX3" fmla="*/ 5357 w 5356"/>
                  <a:gd name="connsiteY3" fmla="*/ 2055 h 2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56" h="2054">
                    <a:moveTo>
                      <a:pt x="5357" y="2055"/>
                    </a:moveTo>
                    <a:cubicBezTo>
                      <a:pt x="4071" y="351"/>
                      <a:pt x="1928" y="-714"/>
                      <a:pt x="0" y="564"/>
                    </a:cubicBezTo>
                    <a:cubicBezTo>
                      <a:pt x="0" y="564"/>
                      <a:pt x="0" y="564"/>
                      <a:pt x="0" y="564"/>
                    </a:cubicBezTo>
                    <a:cubicBezTo>
                      <a:pt x="1928" y="-501"/>
                      <a:pt x="4071" y="351"/>
                      <a:pt x="5357" y="2055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3" name="任意多边形: 形状 82"/>
              <p:cNvSpPr/>
              <p:nvPr/>
            </p:nvSpPr>
            <p:spPr>
              <a:xfrm>
                <a:off x="3015430" y="5541561"/>
                <a:ext cx="38140" cy="17039"/>
              </a:xfrm>
              <a:custGeom>
                <a:avLst/>
                <a:gdLst>
                  <a:gd name="connsiteX0" fmla="*/ 31712 w 38140"/>
                  <a:gd name="connsiteY0" fmla="*/ 5112 h 17039"/>
                  <a:gd name="connsiteX1" fmla="*/ 38140 w 38140"/>
                  <a:gd name="connsiteY1" fmla="*/ 0 h 17039"/>
                  <a:gd name="connsiteX2" fmla="*/ 25712 w 38140"/>
                  <a:gd name="connsiteY2" fmla="*/ 4473 h 17039"/>
                  <a:gd name="connsiteX3" fmla="*/ 0 w 38140"/>
                  <a:gd name="connsiteY3" fmla="*/ 17040 h 17039"/>
                  <a:gd name="connsiteX4" fmla="*/ 31712 w 38140"/>
                  <a:gd name="connsiteY4" fmla="*/ 5112 h 170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40" h="17039">
                    <a:moveTo>
                      <a:pt x="31712" y="5112"/>
                    </a:moveTo>
                    <a:cubicBezTo>
                      <a:pt x="33855" y="3407"/>
                      <a:pt x="35998" y="1704"/>
                      <a:pt x="38140" y="0"/>
                    </a:cubicBezTo>
                    <a:cubicBezTo>
                      <a:pt x="34069" y="1490"/>
                      <a:pt x="29998" y="2982"/>
                      <a:pt x="25712" y="4473"/>
                    </a:cubicBezTo>
                    <a:cubicBezTo>
                      <a:pt x="17356" y="8732"/>
                      <a:pt x="8785" y="12993"/>
                      <a:pt x="0" y="17040"/>
                    </a:cubicBezTo>
                    <a:cubicBezTo>
                      <a:pt x="10714" y="13418"/>
                      <a:pt x="21213" y="9585"/>
                      <a:pt x="31712" y="51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4" name="任意多边形: 形状 83"/>
              <p:cNvSpPr/>
              <p:nvPr/>
            </p:nvSpPr>
            <p:spPr>
              <a:xfrm>
                <a:off x="3040928" y="5534745"/>
                <a:ext cx="20784" cy="11288"/>
              </a:xfrm>
              <a:custGeom>
                <a:avLst/>
                <a:gdLst>
                  <a:gd name="connsiteX0" fmla="*/ 20784 w 20784"/>
                  <a:gd name="connsiteY0" fmla="*/ 0 h 11288"/>
                  <a:gd name="connsiteX1" fmla="*/ 0 w 20784"/>
                  <a:gd name="connsiteY1" fmla="*/ 11289 h 11288"/>
                  <a:gd name="connsiteX2" fmla="*/ 12428 w 20784"/>
                  <a:gd name="connsiteY2" fmla="*/ 6816 h 11288"/>
                  <a:gd name="connsiteX3" fmla="*/ 20784 w 20784"/>
                  <a:gd name="connsiteY3" fmla="*/ 0 h 11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784" h="11288">
                    <a:moveTo>
                      <a:pt x="20784" y="0"/>
                    </a:moveTo>
                    <a:cubicBezTo>
                      <a:pt x="13928" y="3834"/>
                      <a:pt x="7071" y="7668"/>
                      <a:pt x="0" y="11289"/>
                    </a:cubicBezTo>
                    <a:cubicBezTo>
                      <a:pt x="4285" y="10011"/>
                      <a:pt x="8357" y="8520"/>
                      <a:pt x="12428" y="6816"/>
                    </a:cubicBezTo>
                    <a:cubicBezTo>
                      <a:pt x="15213" y="4473"/>
                      <a:pt x="17999" y="2343"/>
                      <a:pt x="207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5" name="任意多边形: 形状 84"/>
              <p:cNvSpPr/>
              <p:nvPr/>
            </p:nvSpPr>
            <p:spPr>
              <a:xfrm>
                <a:off x="3046927" y="5540922"/>
                <a:ext cx="8142" cy="5750"/>
              </a:xfrm>
              <a:custGeom>
                <a:avLst/>
                <a:gdLst>
                  <a:gd name="connsiteX0" fmla="*/ 2786 w 8142"/>
                  <a:gd name="connsiteY0" fmla="*/ 4685 h 5750"/>
                  <a:gd name="connsiteX1" fmla="*/ 8142 w 8142"/>
                  <a:gd name="connsiteY1" fmla="*/ 0 h 5750"/>
                  <a:gd name="connsiteX2" fmla="*/ 6428 w 8142"/>
                  <a:gd name="connsiteY2" fmla="*/ 639 h 5750"/>
                  <a:gd name="connsiteX3" fmla="*/ 0 w 8142"/>
                  <a:gd name="connsiteY3" fmla="*/ 5751 h 5750"/>
                  <a:gd name="connsiteX4" fmla="*/ 1071 w 8142"/>
                  <a:gd name="connsiteY4" fmla="*/ 5325 h 5750"/>
                  <a:gd name="connsiteX5" fmla="*/ 2786 w 8142"/>
                  <a:gd name="connsiteY5" fmla="*/ 4685 h 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142" h="5750">
                    <a:moveTo>
                      <a:pt x="2786" y="4685"/>
                    </a:moveTo>
                    <a:cubicBezTo>
                      <a:pt x="4500" y="3195"/>
                      <a:pt x="6428" y="1490"/>
                      <a:pt x="8142" y="0"/>
                    </a:cubicBezTo>
                    <a:cubicBezTo>
                      <a:pt x="7714" y="213"/>
                      <a:pt x="7071" y="426"/>
                      <a:pt x="6428" y="639"/>
                    </a:cubicBezTo>
                    <a:cubicBezTo>
                      <a:pt x="4285" y="2343"/>
                      <a:pt x="2143" y="4046"/>
                      <a:pt x="0" y="5751"/>
                    </a:cubicBezTo>
                    <a:cubicBezTo>
                      <a:pt x="429" y="5537"/>
                      <a:pt x="643" y="5537"/>
                      <a:pt x="1071" y="5325"/>
                    </a:cubicBezTo>
                    <a:cubicBezTo>
                      <a:pt x="1714" y="5112"/>
                      <a:pt x="2143" y="4899"/>
                      <a:pt x="2786" y="4685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6" name="任意多边形: 形状 85"/>
              <p:cNvSpPr/>
              <p:nvPr/>
            </p:nvSpPr>
            <p:spPr>
              <a:xfrm>
                <a:off x="3053570" y="5532401"/>
                <a:ext cx="12642" cy="9159"/>
              </a:xfrm>
              <a:custGeom>
                <a:avLst/>
                <a:gdLst>
                  <a:gd name="connsiteX0" fmla="*/ 1500 w 12642"/>
                  <a:gd name="connsiteY0" fmla="*/ 8520 h 9159"/>
                  <a:gd name="connsiteX1" fmla="*/ 12642 w 12642"/>
                  <a:gd name="connsiteY1" fmla="*/ 0 h 9159"/>
                  <a:gd name="connsiteX2" fmla="*/ 8357 w 12642"/>
                  <a:gd name="connsiteY2" fmla="*/ 2343 h 9159"/>
                  <a:gd name="connsiteX3" fmla="*/ 0 w 12642"/>
                  <a:gd name="connsiteY3" fmla="*/ 9159 h 9159"/>
                  <a:gd name="connsiteX4" fmla="*/ 1500 w 12642"/>
                  <a:gd name="connsiteY4" fmla="*/ 8520 h 9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" h="9159">
                    <a:moveTo>
                      <a:pt x="1500" y="8520"/>
                    </a:moveTo>
                    <a:cubicBezTo>
                      <a:pt x="5143" y="5538"/>
                      <a:pt x="8785" y="2556"/>
                      <a:pt x="12642" y="0"/>
                    </a:cubicBezTo>
                    <a:cubicBezTo>
                      <a:pt x="11142" y="852"/>
                      <a:pt x="9642" y="1491"/>
                      <a:pt x="8357" y="2343"/>
                    </a:cubicBezTo>
                    <a:cubicBezTo>
                      <a:pt x="5571" y="4686"/>
                      <a:pt x="2786" y="6816"/>
                      <a:pt x="0" y="9159"/>
                    </a:cubicBezTo>
                    <a:cubicBezTo>
                      <a:pt x="429" y="8946"/>
                      <a:pt x="857" y="8733"/>
                      <a:pt x="1500" y="85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7" name="任意多边形: 形状 86"/>
              <p:cNvSpPr/>
              <p:nvPr/>
            </p:nvSpPr>
            <p:spPr>
              <a:xfrm>
                <a:off x="3049499" y="5540070"/>
                <a:ext cx="7927" cy="5537"/>
              </a:xfrm>
              <a:custGeom>
                <a:avLst/>
                <a:gdLst>
                  <a:gd name="connsiteX0" fmla="*/ 5142 w 7927"/>
                  <a:gd name="connsiteY0" fmla="*/ 3408 h 5537"/>
                  <a:gd name="connsiteX1" fmla="*/ 7928 w 7927"/>
                  <a:gd name="connsiteY1" fmla="*/ 0 h 5537"/>
                  <a:gd name="connsiteX2" fmla="*/ 5357 w 7927"/>
                  <a:gd name="connsiteY2" fmla="*/ 852 h 5537"/>
                  <a:gd name="connsiteX3" fmla="*/ 0 w 7927"/>
                  <a:gd name="connsiteY3" fmla="*/ 5537 h 5537"/>
                  <a:gd name="connsiteX4" fmla="*/ 5142 w 7927"/>
                  <a:gd name="connsiteY4" fmla="*/ 3408 h 5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27" h="5537">
                    <a:moveTo>
                      <a:pt x="5142" y="3408"/>
                    </a:moveTo>
                    <a:cubicBezTo>
                      <a:pt x="6000" y="2343"/>
                      <a:pt x="7071" y="1065"/>
                      <a:pt x="7928" y="0"/>
                    </a:cubicBezTo>
                    <a:cubicBezTo>
                      <a:pt x="7071" y="426"/>
                      <a:pt x="6214" y="639"/>
                      <a:pt x="5357" y="852"/>
                    </a:cubicBezTo>
                    <a:cubicBezTo>
                      <a:pt x="3428" y="2343"/>
                      <a:pt x="1714" y="4047"/>
                      <a:pt x="0" y="5537"/>
                    </a:cubicBezTo>
                    <a:cubicBezTo>
                      <a:pt x="1714" y="4899"/>
                      <a:pt x="3428" y="4047"/>
                      <a:pt x="5142" y="340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8" name="任意多边形: 形状 87"/>
              <p:cNvSpPr/>
              <p:nvPr/>
            </p:nvSpPr>
            <p:spPr>
              <a:xfrm>
                <a:off x="3054641" y="5532401"/>
                <a:ext cx="11784" cy="11076"/>
              </a:xfrm>
              <a:custGeom>
                <a:avLst/>
                <a:gdLst>
                  <a:gd name="connsiteX0" fmla="*/ 0 w 11784"/>
                  <a:gd name="connsiteY0" fmla="*/ 11076 h 11076"/>
                  <a:gd name="connsiteX1" fmla="*/ 2571 w 11784"/>
                  <a:gd name="connsiteY1" fmla="*/ 10011 h 11076"/>
                  <a:gd name="connsiteX2" fmla="*/ 11785 w 11784"/>
                  <a:gd name="connsiteY2" fmla="*/ 0 h 11076"/>
                  <a:gd name="connsiteX3" fmla="*/ 11571 w 11784"/>
                  <a:gd name="connsiteY3" fmla="*/ 0 h 11076"/>
                  <a:gd name="connsiteX4" fmla="*/ 429 w 11784"/>
                  <a:gd name="connsiteY4" fmla="*/ 8520 h 11076"/>
                  <a:gd name="connsiteX5" fmla="*/ 3000 w 11784"/>
                  <a:gd name="connsiteY5" fmla="*/ 7668 h 11076"/>
                  <a:gd name="connsiteX6" fmla="*/ 0 w 11784"/>
                  <a:gd name="connsiteY6" fmla="*/ 11076 h 11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784" h="11076">
                    <a:moveTo>
                      <a:pt x="0" y="11076"/>
                    </a:moveTo>
                    <a:cubicBezTo>
                      <a:pt x="857" y="10650"/>
                      <a:pt x="1714" y="10437"/>
                      <a:pt x="2571" y="10011"/>
                    </a:cubicBezTo>
                    <a:cubicBezTo>
                      <a:pt x="5571" y="6603"/>
                      <a:pt x="8571" y="3195"/>
                      <a:pt x="11785" y="0"/>
                    </a:cubicBezTo>
                    <a:cubicBezTo>
                      <a:pt x="11785" y="0"/>
                      <a:pt x="11571" y="0"/>
                      <a:pt x="11571" y="0"/>
                    </a:cubicBezTo>
                    <a:cubicBezTo>
                      <a:pt x="7714" y="2769"/>
                      <a:pt x="4071" y="5538"/>
                      <a:pt x="429" y="8520"/>
                    </a:cubicBezTo>
                    <a:cubicBezTo>
                      <a:pt x="1286" y="8094"/>
                      <a:pt x="2143" y="7881"/>
                      <a:pt x="3000" y="7668"/>
                    </a:cubicBezTo>
                    <a:cubicBezTo>
                      <a:pt x="1928" y="8733"/>
                      <a:pt x="1071" y="10011"/>
                      <a:pt x="0" y="1107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9" name="任意多边形: 形状 88"/>
              <p:cNvSpPr/>
              <p:nvPr/>
            </p:nvSpPr>
            <p:spPr>
              <a:xfrm>
                <a:off x="3071997" y="5534531"/>
                <a:ext cx="375" cy="638"/>
              </a:xfrm>
              <a:custGeom>
                <a:avLst/>
                <a:gdLst>
                  <a:gd name="connsiteX0" fmla="*/ 214 w 375"/>
                  <a:gd name="connsiteY0" fmla="*/ 639 h 638"/>
                  <a:gd name="connsiteX1" fmla="*/ 214 w 375"/>
                  <a:gd name="connsiteY1" fmla="*/ 639 h 638"/>
                  <a:gd name="connsiteX2" fmla="*/ 0 w 375"/>
                  <a:gd name="connsiteY2" fmla="*/ 0 h 638"/>
                  <a:gd name="connsiteX3" fmla="*/ 0 w 375"/>
                  <a:gd name="connsiteY3" fmla="*/ 0 h 638"/>
                  <a:gd name="connsiteX4" fmla="*/ 214 w 375"/>
                  <a:gd name="connsiteY4" fmla="*/ 639 h 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5" h="638">
                    <a:moveTo>
                      <a:pt x="214" y="639"/>
                    </a:moveTo>
                    <a:cubicBezTo>
                      <a:pt x="429" y="639"/>
                      <a:pt x="429" y="639"/>
                      <a:pt x="214" y="639"/>
                    </a:cubicBezTo>
                    <a:cubicBezTo>
                      <a:pt x="214" y="426"/>
                      <a:pt x="214" y="213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14" y="213"/>
                      <a:pt x="214" y="426"/>
                      <a:pt x="214" y="639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0" name="任意多边形: 形状 89"/>
              <p:cNvSpPr/>
              <p:nvPr/>
            </p:nvSpPr>
            <p:spPr>
              <a:xfrm>
                <a:off x="3071783" y="5533679"/>
                <a:ext cx="428" cy="852"/>
              </a:xfrm>
              <a:custGeom>
                <a:avLst/>
                <a:gdLst>
                  <a:gd name="connsiteX0" fmla="*/ 429 w 428"/>
                  <a:gd name="connsiteY0" fmla="*/ 852 h 852"/>
                  <a:gd name="connsiteX1" fmla="*/ 0 w 428"/>
                  <a:gd name="connsiteY1" fmla="*/ 0 h 852"/>
                  <a:gd name="connsiteX2" fmla="*/ 429 w 428"/>
                  <a:gd name="connsiteY2" fmla="*/ 852 h 852"/>
                  <a:gd name="connsiteX3" fmla="*/ 429 w 428"/>
                  <a:gd name="connsiteY3" fmla="*/ 852 h 8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" h="852">
                    <a:moveTo>
                      <a:pt x="429" y="852"/>
                    </a:moveTo>
                    <a:cubicBezTo>
                      <a:pt x="214" y="639"/>
                      <a:pt x="214" y="426"/>
                      <a:pt x="0" y="0"/>
                    </a:cubicBezTo>
                    <a:cubicBezTo>
                      <a:pt x="214" y="426"/>
                      <a:pt x="214" y="639"/>
                      <a:pt x="429" y="852"/>
                    </a:cubicBezTo>
                    <a:cubicBezTo>
                      <a:pt x="429" y="852"/>
                      <a:pt x="429" y="852"/>
                      <a:pt x="429" y="8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1" name="任意多边形: 形状 90"/>
              <p:cNvSpPr/>
              <p:nvPr/>
            </p:nvSpPr>
            <p:spPr>
              <a:xfrm>
                <a:off x="3071140" y="5534745"/>
                <a:ext cx="1285" cy="1064"/>
              </a:xfrm>
              <a:custGeom>
                <a:avLst/>
                <a:gdLst>
                  <a:gd name="connsiteX0" fmla="*/ 0 w 1285"/>
                  <a:gd name="connsiteY0" fmla="*/ 1065 h 1064"/>
                  <a:gd name="connsiteX1" fmla="*/ 1286 w 1285"/>
                  <a:gd name="connsiteY1" fmla="*/ 426 h 1064"/>
                  <a:gd name="connsiteX2" fmla="*/ 1071 w 1285"/>
                  <a:gd name="connsiteY2" fmla="*/ 0 h 1064"/>
                  <a:gd name="connsiteX3" fmla="*/ 0 w 1285"/>
                  <a:gd name="connsiteY3" fmla="*/ 1065 h 1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85" h="1064">
                    <a:moveTo>
                      <a:pt x="0" y="1065"/>
                    </a:moveTo>
                    <a:cubicBezTo>
                      <a:pt x="429" y="852"/>
                      <a:pt x="857" y="639"/>
                      <a:pt x="1286" y="426"/>
                    </a:cubicBezTo>
                    <a:cubicBezTo>
                      <a:pt x="1286" y="213"/>
                      <a:pt x="1286" y="0"/>
                      <a:pt x="1071" y="0"/>
                    </a:cubicBezTo>
                    <a:cubicBezTo>
                      <a:pt x="643" y="213"/>
                      <a:pt x="214" y="639"/>
                      <a:pt x="0" y="1065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2" name="任意多边形: 形状 91"/>
              <p:cNvSpPr/>
              <p:nvPr/>
            </p:nvSpPr>
            <p:spPr>
              <a:xfrm>
                <a:off x="3057212" y="5531932"/>
                <a:ext cx="14999" cy="10480"/>
              </a:xfrm>
              <a:custGeom>
                <a:avLst/>
                <a:gdLst>
                  <a:gd name="connsiteX0" fmla="*/ 9214 w 14999"/>
                  <a:gd name="connsiteY0" fmla="*/ 470 h 10480"/>
                  <a:gd name="connsiteX1" fmla="*/ 0 w 14999"/>
                  <a:gd name="connsiteY1" fmla="*/ 10480 h 10480"/>
                  <a:gd name="connsiteX2" fmla="*/ 13928 w 14999"/>
                  <a:gd name="connsiteY2" fmla="*/ 3878 h 10480"/>
                  <a:gd name="connsiteX3" fmla="*/ 14999 w 14999"/>
                  <a:gd name="connsiteY3" fmla="*/ 2813 h 10480"/>
                  <a:gd name="connsiteX4" fmla="*/ 14785 w 14999"/>
                  <a:gd name="connsiteY4" fmla="*/ 1961 h 10480"/>
                  <a:gd name="connsiteX5" fmla="*/ 9214 w 14999"/>
                  <a:gd name="connsiteY5" fmla="*/ 470 h 10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999" h="10480">
                    <a:moveTo>
                      <a:pt x="9214" y="470"/>
                    </a:moveTo>
                    <a:cubicBezTo>
                      <a:pt x="6000" y="3665"/>
                      <a:pt x="3214" y="7072"/>
                      <a:pt x="0" y="10480"/>
                    </a:cubicBezTo>
                    <a:cubicBezTo>
                      <a:pt x="4714" y="8350"/>
                      <a:pt x="9214" y="6221"/>
                      <a:pt x="13928" y="3878"/>
                    </a:cubicBezTo>
                    <a:cubicBezTo>
                      <a:pt x="14356" y="3452"/>
                      <a:pt x="14571" y="3239"/>
                      <a:pt x="14999" y="2813"/>
                    </a:cubicBezTo>
                    <a:cubicBezTo>
                      <a:pt x="14785" y="2600"/>
                      <a:pt x="14785" y="2174"/>
                      <a:pt x="14785" y="1961"/>
                    </a:cubicBezTo>
                    <a:cubicBezTo>
                      <a:pt x="13285" y="257"/>
                      <a:pt x="11142" y="-595"/>
                      <a:pt x="9214" y="47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3" name="任意多边形: 形状 92"/>
              <p:cNvSpPr/>
              <p:nvPr/>
            </p:nvSpPr>
            <p:spPr>
              <a:xfrm>
                <a:off x="2754019" y="5568398"/>
                <a:ext cx="11784" cy="15762"/>
              </a:xfrm>
              <a:custGeom>
                <a:avLst/>
                <a:gdLst>
                  <a:gd name="connsiteX0" fmla="*/ 857 w 11784"/>
                  <a:gd name="connsiteY0" fmla="*/ 6177 h 15762"/>
                  <a:gd name="connsiteX1" fmla="*/ 0 w 11784"/>
                  <a:gd name="connsiteY1" fmla="*/ 10437 h 15762"/>
                  <a:gd name="connsiteX2" fmla="*/ 4500 w 11784"/>
                  <a:gd name="connsiteY2" fmla="*/ 15762 h 15762"/>
                  <a:gd name="connsiteX3" fmla="*/ 7928 w 11784"/>
                  <a:gd name="connsiteY3" fmla="*/ 15549 h 15762"/>
                  <a:gd name="connsiteX4" fmla="*/ 11785 w 11784"/>
                  <a:gd name="connsiteY4" fmla="*/ 14910 h 15762"/>
                  <a:gd name="connsiteX5" fmla="*/ 10499 w 11784"/>
                  <a:gd name="connsiteY5" fmla="*/ 8307 h 15762"/>
                  <a:gd name="connsiteX6" fmla="*/ 3643 w 11784"/>
                  <a:gd name="connsiteY6" fmla="*/ 0 h 15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784" h="15762">
                    <a:moveTo>
                      <a:pt x="857" y="6177"/>
                    </a:moveTo>
                    <a:lnTo>
                      <a:pt x="0" y="10437"/>
                    </a:lnTo>
                    <a:lnTo>
                      <a:pt x="4500" y="15762"/>
                    </a:lnTo>
                    <a:lnTo>
                      <a:pt x="7928" y="15549"/>
                    </a:lnTo>
                    <a:lnTo>
                      <a:pt x="11785" y="14910"/>
                    </a:lnTo>
                    <a:lnTo>
                      <a:pt x="10499" y="8307"/>
                    </a:lnTo>
                    <a:lnTo>
                      <a:pt x="3643" y="0"/>
                    </a:lnTo>
                    <a:close/>
                  </a:path>
                </a:pathLst>
              </a:custGeom>
              <a:solidFill>
                <a:srgbClr val="FFFFFF"/>
              </a:soli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94" name="图形 2"/>
          <p:cNvGrpSpPr/>
          <p:nvPr userDrawn="1"/>
        </p:nvGrpSpPr>
        <p:grpSpPr>
          <a:xfrm>
            <a:off x="10712" y="-1"/>
            <a:ext cx="12175502" cy="6837227"/>
            <a:chOff x="10712" y="-1"/>
            <a:chExt cx="12175502" cy="6837227"/>
          </a:xfrm>
          <a:solidFill>
            <a:srgbClr val="EFDCBF"/>
          </a:solidFill>
        </p:grpSpPr>
        <p:sp>
          <p:nvSpPr>
            <p:cNvPr id="95" name="任意多边形: 形状 94"/>
            <p:cNvSpPr/>
            <p:nvPr/>
          </p:nvSpPr>
          <p:spPr>
            <a:xfrm>
              <a:off x="10712" y="6539029"/>
              <a:ext cx="12175502" cy="298196"/>
            </a:xfrm>
            <a:custGeom>
              <a:avLst/>
              <a:gdLst>
                <a:gd name="connsiteX0" fmla="*/ 0 w 12175502"/>
                <a:gd name="connsiteY0" fmla="*/ 0 h 298196"/>
                <a:gd name="connsiteX1" fmla="*/ 12175502 w 12175502"/>
                <a:gd name="connsiteY1" fmla="*/ 0 h 298196"/>
                <a:gd name="connsiteX2" fmla="*/ 12175502 w 12175502"/>
                <a:gd name="connsiteY2" fmla="*/ 298197 h 298196"/>
                <a:gd name="connsiteX3" fmla="*/ 0 w 12175502"/>
                <a:gd name="connsiteY3" fmla="*/ 298197 h 298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75502" h="298196">
                  <a:moveTo>
                    <a:pt x="0" y="0"/>
                  </a:moveTo>
                  <a:lnTo>
                    <a:pt x="12175502" y="0"/>
                  </a:lnTo>
                  <a:lnTo>
                    <a:pt x="12175502" y="298197"/>
                  </a:lnTo>
                  <a:lnTo>
                    <a:pt x="0" y="298197"/>
                  </a:lnTo>
                  <a:close/>
                </a:path>
              </a:pathLst>
            </a:custGeom>
            <a:solidFill>
              <a:srgbClr val="EFDCB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6" name="任意多边形: 形状 95"/>
            <p:cNvSpPr/>
            <p:nvPr/>
          </p:nvSpPr>
          <p:spPr>
            <a:xfrm>
              <a:off x="10712" y="-1"/>
              <a:ext cx="12175502" cy="340796"/>
            </a:xfrm>
            <a:custGeom>
              <a:avLst/>
              <a:gdLst>
                <a:gd name="connsiteX0" fmla="*/ 0 w 12175502"/>
                <a:gd name="connsiteY0" fmla="*/ 0 h 340796"/>
                <a:gd name="connsiteX1" fmla="*/ 12175502 w 12175502"/>
                <a:gd name="connsiteY1" fmla="*/ 0 h 340796"/>
                <a:gd name="connsiteX2" fmla="*/ 12175502 w 12175502"/>
                <a:gd name="connsiteY2" fmla="*/ 340796 h 340796"/>
                <a:gd name="connsiteX3" fmla="*/ 0 w 12175502"/>
                <a:gd name="connsiteY3" fmla="*/ 340796 h 340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75502" h="340796">
                  <a:moveTo>
                    <a:pt x="0" y="0"/>
                  </a:moveTo>
                  <a:lnTo>
                    <a:pt x="12175502" y="0"/>
                  </a:lnTo>
                  <a:lnTo>
                    <a:pt x="12175502" y="340796"/>
                  </a:lnTo>
                  <a:lnTo>
                    <a:pt x="0" y="340796"/>
                  </a:lnTo>
                  <a:close/>
                </a:path>
              </a:pathLst>
            </a:custGeom>
            <a:solidFill>
              <a:srgbClr val="EFDCB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97" name="图形 2"/>
          <p:cNvGrpSpPr/>
          <p:nvPr userDrawn="1"/>
        </p:nvGrpSpPr>
        <p:grpSpPr>
          <a:xfrm>
            <a:off x="10712" y="319495"/>
            <a:ext cx="12175502" cy="6240833"/>
            <a:chOff x="10712" y="319495"/>
            <a:chExt cx="12175502" cy="6240833"/>
          </a:xfrm>
          <a:solidFill>
            <a:srgbClr val="FF9A3E"/>
          </a:solidFill>
        </p:grpSpPr>
        <p:sp>
          <p:nvSpPr>
            <p:cNvPr id="98" name="任意多边形: 形状 97"/>
            <p:cNvSpPr/>
            <p:nvPr/>
          </p:nvSpPr>
          <p:spPr>
            <a:xfrm>
              <a:off x="10712" y="6453830"/>
              <a:ext cx="12175502" cy="106498"/>
            </a:xfrm>
            <a:custGeom>
              <a:avLst/>
              <a:gdLst>
                <a:gd name="connsiteX0" fmla="*/ 0 w 12175502"/>
                <a:gd name="connsiteY0" fmla="*/ 0 h 106498"/>
                <a:gd name="connsiteX1" fmla="*/ 12175502 w 12175502"/>
                <a:gd name="connsiteY1" fmla="*/ 0 h 106498"/>
                <a:gd name="connsiteX2" fmla="*/ 12175502 w 12175502"/>
                <a:gd name="connsiteY2" fmla="*/ 106499 h 106498"/>
                <a:gd name="connsiteX3" fmla="*/ 0 w 12175502"/>
                <a:gd name="connsiteY3" fmla="*/ 106499 h 106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75502" h="106498">
                  <a:moveTo>
                    <a:pt x="0" y="0"/>
                  </a:moveTo>
                  <a:lnTo>
                    <a:pt x="12175502" y="0"/>
                  </a:lnTo>
                  <a:lnTo>
                    <a:pt x="12175502" y="106499"/>
                  </a:lnTo>
                  <a:lnTo>
                    <a:pt x="0" y="106499"/>
                  </a:lnTo>
                  <a:close/>
                </a:path>
              </a:pathLst>
            </a:custGeom>
            <a:grpFill/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9" name="任意多边形: 形状 98"/>
            <p:cNvSpPr/>
            <p:nvPr/>
          </p:nvSpPr>
          <p:spPr>
            <a:xfrm>
              <a:off x="10712" y="319495"/>
              <a:ext cx="12175502" cy="106498"/>
            </a:xfrm>
            <a:custGeom>
              <a:avLst/>
              <a:gdLst>
                <a:gd name="connsiteX0" fmla="*/ 0 w 12175502"/>
                <a:gd name="connsiteY0" fmla="*/ 0 h 106498"/>
                <a:gd name="connsiteX1" fmla="*/ 12175502 w 12175502"/>
                <a:gd name="connsiteY1" fmla="*/ 0 h 106498"/>
                <a:gd name="connsiteX2" fmla="*/ 12175502 w 12175502"/>
                <a:gd name="connsiteY2" fmla="*/ 106499 h 106498"/>
                <a:gd name="connsiteX3" fmla="*/ 0 w 12175502"/>
                <a:gd name="connsiteY3" fmla="*/ 106499 h 106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75502" h="106498">
                  <a:moveTo>
                    <a:pt x="0" y="0"/>
                  </a:moveTo>
                  <a:lnTo>
                    <a:pt x="12175502" y="0"/>
                  </a:lnTo>
                  <a:lnTo>
                    <a:pt x="12175502" y="106499"/>
                  </a:lnTo>
                  <a:lnTo>
                    <a:pt x="0" y="106499"/>
                  </a:lnTo>
                  <a:close/>
                </a:path>
              </a:pathLst>
            </a:custGeom>
            <a:grpFill/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00" name="图形 2"/>
          <p:cNvGrpSpPr/>
          <p:nvPr userDrawn="1"/>
        </p:nvGrpSpPr>
        <p:grpSpPr>
          <a:xfrm>
            <a:off x="4592598" y="6116221"/>
            <a:ext cx="553029" cy="651291"/>
            <a:chOff x="4592598" y="6116221"/>
            <a:chExt cx="553029" cy="651291"/>
          </a:xfrm>
        </p:grpSpPr>
        <p:sp>
          <p:nvSpPr>
            <p:cNvPr id="101" name="任意多边形: 形状 100"/>
            <p:cNvSpPr/>
            <p:nvPr/>
          </p:nvSpPr>
          <p:spPr>
            <a:xfrm>
              <a:off x="4592598" y="6116221"/>
              <a:ext cx="552815" cy="651291"/>
            </a:xfrm>
            <a:custGeom>
              <a:avLst/>
              <a:gdLst>
                <a:gd name="connsiteX0" fmla="*/ 533826 w 552815"/>
                <a:gd name="connsiteY0" fmla="*/ 128871 h 651291"/>
                <a:gd name="connsiteX1" fmla="*/ 534469 w 552815"/>
                <a:gd name="connsiteY1" fmla="*/ 130575 h 651291"/>
                <a:gd name="connsiteX2" fmla="*/ 535540 w 552815"/>
                <a:gd name="connsiteY2" fmla="*/ 133344 h 651291"/>
                <a:gd name="connsiteX3" fmla="*/ 536826 w 552815"/>
                <a:gd name="connsiteY3" fmla="*/ 136752 h 651291"/>
                <a:gd name="connsiteX4" fmla="*/ 537683 w 552815"/>
                <a:gd name="connsiteY4" fmla="*/ 138882 h 651291"/>
                <a:gd name="connsiteX5" fmla="*/ 539826 w 552815"/>
                <a:gd name="connsiteY5" fmla="*/ 145485 h 651291"/>
                <a:gd name="connsiteX6" fmla="*/ 540254 w 552815"/>
                <a:gd name="connsiteY6" fmla="*/ 147188 h 651291"/>
                <a:gd name="connsiteX7" fmla="*/ 541326 w 552815"/>
                <a:gd name="connsiteY7" fmla="*/ 150171 h 651291"/>
                <a:gd name="connsiteX8" fmla="*/ 548182 w 552815"/>
                <a:gd name="connsiteY8" fmla="*/ 192344 h 651291"/>
                <a:gd name="connsiteX9" fmla="*/ 546897 w 552815"/>
                <a:gd name="connsiteY9" fmla="*/ 211301 h 651291"/>
                <a:gd name="connsiteX10" fmla="*/ 545825 w 552815"/>
                <a:gd name="connsiteY10" fmla="*/ 216838 h 651291"/>
                <a:gd name="connsiteX11" fmla="*/ 539826 w 552815"/>
                <a:gd name="connsiteY11" fmla="*/ 289471 h 651291"/>
                <a:gd name="connsiteX12" fmla="*/ 496758 w 552815"/>
                <a:gd name="connsiteY12" fmla="*/ 377226 h 651291"/>
                <a:gd name="connsiteX13" fmla="*/ 436548 w 552815"/>
                <a:gd name="connsiteY13" fmla="*/ 384681 h 651291"/>
                <a:gd name="connsiteX14" fmla="*/ 454118 w 552815"/>
                <a:gd name="connsiteY14" fmla="*/ 405768 h 651291"/>
                <a:gd name="connsiteX15" fmla="*/ 463974 w 552815"/>
                <a:gd name="connsiteY15" fmla="*/ 419825 h 651291"/>
                <a:gd name="connsiteX16" fmla="*/ 468474 w 552815"/>
                <a:gd name="connsiteY16" fmla="*/ 428132 h 651291"/>
                <a:gd name="connsiteX17" fmla="*/ 472331 w 552815"/>
                <a:gd name="connsiteY17" fmla="*/ 436227 h 651291"/>
                <a:gd name="connsiteX18" fmla="*/ 473830 w 552815"/>
                <a:gd name="connsiteY18" fmla="*/ 444533 h 651291"/>
                <a:gd name="connsiteX19" fmla="*/ 435904 w 552815"/>
                <a:gd name="connsiteY19" fmla="*/ 535484 h 651291"/>
                <a:gd name="connsiteX20" fmla="*/ 393479 w 552815"/>
                <a:gd name="connsiteY20" fmla="*/ 580852 h 651291"/>
                <a:gd name="connsiteX21" fmla="*/ 342483 w 552815"/>
                <a:gd name="connsiteY21" fmla="*/ 635166 h 651291"/>
                <a:gd name="connsiteX22" fmla="*/ 328126 w 552815"/>
                <a:gd name="connsiteY22" fmla="*/ 641769 h 651291"/>
                <a:gd name="connsiteX23" fmla="*/ 265559 w 552815"/>
                <a:gd name="connsiteY23" fmla="*/ 647946 h 651291"/>
                <a:gd name="connsiteX24" fmla="*/ 201707 w 552815"/>
                <a:gd name="connsiteY24" fmla="*/ 591928 h 651291"/>
                <a:gd name="connsiteX25" fmla="*/ 192065 w 552815"/>
                <a:gd name="connsiteY25" fmla="*/ 577870 h 651291"/>
                <a:gd name="connsiteX26" fmla="*/ 141282 w 552815"/>
                <a:gd name="connsiteY26" fmla="*/ 441338 h 651291"/>
                <a:gd name="connsiteX27" fmla="*/ 140425 w 552815"/>
                <a:gd name="connsiteY27" fmla="*/ 436227 h 651291"/>
                <a:gd name="connsiteX28" fmla="*/ 140425 w 552815"/>
                <a:gd name="connsiteY28" fmla="*/ 436227 h 651291"/>
                <a:gd name="connsiteX29" fmla="*/ 140211 w 552815"/>
                <a:gd name="connsiteY29" fmla="*/ 435374 h 651291"/>
                <a:gd name="connsiteX30" fmla="*/ 139568 w 552815"/>
                <a:gd name="connsiteY30" fmla="*/ 432180 h 651291"/>
                <a:gd name="connsiteX31" fmla="*/ 138497 w 552815"/>
                <a:gd name="connsiteY31" fmla="*/ 426641 h 651291"/>
                <a:gd name="connsiteX32" fmla="*/ 138282 w 552815"/>
                <a:gd name="connsiteY32" fmla="*/ 425790 h 651291"/>
                <a:gd name="connsiteX33" fmla="*/ 137640 w 552815"/>
                <a:gd name="connsiteY33" fmla="*/ 422382 h 651291"/>
                <a:gd name="connsiteX34" fmla="*/ 136569 w 552815"/>
                <a:gd name="connsiteY34" fmla="*/ 417269 h 651291"/>
                <a:gd name="connsiteX35" fmla="*/ 136569 w 552815"/>
                <a:gd name="connsiteY35" fmla="*/ 416844 h 651291"/>
                <a:gd name="connsiteX36" fmla="*/ 136354 w 552815"/>
                <a:gd name="connsiteY36" fmla="*/ 416205 h 651291"/>
                <a:gd name="connsiteX37" fmla="*/ 132926 w 552815"/>
                <a:gd name="connsiteY37" fmla="*/ 399165 h 651291"/>
                <a:gd name="connsiteX38" fmla="*/ 130997 w 552815"/>
                <a:gd name="connsiteY38" fmla="*/ 390858 h 651291"/>
                <a:gd name="connsiteX39" fmla="*/ 128855 w 552815"/>
                <a:gd name="connsiteY39" fmla="*/ 381699 h 651291"/>
                <a:gd name="connsiteX40" fmla="*/ 68644 w 552815"/>
                <a:gd name="connsiteY40" fmla="*/ 258586 h 651291"/>
                <a:gd name="connsiteX41" fmla="*/ 53003 w 552815"/>
                <a:gd name="connsiteY41" fmla="*/ 244742 h 651291"/>
                <a:gd name="connsiteX42" fmla="*/ 39075 w 552815"/>
                <a:gd name="connsiteY42" fmla="*/ 235157 h 651291"/>
                <a:gd name="connsiteX43" fmla="*/ 5006 w 552815"/>
                <a:gd name="connsiteY43" fmla="*/ 217265 h 651291"/>
                <a:gd name="connsiteX44" fmla="*/ 507 w 552815"/>
                <a:gd name="connsiteY44" fmla="*/ 206615 h 651291"/>
                <a:gd name="connsiteX45" fmla="*/ 10577 w 552815"/>
                <a:gd name="connsiteY45" fmla="*/ 201077 h 651291"/>
                <a:gd name="connsiteX46" fmla="*/ 22362 w 552815"/>
                <a:gd name="connsiteY46" fmla="*/ 202994 h 651291"/>
                <a:gd name="connsiteX47" fmla="*/ 32647 w 552815"/>
                <a:gd name="connsiteY47" fmla="*/ 204059 h 651291"/>
                <a:gd name="connsiteX48" fmla="*/ 42932 w 552815"/>
                <a:gd name="connsiteY48" fmla="*/ 204911 h 651291"/>
                <a:gd name="connsiteX49" fmla="*/ 132069 w 552815"/>
                <a:gd name="connsiteY49" fmla="*/ 198308 h 651291"/>
                <a:gd name="connsiteX50" fmla="*/ 142354 w 552815"/>
                <a:gd name="connsiteY50" fmla="*/ 196178 h 651291"/>
                <a:gd name="connsiteX51" fmla="*/ 152424 w 552815"/>
                <a:gd name="connsiteY51" fmla="*/ 193622 h 651291"/>
                <a:gd name="connsiteX52" fmla="*/ 258060 w 552815"/>
                <a:gd name="connsiteY52" fmla="*/ 150596 h 651291"/>
                <a:gd name="connsiteX53" fmla="*/ 258703 w 552815"/>
                <a:gd name="connsiteY53" fmla="*/ 150171 h 651291"/>
                <a:gd name="connsiteX54" fmla="*/ 267702 w 552815"/>
                <a:gd name="connsiteY54" fmla="*/ 144419 h 651291"/>
                <a:gd name="connsiteX55" fmla="*/ 276701 w 552815"/>
                <a:gd name="connsiteY55" fmla="*/ 138669 h 651291"/>
                <a:gd name="connsiteX56" fmla="*/ 374409 w 552815"/>
                <a:gd name="connsiteY56" fmla="*/ 37282 h 651291"/>
                <a:gd name="connsiteX57" fmla="*/ 391765 w 552815"/>
                <a:gd name="connsiteY57" fmla="*/ 14278 h 651291"/>
                <a:gd name="connsiteX58" fmla="*/ 423048 w 552815"/>
                <a:gd name="connsiteY58" fmla="*/ 7 h 651291"/>
                <a:gd name="connsiteX59" fmla="*/ 462474 w 552815"/>
                <a:gd name="connsiteY59" fmla="*/ 22159 h 651291"/>
                <a:gd name="connsiteX60" fmla="*/ 533826 w 552815"/>
                <a:gd name="connsiteY60" fmla="*/ 128871 h 651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552815" h="651291">
                  <a:moveTo>
                    <a:pt x="533826" y="128871"/>
                  </a:moveTo>
                  <a:cubicBezTo>
                    <a:pt x="534040" y="129510"/>
                    <a:pt x="534255" y="129936"/>
                    <a:pt x="534469" y="130575"/>
                  </a:cubicBezTo>
                  <a:cubicBezTo>
                    <a:pt x="534898" y="131639"/>
                    <a:pt x="535112" y="132492"/>
                    <a:pt x="535540" y="133344"/>
                  </a:cubicBezTo>
                  <a:cubicBezTo>
                    <a:pt x="535969" y="134408"/>
                    <a:pt x="536397" y="135686"/>
                    <a:pt x="536826" y="136752"/>
                  </a:cubicBezTo>
                  <a:cubicBezTo>
                    <a:pt x="537040" y="137391"/>
                    <a:pt x="537469" y="138243"/>
                    <a:pt x="537683" y="138882"/>
                  </a:cubicBezTo>
                  <a:cubicBezTo>
                    <a:pt x="538540" y="141225"/>
                    <a:pt x="539183" y="143355"/>
                    <a:pt x="539826" y="145485"/>
                  </a:cubicBezTo>
                  <a:cubicBezTo>
                    <a:pt x="540040" y="146124"/>
                    <a:pt x="540254" y="146549"/>
                    <a:pt x="540254" y="147188"/>
                  </a:cubicBezTo>
                  <a:cubicBezTo>
                    <a:pt x="540683" y="148253"/>
                    <a:pt x="540897" y="149319"/>
                    <a:pt x="541326" y="150171"/>
                  </a:cubicBezTo>
                  <a:cubicBezTo>
                    <a:pt x="546254" y="166997"/>
                    <a:pt x="547968" y="181268"/>
                    <a:pt x="548182" y="192344"/>
                  </a:cubicBezTo>
                  <a:cubicBezTo>
                    <a:pt x="548397" y="200225"/>
                    <a:pt x="547754" y="206615"/>
                    <a:pt x="546897" y="211301"/>
                  </a:cubicBezTo>
                  <a:cubicBezTo>
                    <a:pt x="546468" y="213431"/>
                    <a:pt x="546254" y="215348"/>
                    <a:pt x="545825" y="216838"/>
                  </a:cubicBezTo>
                  <a:cubicBezTo>
                    <a:pt x="562110" y="250706"/>
                    <a:pt x="545611" y="280525"/>
                    <a:pt x="539826" y="289471"/>
                  </a:cubicBezTo>
                  <a:cubicBezTo>
                    <a:pt x="540683" y="326959"/>
                    <a:pt x="526327" y="368280"/>
                    <a:pt x="496758" y="377226"/>
                  </a:cubicBezTo>
                  <a:cubicBezTo>
                    <a:pt x="477259" y="382977"/>
                    <a:pt x="453475" y="384468"/>
                    <a:pt x="436548" y="384681"/>
                  </a:cubicBezTo>
                  <a:cubicBezTo>
                    <a:pt x="442118" y="390645"/>
                    <a:pt x="448332" y="398100"/>
                    <a:pt x="454118" y="405768"/>
                  </a:cubicBezTo>
                  <a:cubicBezTo>
                    <a:pt x="457760" y="410454"/>
                    <a:pt x="460974" y="415140"/>
                    <a:pt x="463974" y="419825"/>
                  </a:cubicBezTo>
                  <a:cubicBezTo>
                    <a:pt x="465688" y="422594"/>
                    <a:pt x="467188" y="425363"/>
                    <a:pt x="468474" y="428132"/>
                  </a:cubicBezTo>
                  <a:cubicBezTo>
                    <a:pt x="469759" y="430902"/>
                    <a:pt x="471473" y="433671"/>
                    <a:pt x="472331" y="436227"/>
                  </a:cubicBezTo>
                  <a:cubicBezTo>
                    <a:pt x="473188" y="438996"/>
                    <a:pt x="473402" y="441765"/>
                    <a:pt x="473830" y="444533"/>
                  </a:cubicBezTo>
                  <a:cubicBezTo>
                    <a:pt x="481759" y="486068"/>
                    <a:pt x="446618" y="525046"/>
                    <a:pt x="435904" y="535484"/>
                  </a:cubicBezTo>
                  <a:cubicBezTo>
                    <a:pt x="434405" y="561895"/>
                    <a:pt x="409978" y="575953"/>
                    <a:pt x="393479" y="580852"/>
                  </a:cubicBezTo>
                  <a:cubicBezTo>
                    <a:pt x="382765" y="608542"/>
                    <a:pt x="360481" y="625369"/>
                    <a:pt x="342483" y="635166"/>
                  </a:cubicBezTo>
                  <a:cubicBezTo>
                    <a:pt x="337340" y="637935"/>
                    <a:pt x="332412" y="640066"/>
                    <a:pt x="328126" y="641769"/>
                  </a:cubicBezTo>
                  <a:cubicBezTo>
                    <a:pt x="303485" y="651567"/>
                    <a:pt x="277130" y="654123"/>
                    <a:pt x="265559" y="647946"/>
                  </a:cubicBezTo>
                  <a:cubicBezTo>
                    <a:pt x="239633" y="634314"/>
                    <a:pt x="218634" y="614719"/>
                    <a:pt x="201707" y="591928"/>
                  </a:cubicBezTo>
                  <a:cubicBezTo>
                    <a:pt x="198278" y="587242"/>
                    <a:pt x="195064" y="582556"/>
                    <a:pt x="192065" y="577870"/>
                  </a:cubicBezTo>
                  <a:cubicBezTo>
                    <a:pt x="164852" y="535696"/>
                    <a:pt x="149853" y="485216"/>
                    <a:pt x="141282" y="441338"/>
                  </a:cubicBezTo>
                  <a:cubicBezTo>
                    <a:pt x="140854" y="439635"/>
                    <a:pt x="140639" y="437930"/>
                    <a:pt x="140425" y="436227"/>
                  </a:cubicBezTo>
                  <a:cubicBezTo>
                    <a:pt x="140425" y="436227"/>
                    <a:pt x="140425" y="436227"/>
                    <a:pt x="140425" y="436227"/>
                  </a:cubicBezTo>
                  <a:cubicBezTo>
                    <a:pt x="140425" y="436013"/>
                    <a:pt x="140425" y="435588"/>
                    <a:pt x="140211" y="435374"/>
                  </a:cubicBezTo>
                  <a:cubicBezTo>
                    <a:pt x="139997" y="434310"/>
                    <a:pt x="139783" y="433244"/>
                    <a:pt x="139568" y="432180"/>
                  </a:cubicBezTo>
                  <a:cubicBezTo>
                    <a:pt x="139140" y="430263"/>
                    <a:pt x="138926" y="428558"/>
                    <a:pt x="138497" y="426641"/>
                  </a:cubicBezTo>
                  <a:cubicBezTo>
                    <a:pt x="138497" y="426216"/>
                    <a:pt x="138282" y="426002"/>
                    <a:pt x="138282" y="425790"/>
                  </a:cubicBezTo>
                  <a:cubicBezTo>
                    <a:pt x="138068" y="424511"/>
                    <a:pt x="137854" y="423660"/>
                    <a:pt x="137640" y="422382"/>
                  </a:cubicBezTo>
                  <a:cubicBezTo>
                    <a:pt x="137211" y="420677"/>
                    <a:pt x="136997" y="418974"/>
                    <a:pt x="136569" y="417269"/>
                  </a:cubicBezTo>
                  <a:cubicBezTo>
                    <a:pt x="136569" y="417057"/>
                    <a:pt x="136569" y="417057"/>
                    <a:pt x="136569" y="416844"/>
                  </a:cubicBezTo>
                  <a:cubicBezTo>
                    <a:pt x="136569" y="416630"/>
                    <a:pt x="136569" y="416418"/>
                    <a:pt x="136354" y="416205"/>
                  </a:cubicBezTo>
                  <a:cubicBezTo>
                    <a:pt x="135069" y="410454"/>
                    <a:pt x="133997" y="404703"/>
                    <a:pt x="132926" y="399165"/>
                  </a:cubicBezTo>
                  <a:cubicBezTo>
                    <a:pt x="132283" y="396396"/>
                    <a:pt x="131640" y="393627"/>
                    <a:pt x="130997" y="390858"/>
                  </a:cubicBezTo>
                  <a:cubicBezTo>
                    <a:pt x="130355" y="387876"/>
                    <a:pt x="129498" y="384681"/>
                    <a:pt x="128855" y="381699"/>
                  </a:cubicBezTo>
                  <a:cubicBezTo>
                    <a:pt x="112570" y="318012"/>
                    <a:pt x="91572" y="281803"/>
                    <a:pt x="68644" y="258586"/>
                  </a:cubicBezTo>
                  <a:cubicBezTo>
                    <a:pt x="63502" y="253474"/>
                    <a:pt x="58360" y="248788"/>
                    <a:pt x="53003" y="244742"/>
                  </a:cubicBezTo>
                  <a:cubicBezTo>
                    <a:pt x="48289" y="241121"/>
                    <a:pt x="43789" y="238138"/>
                    <a:pt x="39075" y="235157"/>
                  </a:cubicBezTo>
                  <a:cubicBezTo>
                    <a:pt x="27719" y="228127"/>
                    <a:pt x="16363" y="222590"/>
                    <a:pt x="5006" y="217265"/>
                  </a:cubicBezTo>
                  <a:cubicBezTo>
                    <a:pt x="935" y="215348"/>
                    <a:pt x="-993" y="210662"/>
                    <a:pt x="507" y="206615"/>
                  </a:cubicBezTo>
                  <a:cubicBezTo>
                    <a:pt x="2006" y="202355"/>
                    <a:pt x="6506" y="200012"/>
                    <a:pt x="10577" y="201077"/>
                  </a:cubicBezTo>
                  <a:cubicBezTo>
                    <a:pt x="10791" y="201077"/>
                    <a:pt x="14863" y="202142"/>
                    <a:pt x="22362" y="202994"/>
                  </a:cubicBezTo>
                  <a:cubicBezTo>
                    <a:pt x="25362" y="203420"/>
                    <a:pt x="28790" y="203846"/>
                    <a:pt x="32647" y="204059"/>
                  </a:cubicBezTo>
                  <a:cubicBezTo>
                    <a:pt x="35861" y="204272"/>
                    <a:pt x="39290" y="204698"/>
                    <a:pt x="42932" y="204911"/>
                  </a:cubicBezTo>
                  <a:cubicBezTo>
                    <a:pt x="64359" y="206189"/>
                    <a:pt x="95428" y="205337"/>
                    <a:pt x="132069" y="198308"/>
                  </a:cubicBezTo>
                  <a:cubicBezTo>
                    <a:pt x="135497" y="197669"/>
                    <a:pt x="138926" y="197030"/>
                    <a:pt x="142354" y="196178"/>
                  </a:cubicBezTo>
                  <a:cubicBezTo>
                    <a:pt x="145568" y="195326"/>
                    <a:pt x="148996" y="194474"/>
                    <a:pt x="152424" y="193622"/>
                  </a:cubicBezTo>
                  <a:cubicBezTo>
                    <a:pt x="184779" y="185528"/>
                    <a:pt x="220563" y="172322"/>
                    <a:pt x="258060" y="150596"/>
                  </a:cubicBezTo>
                  <a:lnTo>
                    <a:pt x="258703" y="150171"/>
                  </a:lnTo>
                  <a:cubicBezTo>
                    <a:pt x="261917" y="148253"/>
                    <a:pt x="264702" y="146336"/>
                    <a:pt x="267702" y="144419"/>
                  </a:cubicBezTo>
                  <a:cubicBezTo>
                    <a:pt x="270702" y="142502"/>
                    <a:pt x="273702" y="140586"/>
                    <a:pt x="276701" y="138669"/>
                  </a:cubicBezTo>
                  <a:cubicBezTo>
                    <a:pt x="328984" y="103311"/>
                    <a:pt x="357053" y="62628"/>
                    <a:pt x="374409" y="37282"/>
                  </a:cubicBezTo>
                  <a:cubicBezTo>
                    <a:pt x="381266" y="27271"/>
                    <a:pt x="386622" y="19390"/>
                    <a:pt x="391765" y="14278"/>
                  </a:cubicBezTo>
                  <a:cubicBezTo>
                    <a:pt x="401407" y="4480"/>
                    <a:pt x="412121" y="-206"/>
                    <a:pt x="423048" y="7"/>
                  </a:cubicBezTo>
                  <a:cubicBezTo>
                    <a:pt x="436119" y="220"/>
                    <a:pt x="449404" y="7675"/>
                    <a:pt x="462474" y="22159"/>
                  </a:cubicBezTo>
                  <a:cubicBezTo>
                    <a:pt x="500400" y="63480"/>
                    <a:pt x="521827" y="99264"/>
                    <a:pt x="533826" y="128871"/>
                  </a:cubicBezTo>
                  <a:close/>
                </a:path>
              </a:pathLst>
            </a:custGeom>
            <a:gradFill>
              <a:gsLst>
                <a:gs pos="35870">
                  <a:srgbClr val="FF7530"/>
                </a:gs>
                <a:gs pos="88530">
                  <a:srgbClr val="FFD7A8"/>
                </a:gs>
              </a:gsLst>
              <a:lin ang="19160834" scaled="1"/>
            </a:gra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" name="任意多边形: 形状 101"/>
            <p:cNvSpPr/>
            <p:nvPr/>
          </p:nvSpPr>
          <p:spPr>
            <a:xfrm>
              <a:off x="4734095" y="6551382"/>
              <a:ext cx="57853" cy="142495"/>
            </a:xfrm>
            <a:custGeom>
              <a:avLst/>
              <a:gdLst>
                <a:gd name="connsiteX0" fmla="*/ 57853 w 57853"/>
                <a:gd name="connsiteY0" fmla="*/ 137810 h 142495"/>
                <a:gd name="connsiteX1" fmla="*/ 50782 w 57853"/>
                <a:gd name="connsiteY1" fmla="*/ 142496 h 142495"/>
                <a:gd name="connsiteX2" fmla="*/ 0 w 57853"/>
                <a:gd name="connsiteY2" fmla="*/ 5964 h 142495"/>
                <a:gd name="connsiteX3" fmla="*/ 7714 w 57853"/>
                <a:gd name="connsiteY3" fmla="*/ 0 h 142495"/>
                <a:gd name="connsiteX4" fmla="*/ 57853 w 57853"/>
                <a:gd name="connsiteY4" fmla="*/ 137810 h 142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853" h="142495">
                  <a:moveTo>
                    <a:pt x="57853" y="137810"/>
                  </a:moveTo>
                  <a:cubicBezTo>
                    <a:pt x="55496" y="139301"/>
                    <a:pt x="53139" y="141005"/>
                    <a:pt x="50782" y="142496"/>
                  </a:cubicBezTo>
                  <a:cubicBezTo>
                    <a:pt x="23570" y="100322"/>
                    <a:pt x="8571" y="49842"/>
                    <a:pt x="0" y="5964"/>
                  </a:cubicBezTo>
                  <a:cubicBezTo>
                    <a:pt x="2571" y="3834"/>
                    <a:pt x="5357" y="1918"/>
                    <a:pt x="7714" y="0"/>
                  </a:cubicBezTo>
                  <a:cubicBezTo>
                    <a:pt x="19499" y="63260"/>
                    <a:pt x="38354" y="107351"/>
                    <a:pt x="57853" y="13781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3" name="任意多边形: 形状 102"/>
            <p:cNvSpPr/>
            <p:nvPr/>
          </p:nvSpPr>
          <p:spPr>
            <a:xfrm>
              <a:off x="5049287" y="6535834"/>
              <a:ext cx="12213" cy="11714"/>
            </a:xfrm>
            <a:custGeom>
              <a:avLst/>
              <a:gdLst>
                <a:gd name="connsiteX0" fmla="*/ 12214 w 12213"/>
                <a:gd name="connsiteY0" fmla="*/ 8307 h 11714"/>
                <a:gd name="connsiteX1" fmla="*/ 4500 w 12213"/>
                <a:gd name="connsiteY1" fmla="*/ 11715 h 11714"/>
                <a:gd name="connsiteX2" fmla="*/ 0 w 12213"/>
                <a:gd name="connsiteY2" fmla="*/ 3834 h 11714"/>
                <a:gd name="connsiteX3" fmla="*/ 7928 w 12213"/>
                <a:gd name="connsiteY3" fmla="*/ 0 h 11714"/>
                <a:gd name="connsiteX4" fmla="*/ 12214 w 12213"/>
                <a:gd name="connsiteY4" fmla="*/ 8307 h 1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3" h="11714">
                  <a:moveTo>
                    <a:pt x="12214" y="8307"/>
                  </a:moveTo>
                  <a:cubicBezTo>
                    <a:pt x="9642" y="9372"/>
                    <a:pt x="7071" y="10437"/>
                    <a:pt x="4500" y="11715"/>
                  </a:cubicBezTo>
                  <a:cubicBezTo>
                    <a:pt x="3214" y="9159"/>
                    <a:pt x="1714" y="6603"/>
                    <a:pt x="0" y="3834"/>
                  </a:cubicBezTo>
                  <a:cubicBezTo>
                    <a:pt x="2571" y="2556"/>
                    <a:pt x="5143" y="1278"/>
                    <a:pt x="7928" y="0"/>
                  </a:cubicBezTo>
                  <a:cubicBezTo>
                    <a:pt x="9428" y="2982"/>
                    <a:pt x="10714" y="5537"/>
                    <a:pt x="12214" y="8307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" name="任意多边形: 形状 103"/>
            <p:cNvSpPr/>
            <p:nvPr/>
          </p:nvSpPr>
          <p:spPr>
            <a:xfrm>
              <a:off x="4794733" y="6560329"/>
              <a:ext cx="273277" cy="206758"/>
            </a:xfrm>
            <a:custGeom>
              <a:avLst/>
              <a:gdLst>
                <a:gd name="connsiteX0" fmla="*/ 272124 w 273277"/>
                <a:gd name="connsiteY0" fmla="*/ 0 h 206758"/>
                <a:gd name="connsiteX1" fmla="*/ 234198 w 273277"/>
                <a:gd name="connsiteY1" fmla="*/ 90950 h 206758"/>
                <a:gd name="connsiteX2" fmla="*/ 191772 w 273277"/>
                <a:gd name="connsiteY2" fmla="*/ 136318 h 206758"/>
                <a:gd name="connsiteX3" fmla="*/ 140776 w 273277"/>
                <a:gd name="connsiteY3" fmla="*/ 190633 h 206758"/>
                <a:gd name="connsiteX4" fmla="*/ 126420 w 273277"/>
                <a:gd name="connsiteY4" fmla="*/ 197236 h 206758"/>
                <a:gd name="connsiteX5" fmla="*/ 63853 w 273277"/>
                <a:gd name="connsiteY5" fmla="*/ 203413 h 206758"/>
                <a:gd name="connsiteX6" fmla="*/ 0 w 273277"/>
                <a:gd name="connsiteY6" fmla="*/ 147395 h 206758"/>
                <a:gd name="connsiteX7" fmla="*/ 7071 w 273277"/>
                <a:gd name="connsiteY7" fmla="*/ 142709 h 206758"/>
                <a:gd name="connsiteX8" fmla="*/ 67924 w 273277"/>
                <a:gd name="connsiteY8" fmla="*/ 195745 h 206758"/>
                <a:gd name="connsiteX9" fmla="*/ 125991 w 273277"/>
                <a:gd name="connsiteY9" fmla="*/ 188077 h 206758"/>
                <a:gd name="connsiteX10" fmla="*/ 127491 w 273277"/>
                <a:gd name="connsiteY10" fmla="*/ 189568 h 206758"/>
                <a:gd name="connsiteX11" fmla="*/ 136490 w 273277"/>
                <a:gd name="connsiteY11" fmla="*/ 182965 h 206758"/>
                <a:gd name="connsiteX12" fmla="*/ 182987 w 273277"/>
                <a:gd name="connsiteY12" fmla="*/ 134188 h 206758"/>
                <a:gd name="connsiteX13" fmla="*/ 190058 w 273277"/>
                <a:gd name="connsiteY13" fmla="*/ 127799 h 206758"/>
                <a:gd name="connsiteX14" fmla="*/ 224984 w 273277"/>
                <a:gd name="connsiteY14" fmla="*/ 92654 h 206758"/>
                <a:gd name="connsiteX15" fmla="*/ 230769 w 273277"/>
                <a:gd name="connsiteY15" fmla="*/ 84560 h 206758"/>
                <a:gd name="connsiteX16" fmla="*/ 229912 w 273277"/>
                <a:gd name="connsiteY16" fmla="*/ 83069 h 206758"/>
                <a:gd name="connsiteX17" fmla="*/ 264410 w 273277"/>
                <a:gd name="connsiteY17" fmla="*/ 3195 h 206758"/>
                <a:gd name="connsiteX18" fmla="*/ 272124 w 273277"/>
                <a:gd name="connsiteY18" fmla="*/ 0 h 206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73277" h="206758">
                  <a:moveTo>
                    <a:pt x="272124" y="0"/>
                  </a:moveTo>
                  <a:cubicBezTo>
                    <a:pt x="280052" y="41535"/>
                    <a:pt x="244911" y="80513"/>
                    <a:pt x="234198" y="90950"/>
                  </a:cubicBezTo>
                  <a:cubicBezTo>
                    <a:pt x="232698" y="117362"/>
                    <a:pt x="208271" y="131420"/>
                    <a:pt x="191772" y="136318"/>
                  </a:cubicBezTo>
                  <a:cubicBezTo>
                    <a:pt x="181059" y="164009"/>
                    <a:pt x="158774" y="180835"/>
                    <a:pt x="140776" y="190633"/>
                  </a:cubicBezTo>
                  <a:cubicBezTo>
                    <a:pt x="135633" y="193402"/>
                    <a:pt x="130705" y="195532"/>
                    <a:pt x="126420" y="197236"/>
                  </a:cubicBezTo>
                  <a:cubicBezTo>
                    <a:pt x="101779" y="207034"/>
                    <a:pt x="75423" y="209590"/>
                    <a:pt x="63853" y="203413"/>
                  </a:cubicBezTo>
                  <a:cubicBezTo>
                    <a:pt x="37926" y="189781"/>
                    <a:pt x="16927" y="170185"/>
                    <a:pt x="0" y="147395"/>
                  </a:cubicBezTo>
                  <a:cubicBezTo>
                    <a:pt x="2357" y="145904"/>
                    <a:pt x="4714" y="144199"/>
                    <a:pt x="7071" y="142709"/>
                  </a:cubicBezTo>
                  <a:cubicBezTo>
                    <a:pt x="33426" y="178066"/>
                    <a:pt x="58924" y="191059"/>
                    <a:pt x="67924" y="195745"/>
                  </a:cubicBezTo>
                  <a:cubicBezTo>
                    <a:pt x="76494" y="200218"/>
                    <a:pt x="101136" y="198514"/>
                    <a:pt x="125991" y="188077"/>
                  </a:cubicBezTo>
                  <a:cubicBezTo>
                    <a:pt x="126420" y="188716"/>
                    <a:pt x="127062" y="189142"/>
                    <a:pt x="127491" y="189568"/>
                  </a:cubicBezTo>
                  <a:cubicBezTo>
                    <a:pt x="132634" y="193828"/>
                    <a:pt x="139704" y="187651"/>
                    <a:pt x="136490" y="182965"/>
                  </a:cubicBezTo>
                  <a:cubicBezTo>
                    <a:pt x="155775" y="172741"/>
                    <a:pt x="173774" y="156766"/>
                    <a:pt x="182987" y="134188"/>
                  </a:cubicBezTo>
                  <a:cubicBezTo>
                    <a:pt x="187058" y="135893"/>
                    <a:pt x="191129" y="132059"/>
                    <a:pt x="190058" y="127799"/>
                  </a:cubicBezTo>
                  <a:cubicBezTo>
                    <a:pt x="200129" y="124604"/>
                    <a:pt x="222199" y="114593"/>
                    <a:pt x="224984" y="92654"/>
                  </a:cubicBezTo>
                  <a:cubicBezTo>
                    <a:pt x="228841" y="92867"/>
                    <a:pt x="233126" y="89033"/>
                    <a:pt x="230769" y="84560"/>
                  </a:cubicBezTo>
                  <a:lnTo>
                    <a:pt x="229912" y="83069"/>
                  </a:lnTo>
                  <a:cubicBezTo>
                    <a:pt x="241055" y="71567"/>
                    <a:pt x="269981" y="38127"/>
                    <a:pt x="264410" y="3195"/>
                  </a:cubicBezTo>
                  <a:cubicBezTo>
                    <a:pt x="266981" y="2343"/>
                    <a:pt x="269553" y="1065"/>
                    <a:pt x="272124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" name="任意多边形: 形状 104"/>
            <p:cNvSpPr/>
            <p:nvPr/>
          </p:nvSpPr>
          <p:spPr>
            <a:xfrm>
              <a:off x="5012218" y="6327309"/>
              <a:ext cx="133409" cy="198300"/>
            </a:xfrm>
            <a:custGeom>
              <a:avLst/>
              <a:gdLst>
                <a:gd name="connsiteX0" fmla="*/ 127491 w 133409"/>
                <a:gd name="connsiteY0" fmla="*/ 0 h 198300"/>
                <a:gd name="connsiteX1" fmla="*/ 126420 w 133409"/>
                <a:gd name="connsiteY1" fmla="*/ 5538 h 198300"/>
                <a:gd name="connsiteX2" fmla="*/ 120420 w 133409"/>
                <a:gd name="connsiteY2" fmla="*/ 78170 h 198300"/>
                <a:gd name="connsiteX3" fmla="*/ 77352 w 133409"/>
                <a:gd name="connsiteY3" fmla="*/ 165925 h 198300"/>
                <a:gd name="connsiteX4" fmla="*/ 17142 w 133409"/>
                <a:gd name="connsiteY4" fmla="*/ 173380 h 198300"/>
                <a:gd name="connsiteX5" fmla="*/ 34712 w 133409"/>
                <a:gd name="connsiteY5" fmla="*/ 194467 h 198300"/>
                <a:gd name="connsiteX6" fmla="*/ 26784 w 133409"/>
                <a:gd name="connsiteY6" fmla="*/ 198301 h 198300"/>
                <a:gd name="connsiteX7" fmla="*/ 0 w 133409"/>
                <a:gd name="connsiteY7" fmla="*/ 168268 h 198300"/>
                <a:gd name="connsiteX8" fmla="*/ 1500 w 133409"/>
                <a:gd name="connsiteY8" fmla="*/ 164647 h 198300"/>
                <a:gd name="connsiteX9" fmla="*/ 74566 w 133409"/>
                <a:gd name="connsiteY9" fmla="*/ 157618 h 198300"/>
                <a:gd name="connsiteX10" fmla="*/ 111421 w 133409"/>
                <a:gd name="connsiteY10" fmla="*/ 82004 h 198300"/>
                <a:gd name="connsiteX11" fmla="*/ 114206 w 133409"/>
                <a:gd name="connsiteY11" fmla="*/ 80726 h 198300"/>
                <a:gd name="connsiteX12" fmla="*/ 114420 w 133409"/>
                <a:gd name="connsiteY12" fmla="*/ 71141 h 198300"/>
                <a:gd name="connsiteX13" fmla="*/ 119134 w 133409"/>
                <a:gd name="connsiteY13" fmla="*/ 11928 h 198300"/>
                <a:gd name="connsiteX14" fmla="*/ 119777 w 133409"/>
                <a:gd name="connsiteY14" fmla="*/ 11715 h 198300"/>
                <a:gd name="connsiteX15" fmla="*/ 120634 w 133409"/>
                <a:gd name="connsiteY15" fmla="*/ 2769 h 198300"/>
                <a:gd name="connsiteX16" fmla="*/ 127491 w 133409"/>
                <a:gd name="connsiteY16" fmla="*/ 0 h 198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409" h="198300">
                  <a:moveTo>
                    <a:pt x="127491" y="0"/>
                  </a:moveTo>
                  <a:cubicBezTo>
                    <a:pt x="127063" y="2130"/>
                    <a:pt x="126848" y="4047"/>
                    <a:pt x="126420" y="5538"/>
                  </a:cubicBezTo>
                  <a:cubicBezTo>
                    <a:pt x="142704" y="39405"/>
                    <a:pt x="126205" y="69224"/>
                    <a:pt x="120420" y="78170"/>
                  </a:cubicBezTo>
                  <a:cubicBezTo>
                    <a:pt x="121277" y="115658"/>
                    <a:pt x="106921" y="156979"/>
                    <a:pt x="77352" y="165925"/>
                  </a:cubicBezTo>
                  <a:cubicBezTo>
                    <a:pt x="57853" y="171676"/>
                    <a:pt x="34069" y="173167"/>
                    <a:pt x="17142" y="173380"/>
                  </a:cubicBezTo>
                  <a:cubicBezTo>
                    <a:pt x="22713" y="179344"/>
                    <a:pt x="28927" y="186799"/>
                    <a:pt x="34712" y="194467"/>
                  </a:cubicBezTo>
                  <a:cubicBezTo>
                    <a:pt x="31926" y="195745"/>
                    <a:pt x="29569" y="197023"/>
                    <a:pt x="26784" y="198301"/>
                  </a:cubicBezTo>
                  <a:cubicBezTo>
                    <a:pt x="16713" y="185521"/>
                    <a:pt x="5571" y="173806"/>
                    <a:pt x="0" y="168268"/>
                  </a:cubicBezTo>
                  <a:cubicBezTo>
                    <a:pt x="857" y="167203"/>
                    <a:pt x="1500" y="165925"/>
                    <a:pt x="1500" y="164647"/>
                  </a:cubicBezTo>
                  <a:cubicBezTo>
                    <a:pt x="14356" y="165073"/>
                    <a:pt x="48854" y="165286"/>
                    <a:pt x="74566" y="157618"/>
                  </a:cubicBezTo>
                  <a:cubicBezTo>
                    <a:pt x="98993" y="150376"/>
                    <a:pt x="110992" y="114380"/>
                    <a:pt x="111421" y="82004"/>
                  </a:cubicBezTo>
                  <a:cubicBezTo>
                    <a:pt x="112278" y="81578"/>
                    <a:pt x="113349" y="81152"/>
                    <a:pt x="114206" y="80726"/>
                  </a:cubicBezTo>
                  <a:cubicBezTo>
                    <a:pt x="118706" y="78383"/>
                    <a:pt x="117420" y="73484"/>
                    <a:pt x="114420" y="71141"/>
                  </a:cubicBezTo>
                  <a:cubicBezTo>
                    <a:pt x="119992" y="61769"/>
                    <a:pt x="130491" y="38339"/>
                    <a:pt x="119134" y="11928"/>
                  </a:cubicBezTo>
                  <a:lnTo>
                    <a:pt x="119777" y="11715"/>
                  </a:lnTo>
                  <a:cubicBezTo>
                    <a:pt x="123848" y="9798"/>
                    <a:pt x="123206" y="5325"/>
                    <a:pt x="120634" y="2769"/>
                  </a:cubicBezTo>
                  <a:cubicBezTo>
                    <a:pt x="122991" y="1917"/>
                    <a:pt x="125134" y="852"/>
                    <a:pt x="127491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6" name="任意多边形: 形状 105"/>
            <p:cNvSpPr/>
            <p:nvPr/>
          </p:nvSpPr>
          <p:spPr>
            <a:xfrm>
              <a:off x="5126424" y="6266392"/>
              <a:ext cx="14570" cy="45367"/>
            </a:xfrm>
            <a:custGeom>
              <a:avLst/>
              <a:gdLst>
                <a:gd name="connsiteX0" fmla="*/ 7714 w 14570"/>
                <a:gd name="connsiteY0" fmla="*/ 0 h 45367"/>
                <a:gd name="connsiteX1" fmla="*/ 14570 w 14570"/>
                <a:gd name="connsiteY1" fmla="*/ 42173 h 45367"/>
                <a:gd name="connsiteX2" fmla="*/ 5785 w 14570"/>
                <a:gd name="connsiteY2" fmla="*/ 45368 h 45367"/>
                <a:gd name="connsiteX3" fmla="*/ 0 w 14570"/>
                <a:gd name="connsiteY3" fmla="*/ 4899 h 45367"/>
                <a:gd name="connsiteX4" fmla="*/ 7714 w 14570"/>
                <a:gd name="connsiteY4" fmla="*/ 0 h 45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70" h="45367">
                  <a:moveTo>
                    <a:pt x="7714" y="0"/>
                  </a:moveTo>
                  <a:cubicBezTo>
                    <a:pt x="12642" y="16826"/>
                    <a:pt x="14356" y="31097"/>
                    <a:pt x="14570" y="42173"/>
                  </a:cubicBezTo>
                  <a:cubicBezTo>
                    <a:pt x="11570" y="43239"/>
                    <a:pt x="8785" y="44303"/>
                    <a:pt x="5785" y="45368"/>
                  </a:cubicBezTo>
                  <a:cubicBezTo>
                    <a:pt x="5785" y="35144"/>
                    <a:pt x="4500" y="21726"/>
                    <a:pt x="0" y="4899"/>
                  </a:cubicBezTo>
                  <a:cubicBezTo>
                    <a:pt x="2357" y="3195"/>
                    <a:pt x="4928" y="1704"/>
                    <a:pt x="7714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7" name="任意多边形: 形状 106"/>
            <p:cNvSpPr/>
            <p:nvPr/>
          </p:nvSpPr>
          <p:spPr>
            <a:xfrm>
              <a:off x="4733237" y="6546057"/>
              <a:ext cx="8571" cy="11076"/>
            </a:xfrm>
            <a:custGeom>
              <a:avLst/>
              <a:gdLst>
                <a:gd name="connsiteX0" fmla="*/ 7500 w 8571"/>
                <a:gd name="connsiteY0" fmla="*/ 0 h 11076"/>
                <a:gd name="connsiteX1" fmla="*/ 7714 w 8571"/>
                <a:gd name="connsiteY1" fmla="*/ 426 h 11076"/>
                <a:gd name="connsiteX2" fmla="*/ 8571 w 8571"/>
                <a:gd name="connsiteY2" fmla="*/ 5112 h 11076"/>
                <a:gd name="connsiteX3" fmla="*/ 857 w 8571"/>
                <a:gd name="connsiteY3" fmla="*/ 11076 h 11076"/>
                <a:gd name="connsiteX4" fmla="*/ 0 w 8571"/>
                <a:gd name="connsiteY4" fmla="*/ 5964 h 11076"/>
                <a:gd name="connsiteX5" fmla="*/ 1071 w 8571"/>
                <a:gd name="connsiteY5" fmla="*/ 5112 h 11076"/>
                <a:gd name="connsiteX6" fmla="*/ 7500 w 8571"/>
                <a:gd name="connsiteY6" fmla="*/ 0 h 11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1" h="11076">
                  <a:moveTo>
                    <a:pt x="7500" y="0"/>
                  </a:moveTo>
                  <a:cubicBezTo>
                    <a:pt x="7500" y="213"/>
                    <a:pt x="7500" y="213"/>
                    <a:pt x="7714" y="426"/>
                  </a:cubicBezTo>
                  <a:cubicBezTo>
                    <a:pt x="7928" y="2130"/>
                    <a:pt x="8357" y="3408"/>
                    <a:pt x="8571" y="5112"/>
                  </a:cubicBezTo>
                  <a:cubicBezTo>
                    <a:pt x="6000" y="7242"/>
                    <a:pt x="3428" y="9159"/>
                    <a:pt x="857" y="11076"/>
                  </a:cubicBezTo>
                  <a:cubicBezTo>
                    <a:pt x="429" y="9372"/>
                    <a:pt x="214" y="7668"/>
                    <a:pt x="0" y="5964"/>
                  </a:cubicBezTo>
                  <a:cubicBezTo>
                    <a:pt x="429" y="5751"/>
                    <a:pt x="643" y="5538"/>
                    <a:pt x="1071" y="5112"/>
                  </a:cubicBezTo>
                  <a:cubicBezTo>
                    <a:pt x="3214" y="3621"/>
                    <a:pt x="5357" y="1918"/>
                    <a:pt x="7500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8" name="任意多边形: 形状 107"/>
            <p:cNvSpPr/>
            <p:nvPr/>
          </p:nvSpPr>
          <p:spPr>
            <a:xfrm>
              <a:off x="5130495" y="6308353"/>
              <a:ext cx="10326" cy="21512"/>
            </a:xfrm>
            <a:custGeom>
              <a:avLst/>
              <a:gdLst>
                <a:gd name="connsiteX0" fmla="*/ 10285 w 10326"/>
                <a:gd name="connsiteY0" fmla="*/ 0 h 21512"/>
                <a:gd name="connsiteX1" fmla="*/ 8999 w 10326"/>
                <a:gd name="connsiteY1" fmla="*/ 18956 h 21512"/>
                <a:gd name="connsiteX2" fmla="*/ 2357 w 10326"/>
                <a:gd name="connsiteY2" fmla="*/ 21512 h 21512"/>
                <a:gd name="connsiteX3" fmla="*/ 0 w 10326"/>
                <a:gd name="connsiteY3" fmla="*/ 20021 h 21512"/>
                <a:gd name="connsiteX4" fmla="*/ 1500 w 10326"/>
                <a:gd name="connsiteY4" fmla="*/ 3195 h 21512"/>
                <a:gd name="connsiteX5" fmla="*/ 10285 w 10326"/>
                <a:gd name="connsiteY5" fmla="*/ 0 h 21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326" h="21512">
                  <a:moveTo>
                    <a:pt x="10285" y="0"/>
                  </a:moveTo>
                  <a:cubicBezTo>
                    <a:pt x="10499" y="7881"/>
                    <a:pt x="9856" y="14270"/>
                    <a:pt x="8999" y="18956"/>
                  </a:cubicBezTo>
                  <a:cubicBezTo>
                    <a:pt x="6856" y="19809"/>
                    <a:pt x="4500" y="20661"/>
                    <a:pt x="2357" y="21512"/>
                  </a:cubicBezTo>
                  <a:cubicBezTo>
                    <a:pt x="1714" y="20873"/>
                    <a:pt x="1071" y="20234"/>
                    <a:pt x="0" y="20021"/>
                  </a:cubicBezTo>
                  <a:cubicBezTo>
                    <a:pt x="857" y="16187"/>
                    <a:pt x="1500" y="10650"/>
                    <a:pt x="1500" y="3195"/>
                  </a:cubicBezTo>
                  <a:cubicBezTo>
                    <a:pt x="4714" y="2343"/>
                    <a:pt x="7499" y="1278"/>
                    <a:pt x="10285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9" name="任意多边形: 形状 108"/>
            <p:cNvSpPr/>
            <p:nvPr/>
          </p:nvSpPr>
          <p:spPr>
            <a:xfrm>
              <a:off x="5053572" y="6544141"/>
              <a:ext cx="13284" cy="19596"/>
            </a:xfrm>
            <a:custGeom>
              <a:avLst/>
              <a:gdLst>
                <a:gd name="connsiteX0" fmla="*/ 7928 w 13284"/>
                <a:gd name="connsiteY0" fmla="*/ 0 h 19596"/>
                <a:gd name="connsiteX1" fmla="*/ 11785 w 13284"/>
                <a:gd name="connsiteY1" fmla="*/ 8094 h 19596"/>
                <a:gd name="connsiteX2" fmla="*/ 13285 w 13284"/>
                <a:gd name="connsiteY2" fmla="*/ 16401 h 19596"/>
                <a:gd name="connsiteX3" fmla="*/ 5571 w 13284"/>
                <a:gd name="connsiteY3" fmla="*/ 19596 h 19596"/>
                <a:gd name="connsiteX4" fmla="*/ 3428 w 13284"/>
                <a:gd name="connsiteY4" fmla="*/ 10863 h 19596"/>
                <a:gd name="connsiteX5" fmla="*/ 0 w 13284"/>
                <a:gd name="connsiteY5" fmla="*/ 3408 h 19596"/>
                <a:gd name="connsiteX6" fmla="*/ 7928 w 13284"/>
                <a:gd name="connsiteY6" fmla="*/ 0 h 19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284" h="19596">
                  <a:moveTo>
                    <a:pt x="7928" y="0"/>
                  </a:moveTo>
                  <a:cubicBezTo>
                    <a:pt x="9213" y="2769"/>
                    <a:pt x="10928" y="5538"/>
                    <a:pt x="11785" y="8094"/>
                  </a:cubicBezTo>
                  <a:cubicBezTo>
                    <a:pt x="12642" y="10863"/>
                    <a:pt x="12856" y="13632"/>
                    <a:pt x="13285" y="16401"/>
                  </a:cubicBezTo>
                  <a:cubicBezTo>
                    <a:pt x="10714" y="17466"/>
                    <a:pt x="8142" y="18531"/>
                    <a:pt x="5571" y="19596"/>
                  </a:cubicBezTo>
                  <a:cubicBezTo>
                    <a:pt x="5142" y="16827"/>
                    <a:pt x="4500" y="13632"/>
                    <a:pt x="3428" y="10863"/>
                  </a:cubicBezTo>
                  <a:cubicBezTo>
                    <a:pt x="2571" y="8520"/>
                    <a:pt x="1500" y="5964"/>
                    <a:pt x="0" y="3408"/>
                  </a:cubicBezTo>
                  <a:cubicBezTo>
                    <a:pt x="2571" y="2130"/>
                    <a:pt x="5357" y="1065"/>
                    <a:pt x="7928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0" name="任意多边形: 形状 109"/>
            <p:cNvSpPr/>
            <p:nvPr/>
          </p:nvSpPr>
          <p:spPr>
            <a:xfrm>
              <a:off x="4784877" y="6689192"/>
              <a:ext cx="16713" cy="18743"/>
            </a:xfrm>
            <a:custGeom>
              <a:avLst/>
              <a:gdLst>
                <a:gd name="connsiteX0" fmla="*/ 16713 w 16713"/>
                <a:gd name="connsiteY0" fmla="*/ 14058 h 18743"/>
                <a:gd name="connsiteX1" fmla="*/ 9642 w 16713"/>
                <a:gd name="connsiteY1" fmla="*/ 18744 h 18743"/>
                <a:gd name="connsiteX2" fmla="*/ 0 w 16713"/>
                <a:gd name="connsiteY2" fmla="*/ 4686 h 18743"/>
                <a:gd name="connsiteX3" fmla="*/ 7071 w 16713"/>
                <a:gd name="connsiteY3" fmla="*/ 0 h 18743"/>
                <a:gd name="connsiteX4" fmla="*/ 16713 w 16713"/>
                <a:gd name="connsiteY4" fmla="*/ 14058 h 1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13" h="18743">
                  <a:moveTo>
                    <a:pt x="16713" y="14058"/>
                  </a:moveTo>
                  <a:cubicBezTo>
                    <a:pt x="14356" y="15549"/>
                    <a:pt x="11999" y="17253"/>
                    <a:pt x="9642" y="18744"/>
                  </a:cubicBezTo>
                  <a:cubicBezTo>
                    <a:pt x="6214" y="14058"/>
                    <a:pt x="3000" y="9372"/>
                    <a:pt x="0" y="4686"/>
                  </a:cubicBezTo>
                  <a:cubicBezTo>
                    <a:pt x="2357" y="3195"/>
                    <a:pt x="4714" y="1491"/>
                    <a:pt x="7071" y="0"/>
                  </a:cubicBezTo>
                  <a:cubicBezTo>
                    <a:pt x="10285" y="4899"/>
                    <a:pt x="13499" y="9798"/>
                    <a:pt x="16713" y="14058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1" name="任意多边形: 形状 110"/>
            <p:cNvSpPr/>
            <p:nvPr/>
          </p:nvSpPr>
          <p:spPr>
            <a:xfrm>
              <a:off x="5039216" y="6521776"/>
              <a:ext cx="17784" cy="17891"/>
            </a:xfrm>
            <a:custGeom>
              <a:avLst/>
              <a:gdLst>
                <a:gd name="connsiteX0" fmla="*/ 17785 w 17784"/>
                <a:gd name="connsiteY0" fmla="*/ 14058 h 17891"/>
                <a:gd name="connsiteX1" fmla="*/ 9857 w 17784"/>
                <a:gd name="connsiteY1" fmla="*/ 17892 h 17891"/>
                <a:gd name="connsiteX2" fmla="*/ 0 w 17784"/>
                <a:gd name="connsiteY2" fmla="*/ 3834 h 17891"/>
                <a:gd name="connsiteX3" fmla="*/ 7928 w 17784"/>
                <a:gd name="connsiteY3" fmla="*/ 0 h 17891"/>
                <a:gd name="connsiteX4" fmla="*/ 17785 w 17784"/>
                <a:gd name="connsiteY4" fmla="*/ 14058 h 17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84" h="17891">
                  <a:moveTo>
                    <a:pt x="17785" y="14058"/>
                  </a:moveTo>
                  <a:cubicBezTo>
                    <a:pt x="14999" y="15336"/>
                    <a:pt x="12428" y="16614"/>
                    <a:pt x="9857" y="17892"/>
                  </a:cubicBezTo>
                  <a:cubicBezTo>
                    <a:pt x="6857" y="13206"/>
                    <a:pt x="3428" y="8520"/>
                    <a:pt x="0" y="3834"/>
                  </a:cubicBezTo>
                  <a:cubicBezTo>
                    <a:pt x="2571" y="2556"/>
                    <a:pt x="5143" y="1278"/>
                    <a:pt x="7928" y="0"/>
                  </a:cubicBezTo>
                  <a:cubicBezTo>
                    <a:pt x="11357" y="4686"/>
                    <a:pt x="14785" y="9372"/>
                    <a:pt x="17785" y="14058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2" name="任意多边形: 形状 111"/>
            <p:cNvSpPr/>
            <p:nvPr/>
          </p:nvSpPr>
          <p:spPr>
            <a:xfrm>
              <a:off x="5125567" y="6263410"/>
              <a:ext cx="8570" cy="7880"/>
            </a:xfrm>
            <a:custGeom>
              <a:avLst/>
              <a:gdLst>
                <a:gd name="connsiteX0" fmla="*/ 7499 w 8570"/>
                <a:gd name="connsiteY0" fmla="*/ 0 h 7880"/>
                <a:gd name="connsiteX1" fmla="*/ 8571 w 8570"/>
                <a:gd name="connsiteY1" fmla="*/ 2982 h 7880"/>
                <a:gd name="connsiteX2" fmla="*/ 857 w 8570"/>
                <a:gd name="connsiteY2" fmla="*/ 7881 h 7880"/>
                <a:gd name="connsiteX3" fmla="*/ 0 w 8570"/>
                <a:gd name="connsiteY3" fmla="*/ 4899 h 7880"/>
                <a:gd name="connsiteX4" fmla="*/ 7499 w 8570"/>
                <a:gd name="connsiteY4" fmla="*/ 0 h 7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0" h="7880">
                  <a:moveTo>
                    <a:pt x="7499" y="0"/>
                  </a:moveTo>
                  <a:cubicBezTo>
                    <a:pt x="7928" y="1065"/>
                    <a:pt x="8142" y="2130"/>
                    <a:pt x="8571" y="2982"/>
                  </a:cubicBezTo>
                  <a:cubicBezTo>
                    <a:pt x="6000" y="4686"/>
                    <a:pt x="3428" y="6177"/>
                    <a:pt x="857" y="7881"/>
                  </a:cubicBezTo>
                  <a:cubicBezTo>
                    <a:pt x="643" y="7029"/>
                    <a:pt x="214" y="5964"/>
                    <a:pt x="0" y="4899"/>
                  </a:cubicBezTo>
                  <a:cubicBezTo>
                    <a:pt x="2571" y="3195"/>
                    <a:pt x="4928" y="1704"/>
                    <a:pt x="7499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3" name="任意多边形: 形状 112"/>
            <p:cNvSpPr/>
            <p:nvPr/>
          </p:nvSpPr>
          <p:spPr>
            <a:xfrm>
              <a:off x="4733023" y="6551382"/>
              <a:ext cx="1071" cy="852"/>
            </a:xfrm>
            <a:custGeom>
              <a:avLst/>
              <a:gdLst>
                <a:gd name="connsiteX0" fmla="*/ 1071 w 1071"/>
                <a:gd name="connsiteY0" fmla="*/ 0 h 852"/>
                <a:gd name="connsiteX1" fmla="*/ 0 w 1071"/>
                <a:gd name="connsiteY1" fmla="*/ 852 h 852"/>
                <a:gd name="connsiteX2" fmla="*/ 0 w 1071"/>
                <a:gd name="connsiteY2" fmla="*/ 852 h 852"/>
                <a:gd name="connsiteX3" fmla="*/ 1071 w 1071"/>
                <a:gd name="connsiteY3" fmla="*/ 0 h 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1" h="852">
                  <a:moveTo>
                    <a:pt x="1071" y="0"/>
                  </a:moveTo>
                  <a:cubicBezTo>
                    <a:pt x="643" y="213"/>
                    <a:pt x="429" y="426"/>
                    <a:pt x="0" y="852"/>
                  </a:cubicBezTo>
                  <a:cubicBezTo>
                    <a:pt x="0" y="852"/>
                    <a:pt x="0" y="852"/>
                    <a:pt x="0" y="852"/>
                  </a:cubicBezTo>
                  <a:cubicBezTo>
                    <a:pt x="429" y="426"/>
                    <a:pt x="643" y="213"/>
                    <a:pt x="1071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4" name="任意多边形: 形状 113"/>
            <p:cNvSpPr/>
            <p:nvPr/>
          </p:nvSpPr>
          <p:spPr>
            <a:xfrm>
              <a:off x="4592598" y="6316617"/>
              <a:ext cx="39075" cy="34335"/>
            </a:xfrm>
            <a:custGeom>
              <a:avLst/>
              <a:gdLst>
                <a:gd name="connsiteX0" fmla="*/ 3506 w 39075"/>
                <a:gd name="connsiteY0" fmla="*/ 9840 h 34335"/>
                <a:gd name="connsiteX1" fmla="*/ 4363 w 39075"/>
                <a:gd name="connsiteY1" fmla="*/ 11970 h 34335"/>
                <a:gd name="connsiteX2" fmla="*/ 7149 w 39075"/>
                <a:gd name="connsiteY2" fmla="*/ 14314 h 34335"/>
                <a:gd name="connsiteX3" fmla="*/ 35433 w 39075"/>
                <a:gd name="connsiteY3" fmla="*/ 27093 h 34335"/>
                <a:gd name="connsiteX4" fmla="*/ 39075 w 39075"/>
                <a:gd name="connsiteY4" fmla="*/ 34336 h 34335"/>
                <a:gd name="connsiteX5" fmla="*/ 5006 w 39075"/>
                <a:gd name="connsiteY5" fmla="*/ 16443 h 34335"/>
                <a:gd name="connsiteX6" fmla="*/ 507 w 39075"/>
                <a:gd name="connsiteY6" fmla="*/ 5793 h 34335"/>
                <a:gd name="connsiteX7" fmla="*/ 10577 w 39075"/>
                <a:gd name="connsiteY7" fmla="*/ 256 h 34335"/>
                <a:gd name="connsiteX8" fmla="*/ 22362 w 39075"/>
                <a:gd name="connsiteY8" fmla="*/ 2173 h 34335"/>
                <a:gd name="connsiteX9" fmla="*/ 25790 w 39075"/>
                <a:gd name="connsiteY9" fmla="*/ 8562 h 34335"/>
                <a:gd name="connsiteX10" fmla="*/ 10149 w 39075"/>
                <a:gd name="connsiteY10" fmla="*/ 3237 h 34335"/>
                <a:gd name="connsiteX11" fmla="*/ 9077 w 39075"/>
                <a:gd name="connsiteY11" fmla="*/ 3025 h 34335"/>
                <a:gd name="connsiteX12" fmla="*/ 3506 w 39075"/>
                <a:gd name="connsiteY12" fmla="*/ 6859 h 34335"/>
                <a:gd name="connsiteX13" fmla="*/ 3292 w 39075"/>
                <a:gd name="connsiteY13" fmla="*/ 7923 h 34335"/>
                <a:gd name="connsiteX14" fmla="*/ 3506 w 39075"/>
                <a:gd name="connsiteY14" fmla="*/ 9840 h 34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9075" h="34335">
                  <a:moveTo>
                    <a:pt x="3506" y="9840"/>
                  </a:moveTo>
                  <a:cubicBezTo>
                    <a:pt x="3506" y="10479"/>
                    <a:pt x="3935" y="11331"/>
                    <a:pt x="4363" y="11970"/>
                  </a:cubicBezTo>
                  <a:cubicBezTo>
                    <a:pt x="5006" y="12823"/>
                    <a:pt x="5863" y="13675"/>
                    <a:pt x="7149" y="14314"/>
                  </a:cubicBezTo>
                  <a:cubicBezTo>
                    <a:pt x="16577" y="18361"/>
                    <a:pt x="26005" y="22833"/>
                    <a:pt x="35433" y="27093"/>
                  </a:cubicBezTo>
                  <a:cubicBezTo>
                    <a:pt x="36718" y="29436"/>
                    <a:pt x="37790" y="31992"/>
                    <a:pt x="39075" y="34336"/>
                  </a:cubicBezTo>
                  <a:cubicBezTo>
                    <a:pt x="27719" y="27306"/>
                    <a:pt x="16363" y="21768"/>
                    <a:pt x="5006" y="16443"/>
                  </a:cubicBezTo>
                  <a:cubicBezTo>
                    <a:pt x="935" y="14526"/>
                    <a:pt x="-993" y="9840"/>
                    <a:pt x="507" y="5793"/>
                  </a:cubicBezTo>
                  <a:cubicBezTo>
                    <a:pt x="2006" y="1534"/>
                    <a:pt x="6506" y="-810"/>
                    <a:pt x="10577" y="256"/>
                  </a:cubicBezTo>
                  <a:cubicBezTo>
                    <a:pt x="10791" y="256"/>
                    <a:pt x="14863" y="1320"/>
                    <a:pt x="22362" y="2173"/>
                  </a:cubicBezTo>
                  <a:lnTo>
                    <a:pt x="25790" y="8562"/>
                  </a:lnTo>
                  <a:cubicBezTo>
                    <a:pt x="20648" y="6859"/>
                    <a:pt x="15505" y="4729"/>
                    <a:pt x="10149" y="3237"/>
                  </a:cubicBezTo>
                  <a:cubicBezTo>
                    <a:pt x="9720" y="3025"/>
                    <a:pt x="9292" y="3025"/>
                    <a:pt x="9077" y="3025"/>
                  </a:cubicBezTo>
                  <a:cubicBezTo>
                    <a:pt x="6077" y="2173"/>
                    <a:pt x="4149" y="4303"/>
                    <a:pt x="3506" y="6859"/>
                  </a:cubicBezTo>
                  <a:cubicBezTo>
                    <a:pt x="3292" y="7284"/>
                    <a:pt x="3292" y="7498"/>
                    <a:pt x="3292" y="7923"/>
                  </a:cubicBezTo>
                  <a:cubicBezTo>
                    <a:pt x="3506" y="8562"/>
                    <a:pt x="3506" y="9201"/>
                    <a:pt x="3506" y="984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5" name="任意多边形: 形状 114"/>
            <p:cNvSpPr/>
            <p:nvPr/>
          </p:nvSpPr>
          <p:spPr>
            <a:xfrm>
              <a:off x="4734095" y="6545845"/>
              <a:ext cx="6642" cy="5537"/>
            </a:xfrm>
            <a:custGeom>
              <a:avLst/>
              <a:gdLst>
                <a:gd name="connsiteX0" fmla="*/ 0 w 6642"/>
                <a:gd name="connsiteY0" fmla="*/ 5537 h 5537"/>
                <a:gd name="connsiteX1" fmla="*/ 6642 w 6642"/>
                <a:gd name="connsiteY1" fmla="*/ 426 h 5537"/>
                <a:gd name="connsiteX2" fmla="*/ 6642 w 6642"/>
                <a:gd name="connsiteY2" fmla="*/ 0 h 5537"/>
                <a:gd name="connsiteX3" fmla="*/ 0 w 6642"/>
                <a:gd name="connsiteY3" fmla="*/ 5537 h 5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42" h="5537">
                  <a:moveTo>
                    <a:pt x="0" y="5537"/>
                  </a:moveTo>
                  <a:cubicBezTo>
                    <a:pt x="2357" y="3834"/>
                    <a:pt x="4500" y="2130"/>
                    <a:pt x="6642" y="426"/>
                  </a:cubicBezTo>
                  <a:cubicBezTo>
                    <a:pt x="6642" y="213"/>
                    <a:pt x="6642" y="213"/>
                    <a:pt x="6642" y="0"/>
                  </a:cubicBezTo>
                  <a:cubicBezTo>
                    <a:pt x="4500" y="1704"/>
                    <a:pt x="2357" y="3621"/>
                    <a:pt x="0" y="5537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6" name="任意多边形: 形状 115"/>
            <p:cNvSpPr/>
            <p:nvPr/>
          </p:nvSpPr>
          <p:spPr>
            <a:xfrm>
              <a:off x="4732809" y="6545206"/>
              <a:ext cx="7927" cy="6815"/>
            </a:xfrm>
            <a:custGeom>
              <a:avLst/>
              <a:gdLst>
                <a:gd name="connsiteX0" fmla="*/ 7928 w 7927"/>
                <a:gd name="connsiteY0" fmla="*/ 0 h 6815"/>
                <a:gd name="connsiteX1" fmla="*/ 7928 w 7927"/>
                <a:gd name="connsiteY1" fmla="*/ 639 h 6815"/>
                <a:gd name="connsiteX2" fmla="*/ 1286 w 7927"/>
                <a:gd name="connsiteY2" fmla="*/ 6176 h 6815"/>
                <a:gd name="connsiteX3" fmla="*/ 214 w 7927"/>
                <a:gd name="connsiteY3" fmla="*/ 6815 h 6815"/>
                <a:gd name="connsiteX4" fmla="*/ 0 w 7927"/>
                <a:gd name="connsiteY4" fmla="*/ 5964 h 6815"/>
                <a:gd name="connsiteX5" fmla="*/ 7928 w 7927"/>
                <a:gd name="connsiteY5" fmla="*/ 0 h 6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27" h="6815">
                  <a:moveTo>
                    <a:pt x="7928" y="0"/>
                  </a:moveTo>
                  <a:cubicBezTo>
                    <a:pt x="7928" y="213"/>
                    <a:pt x="7928" y="426"/>
                    <a:pt x="7928" y="639"/>
                  </a:cubicBezTo>
                  <a:cubicBezTo>
                    <a:pt x="5785" y="2343"/>
                    <a:pt x="3428" y="4260"/>
                    <a:pt x="1286" y="6176"/>
                  </a:cubicBezTo>
                  <a:cubicBezTo>
                    <a:pt x="857" y="6390"/>
                    <a:pt x="643" y="6603"/>
                    <a:pt x="214" y="6815"/>
                  </a:cubicBezTo>
                  <a:cubicBezTo>
                    <a:pt x="214" y="6603"/>
                    <a:pt x="214" y="6176"/>
                    <a:pt x="0" y="5964"/>
                  </a:cubicBezTo>
                  <a:cubicBezTo>
                    <a:pt x="2785" y="4047"/>
                    <a:pt x="5357" y="2130"/>
                    <a:pt x="7928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7" name="任意多边形: 形状 116"/>
            <p:cNvSpPr/>
            <p:nvPr/>
          </p:nvSpPr>
          <p:spPr>
            <a:xfrm>
              <a:off x="4869085" y="6116434"/>
              <a:ext cx="257338" cy="149105"/>
            </a:xfrm>
            <a:custGeom>
              <a:avLst/>
              <a:gdLst>
                <a:gd name="connsiteX0" fmla="*/ 257339 w 257338"/>
                <a:gd name="connsiteY0" fmla="*/ 128658 h 149105"/>
                <a:gd name="connsiteX1" fmla="*/ 249839 w 257338"/>
                <a:gd name="connsiteY1" fmla="*/ 133770 h 149105"/>
                <a:gd name="connsiteX2" fmla="*/ 228627 w 257338"/>
                <a:gd name="connsiteY2" fmla="*/ 91809 h 149105"/>
                <a:gd name="connsiteX3" fmla="*/ 229484 w 257338"/>
                <a:gd name="connsiteY3" fmla="*/ 90957 h 149105"/>
                <a:gd name="connsiteX4" fmla="*/ 222413 w 257338"/>
                <a:gd name="connsiteY4" fmla="*/ 82224 h 149105"/>
                <a:gd name="connsiteX5" fmla="*/ 179987 w 257338"/>
                <a:gd name="connsiteY5" fmla="*/ 28123 h 149105"/>
                <a:gd name="connsiteX6" fmla="*/ 121706 w 257338"/>
                <a:gd name="connsiteY6" fmla="*/ 20455 h 149105"/>
                <a:gd name="connsiteX7" fmla="*/ 0 w 257338"/>
                <a:gd name="connsiteY7" fmla="*/ 149105 h 149105"/>
                <a:gd name="connsiteX8" fmla="*/ 643 w 257338"/>
                <a:gd name="connsiteY8" fmla="*/ 138669 h 149105"/>
                <a:gd name="connsiteX9" fmla="*/ 98350 w 257338"/>
                <a:gd name="connsiteY9" fmla="*/ 37282 h 149105"/>
                <a:gd name="connsiteX10" fmla="*/ 115706 w 257338"/>
                <a:gd name="connsiteY10" fmla="*/ 14277 h 149105"/>
                <a:gd name="connsiteX11" fmla="*/ 146990 w 257338"/>
                <a:gd name="connsiteY11" fmla="*/ 7 h 149105"/>
                <a:gd name="connsiteX12" fmla="*/ 186415 w 257338"/>
                <a:gd name="connsiteY12" fmla="*/ 22159 h 149105"/>
                <a:gd name="connsiteX13" fmla="*/ 257339 w 257338"/>
                <a:gd name="connsiteY13" fmla="*/ 128658 h 149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7338" h="149105">
                  <a:moveTo>
                    <a:pt x="257339" y="128658"/>
                  </a:moveTo>
                  <a:cubicBezTo>
                    <a:pt x="254982" y="130361"/>
                    <a:pt x="252411" y="132065"/>
                    <a:pt x="249839" y="133770"/>
                  </a:cubicBezTo>
                  <a:cubicBezTo>
                    <a:pt x="244697" y="120990"/>
                    <a:pt x="237840" y="106932"/>
                    <a:pt x="228627" y="91809"/>
                  </a:cubicBezTo>
                  <a:cubicBezTo>
                    <a:pt x="228841" y="91383"/>
                    <a:pt x="229270" y="91170"/>
                    <a:pt x="229484" y="90957"/>
                  </a:cubicBezTo>
                  <a:cubicBezTo>
                    <a:pt x="233984" y="85632"/>
                    <a:pt x="227341" y="78390"/>
                    <a:pt x="222413" y="82224"/>
                  </a:cubicBezTo>
                  <a:cubicBezTo>
                    <a:pt x="211271" y="65397"/>
                    <a:pt x="197558" y="47506"/>
                    <a:pt x="179987" y="28123"/>
                  </a:cubicBezTo>
                  <a:cubicBezTo>
                    <a:pt x="159417" y="5332"/>
                    <a:pt x="139919" y="2350"/>
                    <a:pt x="121706" y="20455"/>
                  </a:cubicBezTo>
                  <a:cubicBezTo>
                    <a:pt x="104564" y="37495"/>
                    <a:pt x="76923" y="99051"/>
                    <a:pt x="0" y="149105"/>
                  </a:cubicBezTo>
                  <a:cubicBezTo>
                    <a:pt x="214" y="145697"/>
                    <a:pt x="428" y="142289"/>
                    <a:pt x="643" y="138669"/>
                  </a:cubicBezTo>
                  <a:cubicBezTo>
                    <a:pt x="52925" y="103311"/>
                    <a:pt x="80994" y="62628"/>
                    <a:pt x="98350" y="37282"/>
                  </a:cubicBezTo>
                  <a:cubicBezTo>
                    <a:pt x="105207" y="27271"/>
                    <a:pt x="110563" y="19390"/>
                    <a:pt x="115706" y="14277"/>
                  </a:cubicBezTo>
                  <a:cubicBezTo>
                    <a:pt x="125348" y="4480"/>
                    <a:pt x="136062" y="-206"/>
                    <a:pt x="146990" y="7"/>
                  </a:cubicBezTo>
                  <a:cubicBezTo>
                    <a:pt x="160060" y="220"/>
                    <a:pt x="173345" y="7675"/>
                    <a:pt x="186415" y="22159"/>
                  </a:cubicBezTo>
                  <a:cubicBezTo>
                    <a:pt x="223913" y="63267"/>
                    <a:pt x="245340" y="99051"/>
                    <a:pt x="257339" y="128658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8" name="任意多边形: 形状 117"/>
            <p:cNvSpPr/>
            <p:nvPr/>
          </p:nvSpPr>
          <p:spPr>
            <a:xfrm>
              <a:off x="4745237" y="6266392"/>
              <a:ext cx="106278" cy="50480"/>
            </a:xfrm>
            <a:custGeom>
              <a:avLst/>
              <a:gdLst>
                <a:gd name="connsiteX0" fmla="*/ 106278 w 106278"/>
                <a:gd name="connsiteY0" fmla="*/ 0 h 50480"/>
                <a:gd name="connsiteX1" fmla="*/ 105421 w 106278"/>
                <a:gd name="connsiteY1" fmla="*/ 10223 h 50480"/>
                <a:gd name="connsiteX2" fmla="*/ 7714 w 106278"/>
                <a:gd name="connsiteY2" fmla="*/ 50480 h 50480"/>
                <a:gd name="connsiteX3" fmla="*/ 0 w 106278"/>
                <a:gd name="connsiteY3" fmla="*/ 43239 h 50480"/>
                <a:gd name="connsiteX4" fmla="*/ 105635 w 106278"/>
                <a:gd name="connsiteY4" fmla="*/ 213 h 50480"/>
                <a:gd name="connsiteX5" fmla="*/ 106278 w 106278"/>
                <a:gd name="connsiteY5" fmla="*/ 0 h 5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6278" h="50480">
                  <a:moveTo>
                    <a:pt x="106278" y="0"/>
                  </a:moveTo>
                  <a:cubicBezTo>
                    <a:pt x="106064" y="3407"/>
                    <a:pt x="105849" y="6815"/>
                    <a:pt x="105421" y="10223"/>
                  </a:cubicBezTo>
                  <a:cubicBezTo>
                    <a:pt x="70924" y="29606"/>
                    <a:pt x="37926" y="42386"/>
                    <a:pt x="7714" y="50480"/>
                  </a:cubicBezTo>
                  <a:cubicBezTo>
                    <a:pt x="5142" y="48137"/>
                    <a:pt x="2571" y="45794"/>
                    <a:pt x="0" y="43239"/>
                  </a:cubicBezTo>
                  <a:cubicBezTo>
                    <a:pt x="32355" y="35144"/>
                    <a:pt x="68138" y="21939"/>
                    <a:pt x="105635" y="213"/>
                  </a:cubicBezTo>
                  <a:lnTo>
                    <a:pt x="106278" y="0"/>
                  </a:ln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9" name="任意多边形: 形状 118"/>
            <p:cNvSpPr/>
            <p:nvPr/>
          </p:nvSpPr>
          <p:spPr>
            <a:xfrm>
              <a:off x="4860086" y="6254890"/>
              <a:ext cx="9642" cy="16400"/>
            </a:xfrm>
            <a:custGeom>
              <a:avLst/>
              <a:gdLst>
                <a:gd name="connsiteX0" fmla="*/ 9642 w 9642"/>
                <a:gd name="connsiteY0" fmla="*/ 0 h 16400"/>
                <a:gd name="connsiteX1" fmla="*/ 8999 w 9642"/>
                <a:gd name="connsiteY1" fmla="*/ 10437 h 16400"/>
                <a:gd name="connsiteX2" fmla="*/ 0 w 9642"/>
                <a:gd name="connsiteY2" fmla="*/ 16401 h 16400"/>
                <a:gd name="connsiteX3" fmla="*/ 643 w 9642"/>
                <a:gd name="connsiteY3" fmla="*/ 5751 h 16400"/>
                <a:gd name="connsiteX4" fmla="*/ 9642 w 9642"/>
                <a:gd name="connsiteY4" fmla="*/ 0 h 1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42" h="16400">
                  <a:moveTo>
                    <a:pt x="9642" y="0"/>
                  </a:moveTo>
                  <a:cubicBezTo>
                    <a:pt x="9428" y="3408"/>
                    <a:pt x="9213" y="6816"/>
                    <a:pt x="8999" y="10437"/>
                  </a:cubicBezTo>
                  <a:cubicBezTo>
                    <a:pt x="6000" y="12354"/>
                    <a:pt x="3214" y="14270"/>
                    <a:pt x="0" y="16401"/>
                  </a:cubicBezTo>
                  <a:cubicBezTo>
                    <a:pt x="214" y="12993"/>
                    <a:pt x="214" y="9372"/>
                    <a:pt x="643" y="5751"/>
                  </a:cubicBezTo>
                  <a:cubicBezTo>
                    <a:pt x="3643" y="3834"/>
                    <a:pt x="6642" y="1917"/>
                    <a:pt x="9642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0" name="任意多边形: 形状 119"/>
            <p:cNvSpPr/>
            <p:nvPr/>
          </p:nvSpPr>
          <p:spPr>
            <a:xfrm>
              <a:off x="4850872" y="6260641"/>
              <a:ext cx="9856" cy="16188"/>
            </a:xfrm>
            <a:custGeom>
              <a:avLst/>
              <a:gdLst>
                <a:gd name="connsiteX0" fmla="*/ 9857 w 9856"/>
                <a:gd name="connsiteY0" fmla="*/ 0 h 16188"/>
                <a:gd name="connsiteX1" fmla="*/ 9214 w 9856"/>
                <a:gd name="connsiteY1" fmla="*/ 10650 h 16188"/>
                <a:gd name="connsiteX2" fmla="*/ 4500 w 9856"/>
                <a:gd name="connsiteY2" fmla="*/ 13845 h 16188"/>
                <a:gd name="connsiteX3" fmla="*/ 0 w 9856"/>
                <a:gd name="connsiteY3" fmla="*/ 16188 h 16188"/>
                <a:gd name="connsiteX4" fmla="*/ 857 w 9856"/>
                <a:gd name="connsiteY4" fmla="*/ 5964 h 16188"/>
                <a:gd name="connsiteX5" fmla="*/ 9857 w 9856"/>
                <a:gd name="connsiteY5" fmla="*/ 0 h 16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856" h="16188">
                  <a:moveTo>
                    <a:pt x="9857" y="0"/>
                  </a:moveTo>
                  <a:cubicBezTo>
                    <a:pt x="9642" y="3408"/>
                    <a:pt x="9642" y="7029"/>
                    <a:pt x="9214" y="10650"/>
                  </a:cubicBezTo>
                  <a:cubicBezTo>
                    <a:pt x="7500" y="11715"/>
                    <a:pt x="6214" y="12780"/>
                    <a:pt x="4500" y="13845"/>
                  </a:cubicBezTo>
                  <a:cubicBezTo>
                    <a:pt x="3000" y="14697"/>
                    <a:pt x="1500" y="15336"/>
                    <a:pt x="0" y="16188"/>
                  </a:cubicBezTo>
                  <a:cubicBezTo>
                    <a:pt x="214" y="12780"/>
                    <a:pt x="429" y="9372"/>
                    <a:pt x="857" y="5964"/>
                  </a:cubicBezTo>
                  <a:cubicBezTo>
                    <a:pt x="3857" y="3834"/>
                    <a:pt x="6642" y="1917"/>
                    <a:pt x="9857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1" name="任意多边形: 形状 120"/>
            <p:cNvSpPr/>
            <p:nvPr/>
          </p:nvSpPr>
          <p:spPr>
            <a:xfrm>
              <a:off x="4725738" y="6511552"/>
              <a:ext cx="11142" cy="20660"/>
            </a:xfrm>
            <a:custGeom>
              <a:avLst/>
              <a:gdLst>
                <a:gd name="connsiteX0" fmla="*/ 8142 w 11142"/>
                <a:gd name="connsiteY0" fmla="*/ 0 h 20660"/>
                <a:gd name="connsiteX1" fmla="*/ 11142 w 11142"/>
                <a:gd name="connsiteY1" fmla="*/ 14697 h 20660"/>
                <a:gd name="connsiteX2" fmla="*/ 3428 w 11142"/>
                <a:gd name="connsiteY2" fmla="*/ 20661 h 20660"/>
                <a:gd name="connsiteX3" fmla="*/ 0 w 11142"/>
                <a:gd name="connsiteY3" fmla="*/ 3621 h 20660"/>
                <a:gd name="connsiteX4" fmla="*/ 8142 w 11142"/>
                <a:gd name="connsiteY4" fmla="*/ 0 h 20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42" h="20660">
                  <a:moveTo>
                    <a:pt x="8142" y="0"/>
                  </a:moveTo>
                  <a:cubicBezTo>
                    <a:pt x="9213" y="4686"/>
                    <a:pt x="10285" y="9585"/>
                    <a:pt x="11142" y="14697"/>
                  </a:cubicBezTo>
                  <a:cubicBezTo>
                    <a:pt x="8571" y="16614"/>
                    <a:pt x="6000" y="18531"/>
                    <a:pt x="3428" y="20661"/>
                  </a:cubicBezTo>
                  <a:cubicBezTo>
                    <a:pt x="2143" y="14910"/>
                    <a:pt x="1071" y="9159"/>
                    <a:pt x="0" y="3621"/>
                  </a:cubicBezTo>
                  <a:cubicBezTo>
                    <a:pt x="2785" y="2556"/>
                    <a:pt x="5357" y="1278"/>
                    <a:pt x="8142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2" name="任意多边形: 形状 121"/>
            <p:cNvSpPr/>
            <p:nvPr/>
          </p:nvSpPr>
          <p:spPr>
            <a:xfrm>
              <a:off x="4635959" y="6314316"/>
              <a:ext cx="97278" cy="15892"/>
            </a:xfrm>
            <a:custGeom>
              <a:avLst/>
              <a:gdLst>
                <a:gd name="connsiteX0" fmla="*/ 97279 w 97278"/>
                <a:gd name="connsiteY0" fmla="*/ 7454 h 15892"/>
                <a:gd name="connsiteX1" fmla="*/ 4500 w 97278"/>
                <a:gd name="connsiteY1" fmla="*/ 15548 h 15892"/>
                <a:gd name="connsiteX2" fmla="*/ 0 w 97278"/>
                <a:gd name="connsiteY2" fmla="*/ 6603 h 15892"/>
                <a:gd name="connsiteX3" fmla="*/ 89137 w 97278"/>
                <a:gd name="connsiteY3" fmla="*/ 0 h 15892"/>
                <a:gd name="connsiteX4" fmla="*/ 97279 w 97278"/>
                <a:gd name="connsiteY4" fmla="*/ 7454 h 15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278" h="15892">
                  <a:moveTo>
                    <a:pt x="97279" y="7454"/>
                  </a:moveTo>
                  <a:cubicBezTo>
                    <a:pt x="59567" y="15548"/>
                    <a:pt x="27641" y="16614"/>
                    <a:pt x="4500" y="15548"/>
                  </a:cubicBezTo>
                  <a:cubicBezTo>
                    <a:pt x="3000" y="12567"/>
                    <a:pt x="1500" y="9585"/>
                    <a:pt x="0" y="6603"/>
                  </a:cubicBezTo>
                  <a:cubicBezTo>
                    <a:pt x="21427" y="7881"/>
                    <a:pt x="52496" y="7029"/>
                    <a:pt x="89137" y="0"/>
                  </a:cubicBezTo>
                  <a:cubicBezTo>
                    <a:pt x="91922" y="2556"/>
                    <a:pt x="94708" y="5112"/>
                    <a:pt x="97279" y="7454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3" name="任意多边形: 形状 122"/>
            <p:cNvSpPr/>
            <p:nvPr/>
          </p:nvSpPr>
          <p:spPr>
            <a:xfrm>
              <a:off x="4654815" y="6359684"/>
              <a:ext cx="74994" cy="138235"/>
            </a:xfrm>
            <a:custGeom>
              <a:avLst/>
              <a:gdLst>
                <a:gd name="connsiteX0" fmla="*/ 74995 w 74994"/>
                <a:gd name="connsiteY0" fmla="*/ 134615 h 138235"/>
                <a:gd name="connsiteX1" fmla="*/ 66852 w 74994"/>
                <a:gd name="connsiteY1" fmla="*/ 138236 h 138235"/>
                <a:gd name="connsiteX2" fmla="*/ 6642 w 74994"/>
                <a:gd name="connsiteY2" fmla="*/ 15123 h 138235"/>
                <a:gd name="connsiteX3" fmla="*/ 0 w 74994"/>
                <a:gd name="connsiteY3" fmla="*/ 0 h 138235"/>
                <a:gd name="connsiteX4" fmla="*/ 33855 w 74994"/>
                <a:gd name="connsiteY4" fmla="*/ 35358 h 138235"/>
                <a:gd name="connsiteX5" fmla="*/ 74995 w 74994"/>
                <a:gd name="connsiteY5" fmla="*/ 134615 h 138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994" h="138235">
                  <a:moveTo>
                    <a:pt x="74995" y="134615"/>
                  </a:moveTo>
                  <a:cubicBezTo>
                    <a:pt x="72209" y="135893"/>
                    <a:pt x="69638" y="136958"/>
                    <a:pt x="66852" y="138236"/>
                  </a:cubicBezTo>
                  <a:cubicBezTo>
                    <a:pt x="50568" y="74549"/>
                    <a:pt x="29569" y="38340"/>
                    <a:pt x="6642" y="15123"/>
                  </a:cubicBezTo>
                  <a:cubicBezTo>
                    <a:pt x="4500" y="10011"/>
                    <a:pt x="2357" y="4899"/>
                    <a:pt x="0" y="0"/>
                  </a:cubicBezTo>
                  <a:cubicBezTo>
                    <a:pt x="11999" y="11289"/>
                    <a:pt x="23355" y="23004"/>
                    <a:pt x="33855" y="35358"/>
                  </a:cubicBezTo>
                  <a:cubicBezTo>
                    <a:pt x="49496" y="58362"/>
                    <a:pt x="63424" y="89885"/>
                    <a:pt x="74995" y="134615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4" name="任意多边形: 形状 123"/>
            <p:cNvSpPr/>
            <p:nvPr/>
          </p:nvSpPr>
          <p:spPr>
            <a:xfrm>
              <a:off x="4723810" y="6503245"/>
              <a:ext cx="10070" cy="11927"/>
            </a:xfrm>
            <a:custGeom>
              <a:avLst/>
              <a:gdLst>
                <a:gd name="connsiteX0" fmla="*/ 8142 w 10070"/>
                <a:gd name="connsiteY0" fmla="*/ 0 h 11927"/>
                <a:gd name="connsiteX1" fmla="*/ 10070 w 10070"/>
                <a:gd name="connsiteY1" fmla="*/ 8307 h 11927"/>
                <a:gd name="connsiteX2" fmla="*/ 1928 w 10070"/>
                <a:gd name="connsiteY2" fmla="*/ 11928 h 11927"/>
                <a:gd name="connsiteX3" fmla="*/ 0 w 10070"/>
                <a:gd name="connsiteY3" fmla="*/ 3621 h 11927"/>
                <a:gd name="connsiteX4" fmla="*/ 8142 w 10070"/>
                <a:gd name="connsiteY4" fmla="*/ 0 h 11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70" h="11927">
                  <a:moveTo>
                    <a:pt x="8142" y="0"/>
                  </a:moveTo>
                  <a:cubicBezTo>
                    <a:pt x="8785" y="2769"/>
                    <a:pt x="9428" y="5537"/>
                    <a:pt x="10070" y="8307"/>
                  </a:cubicBezTo>
                  <a:cubicBezTo>
                    <a:pt x="7285" y="9585"/>
                    <a:pt x="4714" y="10650"/>
                    <a:pt x="1928" y="11928"/>
                  </a:cubicBezTo>
                  <a:cubicBezTo>
                    <a:pt x="1286" y="9159"/>
                    <a:pt x="643" y="6390"/>
                    <a:pt x="0" y="3621"/>
                  </a:cubicBezTo>
                  <a:cubicBezTo>
                    <a:pt x="2785" y="2556"/>
                    <a:pt x="5357" y="1278"/>
                    <a:pt x="8142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5" name="任意多边形: 形状 124"/>
            <p:cNvSpPr/>
            <p:nvPr/>
          </p:nvSpPr>
          <p:spPr>
            <a:xfrm>
              <a:off x="4721667" y="6494299"/>
              <a:ext cx="10284" cy="12566"/>
            </a:xfrm>
            <a:custGeom>
              <a:avLst/>
              <a:gdLst>
                <a:gd name="connsiteX0" fmla="*/ 8142 w 10284"/>
                <a:gd name="connsiteY0" fmla="*/ 0 h 12566"/>
                <a:gd name="connsiteX1" fmla="*/ 10285 w 10284"/>
                <a:gd name="connsiteY1" fmla="*/ 8946 h 12566"/>
                <a:gd name="connsiteX2" fmla="*/ 2143 w 10284"/>
                <a:gd name="connsiteY2" fmla="*/ 12567 h 12566"/>
                <a:gd name="connsiteX3" fmla="*/ 0 w 10284"/>
                <a:gd name="connsiteY3" fmla="*/ 3408 h 12566"/>
                <a:gd name="connsiteX4" fmla="*/ 8142 w 10284"/>
                <a:gd name="connsiteY4" fmla="*/ 0 h 12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4" h="12566">
                  <a:moveTo>
                    <a:pt x="8142" y="0"/>
                  </a:moveTo>
                  <a:cubicBezTo>
                    <a:pt x="8999" y="2982"/>
                    <a:pt x="9642" y="5964"/>
                    <a:pt x="10285" y="8946"/>
                  </a:cubicBezTo>
                  <a:cubicBezTo>
                    <a:pt x="7500" y="10224"/>
                    <a:pt x="4928" y="11502"/>
                    <a:pt x="2143" y="12567"/>
                  </a:cubicBezTo>
                  <a:cubicBezTo>
                    <a:pt x="1500" y="9585"/>
                    <a:pt x="643" y="6390"/>
                    <a:pt x="0" y="3408"/>
                  </a:cubicBezTo>
                  <a:cubicBezTo>
                    <a:pt x="2571" y="2343"/>
                    <a:pt x="5357" y="1278"/>
                    <a:pt x="8142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6" name="任意多边形: 形状 125"/>
            <p:cNvSpPr/>
            <p:nvPr/>
          </p:nvSpPr>
          <p:spPr>
            <a:xfrm>
              <a:off x="4735380" y="6309843"/>
              <a:ext cx="17784" cy="9585"/>
            </a:xfrm>
            <a:custGeom>
              <a:avLst/>
              <a:gdLst>
                <a:gd name="connsiteX0" fmla="*/ 17785 w 17784"/>
                <a:gd name="connsiteY0" fmla="*/ 7029 h 9585"/>
                <a:gd name="connsiteX1" fmla="*/ 7928 w 17784"/>
                <a:gd name="connsiteY1" fmla="*/ 9585 h 9585"/>
                <a:gd name="connsiteX2" fmla="*/ 0 w 17784"/>
                <a:gd name="connsiteY2" fmla="*/ 2556 h 9585"/>
                <a:gd name="connsiteX3" fmla="*/ 10071 w 17784"/>
                <a:gd name="connsiteY3" fmla="*/ 0 h 9585"/>
                <a:gd name="connsiteX4" fmla="*/ 17785 w 17784"/>
                <a:gd name="connsiteY4" fmla="*/ 7029 h 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84" h="9585">
                  <a:moveTo>
                    <a:pt x="17785" y="7029"/>
                  </a:moveTo>
                  <a:cubicBezTo>
                    <a:pt x="14356" y="7881"/>
                    <a:pt x="11142" y="8733"/>
                    <a:pt x="7928" y="9585"/>
                  </a:cubicBezTo>
                  <a:cubicBezTo>
                    <a:pt x="5357" y="7242"/>
                    <a:pt x="2571" y="4899"/>
                    <a:pt x="0" y="2556"/>
                  </a:cubicBezTo>
                  <a:cubicBezTo>
                    <a:pt x="3214" y="1704"/>
                    <a:pt x="6642" y="852"/>
                    <a:pt x="10071" y="0"/>
                  </a:cubicBezTo>
                  <a:cubicBezTo>
                    <a:pt x="12642" y="2343"/>
                    <a:pt x="15213" y="4686"/>
                    <a:pt x="17785" y="7029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7" name="任意多边形: 形状 126"/>
            <p:cNvSpPr/>
            <p:nvPr/>
          </p:nvSpPr>
          <p:spPr>
            <a:xfrm>
              <a:off x="4725095" y="6312399"/>
              <a:ext cx="18212" cy="9371"/>
            </a:xfrm>
            <a:custGeom>
              <a:avLst/>
              <a:gdLst>
                <a:gd name="connsiteX0" fmla="*/ 18213 w 18212"/>
                <a:gd name="connsiteY0" fmla="*/ 7029 h 9371"/>
                <a:gd name="connsiteX1" fmla="*/ 8357 w 18212"/>
                <a:gd name="connsiteY1" fmla="*/ 9372 h 9371"/>
                <a:gd name="connsiteX2" fmla="*/ 0 w 18212"/>
                <a:gd name="connsiteY2" fmla="*/ 2130 h 9371"/>
                <a:gd name="connsiteX3" fmla="*/ 10285 w 18212"/>
                <a:gd name="connsiteY3" fmla="*/ 0 h 9371"/>
                <a:gd name="connsiteX4" fmla="*/ 18213 w 18212"/>
                <a:gd name="connsiteY4" fmla="*/ 7029 h 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12" h="9371">
                  <a:moveTo>
                    <a:pt x="18213" y="7029"/>
                  </a:moveTo>
                  <a:cubicBezTo>
                    <a:pt x="14999" y="7881"/>
                    <a:pt x="11570" y="8520"/>
                    <a:pt x="8357" y="9372"/>
                  </a:cubicBezTo>
                  <a:cubicBezTo>
                    <a:pt x="5571" y="7029"/>
                    <a:pt x="2785" y="4473"/>
                    <a:pt x="0" y="2130"/>
                  </a:cubicBezTo>
                  <a:cubicBezTo>
                    <a:pt x="3428" y="1491"/>
                    <a:pt x="6856" y="852"/>
                    <a:pt x="10285" y="0"/>
                  </a:cubicBezTo>
                  <a:cubicBezTo>
                    <a:pt x="12856" y="2343"/>
                    <a:pt x="15642" y="4686"/>
                    <a:pt x="18213" y="7029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8" name="任意多边形: 形状 127"/>
            <p:cNvSpPr/>
            <p:nvPr/>
          </p:nvSpPr>
          <p:spPr>
            <a:xfrm>
              <a:off x="5118925" y="6245092"/>
              <a:ext cx="8142" cy="6602"/>
            </a:xfrm>
            <a:custGeom>
              <a:avLst/>
              <a:gdLst>
                <a:gd name="connsiteX0" fmla="*/ 7500 w 8142"/>
                <a:gd name="connsiteY0" fmla="*/ 0 h 6602"/>
                <a:gd name="connsiteX1" fmla="*/ 8142 w 8142"/>
                <a:gd name="connsiteY1" fmla="*/ 1704 h 6602"/>
                <a:gd name="connsiteX2" fmla="*/ 643 w 8142"/>
                <a:gd name="connsiteY2" fmla="*/ 6603 h 6602"/>
                <a:gd name="connsiteX3" fmla="*/ 0 w 8142"/>
                <a:gd name="connsiteY3" fmla="*/ 5112 h 6602"/>
                <a:gd name="connsiteX4" fmla="*/ 7500 w 8142"/>
                <a:gd name="connsiteY4" fmla="*/ 0 h 6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2" h="6602">
                  <a:moveTo>
                    <a:pt x="7500" y="0"/>
                  </a:moveTo>
                  <a:cubicBezTo>
                    <a:pt x="7714" y="639"/>
                    <a:pt x="7928" y="1065"/>
                    <a:pt x="8142" y="1704"/>
                  </a:cubicBezTo>
                  <a:cubicBezTo>
                    <a:pt x="5571" y="3407"/>
                    <a:pt x="3214" y="4899"/>
                    <a:pt x="643" y="6603"/>
                  </a:cubicBezTo>
                  <a:cubicBezTo>
                    <a:pt x="429" y="6176"/>
                    <a:pt x="214" y="5537"/>
                    <a:pt x="0" y="5112"/>
                  </a:cubicBezTo>
                  <a:cubicBezTo>
                    <a:pt x="2571" y="3195"/>
                    <a:pt x="5143" y="1490"/>
                    <a:pt x="7500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9" name="任意多边形: 形状 128"/>
            <p:cNvSpPr/>
            <p:nvPr/>
          </p:nvSpPr>
          <p:spPr>
            <a:xfrm>
              <a:off x="5124924" y="6261706"/>
              <a:ext cx="8142" cy="6602"/>
            </a:xfrm>
            <a:custGeom>
              <a:avLst/>
              <a:gdLst>
                <a:gd name="connsiteX0" fmla="*/ 7714 w 8142"/>
                <a:gd name="connsiteY0" fmla="*/ 0 h 6602"/>
                <a:gd name="connsiteX1" fmla="*/ 8142 w 8142"/>
                <a:gd name="connsiteY1" fmla="*/ 1704 h 6602"/>
                <a:gd name="connsiteX2" fmla="*/ 429 w 8142"/>
                <a:gd name="connsiteY2" fmla="*/ 6603 h 6602"/>
                <a:gd name="connsiteX3" fmla="*/ 0 w 8142"/>
                <a:gd name="connsiteY3" fmla="*/ 5112 h 6602"/>
                <a:gd name="connsiteX4" fmla="*/ 7714 w 8142"/>
                <a:gd name="connsiteY4" fmla="*/ 0 h 6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2" h="6602">
                  <a:moveTo>
                    <a:pt x="7714" y="0"/>
                  </a:moveTo>
                  <a:cubicBezTo>
                    <a:pt x="7928" y="639"/>
                    <a:pt x="8142" y="1065"/>
                    <a:pt x="8142" y="1704"/>
                  </a:cubicBezTo>
                  <a:cubicBezTo>
                    <a:pt x="5571" y="3408"/>
                    <a:pt x="3214" y="4899"/>
                    <a:pt x="429" y="6603"/>
                  </a:cubicBezTo>
                  <a:cubicBezTo>
                    <a:pt x="214" y="6176"/>
                    <a:pt x="214" y="5751"/>
                    <a:pt x="0" y="5112"/>
                  </a:cubicBezTo>
                  <a:cubicBezTo>
                    <a:pt x="2571" y="3408"/>
                    <a:pt x="5143" y="1704"/>
                    <a:pt x="7714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0" name="任意多边形: 形状 129"/>
            <p:cNvSpPr/>
            <p:nvPr/>
          </p:nvSpPr>
          <p:spPr>
            <a:xfrm>
              <a:off x="4628031" y="6344136"/>
              <a:ext cx="17570" cy="16827"/>
            </a:xfrm>
            <a:custGeom>
              <a:avLst/>
              <a:gdLst>
                <a:gd name="connsiteX0" fmla="*/ 12213 w 17570"/>
                <a:gd name="connsiteY0" fmla="*/ 5325 h 16827"/>
                <a:gd name="connsiteX1" fmla="*/ 17570 w 17570"/>
                <a:gd name="connsiteY1" fmla="*/ 16827 h 16827"/>
                <a:gd name="connsiteX2" fmla="*/ 3643 w 17570"/>
                <a:gd name="connsiteY2" fmla="*/ 7242 h 16827"/>
                <a:gd name="connsiteX3" fmla="*/ 0 w 17570"/>
                <a:gd name="connsiteY3" fmla="*/ 0 h 16827"/>
                <a:gd name="connsiteX4" fmla="*/ 12213 w 17570"/>
                <a:gd name="connsiteY4" fmla="*/ 5325 h 16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570" h="16827">
                  <a:moveTo>
                    <a:pt x="12213" y="5325"/>
                  </a:moveTo>
                  <a:cubicBezTo>
                    <a:pt x="14142" y="9159"/>
                    <a:pt x="15856" y="12780"/>
                    <a:pt x="17570" y="16827"/>
                  </a:cubicBezTo>
                  <a:cubicBezTo>
                    <a:pt x="12856" y="13206"/>
                    <a:pt x="8357" y="10223"/>
                    <a:pt x="3643" y="7242"/>
                  </a:cubicBezTo>
                  <a:cubicBezTo>
                    <a:pt x="2357" y="4899"/>
                    <a:pt x="1286" y="2343"/>
                    <a:pt x="0" y="0"/>
                  </a:cubicBezTo>
                  <a:cubicBezTo>
                    <a:pt x="4071" y="1491"/>
                    <a:pt x="8142" y="3408"/>
                    <a:pt x="12213" y="5325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1" name="任意多边形: 形状 130"/>
            <p:cNvSpPr/>
            <p:nvPr/>
          </p:nvSpPr>
          <p:spPr>
            <a:xfrm>
              <a:off x="4615389" y="6319215"/>
              <a:ext cx="14570" cy="9158"/>
            </a:xfrm>
            <a:custGeom>
              <a:avLst/>
              <a:gdLst>
                <a:gd name="connsiteX0" fmla="*/ 10285 w 14570"/>
                <a:gd name="connsiteY0" fmla="*/ 1065 h 9158"/>
                <a:gd name="connsiteX1" fmla="*/ 14571 w 14570"/>
                <a:gd name="connsiteY1" fmla="*/ 9159 h 9158"/>
                <a:gd name="connsiteX2" fmla="*/ 8142 w 14570"/>
                <a:gd name="connsiteY2" fmla="*/ 8094 h 9158"/>
                <a:gd name="connsiteX3" fmla="*/ 3428 w 14570"/>
                <a:gd name="connsiteY3" fmla="*/ 6390 h 9158"/>
                <a:gd name="connsiteX4" fmla="*/ 0 w 14570"/>
                <a:gd name="connsiteY4" fmla="*/ 0 h 9158"/>
                <a:gd name="connsiteX5" fmla="*/ 10285 w 14570"/>
                <a:gd name="connsiteY5" fmla="*/ 1065 h 9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570" h="9158">
                  <a:moveTo>
                    <a:pt x="10285" y="1065"/>
                  </a:moveTo>
                  <a:cubicBezTo>
                    <a:pt x="11785" y="3621"/>
                    <a:pt x="13071" y="6390"/>
                    <a:pt x="14571" y="9159"/>
                  </a:cubicBezTo>
                  <a:cubicBezTo>
                    <a:pt x="12428" y="8733"/>
                    <a:pt x="10285" y="8520"/>
                    <a:pt x="8142" y="8094"/>
                  </a:cubicBezTo>
                  <a:cubicBezTo>
                    <a:pt x="6643" y="7455"/>
                    <a:pt x="4928" y="7029"/>
                    <a:pt x="3428" y="6390"/>
                  </a:cubicBezTo>
                  <a:lnTo>
                    <a:pt x="0" y="0"/>
                  </a:lnTo>
                  <a:cubicBezTo>
                    <a:pt x="2786" y="213"/>
                    <a:pt x="6428" y="639"/>
                    <a:pt x="10285" y="1065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2" name="任意多边形: 形状 131"/>
            <p:cNvSpPr/>
            <p:nvPr/>
          </p:nvSpPr>
          <p:spPr>
            <a:xfrm>
              <a:off x="5122782" y="6255103"/>
              <a:ext cx="9642" cy="11714"/>
            </a:xfrm>
            <a:custGeom>
              <a:avLst/>
              <a:gdLst>
                <a:gd name="connsiteX0" fmla="*/ 7499 w 9642"/>
                <a:gd name="connsiteY0" fmla="*/ 0 h 11714"/>
                <a:gd name="connsiteX1" fmla="*/ 9642 w 9642"/>
                <a:gd name="connsiteY1" fmla="*/ 6603 h 11714"/>
                <a:gd name="connsiteX2" fmla="*/ 2143 w 9642"/>
                <a:gd name="connsiteY2" fmla="*/ 11715 h 11714"/>
                <a:gd name="connsiteX3" fmla="*/ 0 w 9642"/>
                <a:gd name="connsiteY3" fmla="*/ 4899 h 11714"/>
                <a:gd name="connsiteX4" fmla="*/ 7499 w 9642"/>
                <a:gd name="connsiteY4" fmla="*/ 0 h 1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42" h="11714">
                  <a:moveTo>
                    <a:pt x="7499" y="0"/>
                  </a:moveTo>
                  <a:cubicBezTo>
                    <a:pt x="8357" y="2343"/>
                    <a:pt x="8999" y="4473"/>
                    <a:pt x="9642" y="6603"/>
                  </a:cubicBezTo>
                  <a:cubicBezTo>
                    <a:pt x="7071" y="8307"/>
                    <a:pt x="4714" y="10011"/>
                    <a:pt x="2143" y="11715"/>
                  </a:cubicBezTo>
                  <a:cubicBezTo>
                    <a:pt x="1500" y="9371"/>
                    <a:pt x="643" y="7242"/>
                    <a:pt x="0" y="4899"/>
                  </a:cubicBezTo>
                  <a:cubicBezTo>
                    <a:pt x="2571" y="3195"/>
                    <a:pt x="5143" y="1490"/>
                    <a:pt x="7499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3" name="任意多边形: 形状 132"/>
            <p:cNvSpPr/>
            <p:nvPr/>
          </p:nvSpPr>
          <p:spPr>
            <a:xfrm>
              <a:off x="4731309" y="6536473"/>
              <a:ext cx="9427" cy="14696"/>
            </a:xfrm>
            <a:custGeom>
              <a:avLst/>
              <a:gdLst>
                <a:gd name="connsiteX0" fmla="*/ 7714 w 9427"/>
                <a:gd name="connsiteY0" fmla="*/ 0 h 14696"/>
                <a:gd name="connsiteX1" fmla="*/ 9428 w 9427"/>
                <a:gd name="connsiteY1" fmla="*/ 8733 h 14696"/>
                <a:gd name="connsiteX2" fmla="*/ 1714 w 9427"/>
                <a:gd name="connsiteY2" fmla="*/ 14697 h 14696"/>
                <a:gd name="connsiteX3" fmla="*/ 1071 w 9427"/>
                <a:gd name="connsiteY3" fmla="*/ 11502 h 14696"/>
                <a:gd name="connsiteX4" fmla="*/ 0 w 9427"/>
                <a:gd name="connsiteY4" fmla="*/ 5964 h 14696"/>
                <a:gd name="connsiteX5" fmla="*/ 7714 w 9427"/>
                <a:gd name="connsiteY5" fmla="*/ 0 h 14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27" h="14696">
                  <a:moveTo>
                    <a:pt x="7714" y="0"/>
                  </a:moveTo>
                  <a:cubicBezTo>
                    <a:pt x="8357" y="2982"/>
                    <a:pt x="8785" y="5751"/>
                    <a:pt x="9428" y="8733"/>
                  </a:cubicBezTo>
                  <a:cubicBezTo>
                    <a:pt x="6857" y="10650"/>
                    <a:pt x="4285" y="12780"/>
                    <a:pt x="1714" y="14697"/>
                  </a:cubicBezTo>
                  <a:cubicBezTo>
                    <a:pt x="1500" y="13632"/>
                    <a:pt x="1286" y="12567"/>
                    <a:pt x="1071" y="11502"/>
                  </a:cubicBezTo>
                  <a:cubicBezTo>
                    <a:pt x="643" y="9585"/>
                    <a:pt x="429" y="7881"/>
                    <a:pt x="0" y="5964"/>
                  </a:cubicBezTo>
                  <a:cubicBezTo>
                    <a:pt x="2571" y="4047"/>
                    <a:pt x="5143" y="2130"/>
                    <a:pt x="7714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4" name="任意多边形: 形状 133"/>
            <p:cNvSpPr/>
            <p:nvPr/>
          </p:nvSpPr>
          <p:spPr>
            <a:xfrm>
              <a:off x="4731095" y="6536260"/>
              <a:ext cx="7874" cy="6177"/>
            </a:xfrm>
            <a:custGeom>
              <a:avLst/>
              <a:gdLst>
                <a:gd name="connsiteX0" fmla="*/ 7714 w 7874"/>
                <a:gd name="connsiteY0" fmla="*/ 0 h 6177"/>
                <a:gd name="connsiteX1" fmla="*/ 0 w 7874"/>
                <a:gd name="connsiteY1" fmla="*/ 6177 h 6177"/>
                <a:gd name="connsiteX2" fmla="*/ 0 w 7874"/>
                <a:gd name="connsiteY2" fmla="*/ 6177 h 6177"/>
                <a:gd name="connsiteX3" fmla="*/ 7714 w 7874"/>
                <a:gd name="connsiteY3" fmla="*/ 213 h 6177"/>
                <a:gd name="connsiteX4" fmla="*/ 7714 w 7874"/>
                <a:gd name="connsiteY4" fmla="*/ 0 h 6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74" h="6177">
                  <a:moveTo>
                    <a:pt x="7714" y="0"/>
                  </a:moveTo>
                  <a:cubicBezTo>
                    <a:pt x="5142" y="2130"/>
                    <a:pt x="2571" y="4047"/>
                    <a:pt x="0" y="6177"/>
                  </a:cubicBezTo>
                  <a:cubicBezTo>
                    <a:pt x="0" y="6177"/>
                    <a:pt x="0" y="6177"/>
                    <a:pt x="0" y="6177"/>
                  </a:cubicBezTo>
                  <a:cubicBezTo>
                    <a:pt x="2571" y="4260"/>
                    <a:pt x="5142" y="2343"/>
                    <a:pt x="7714" y="213"/>
                  </a:cubicBezTo>
                  <a:cubicBezTo>
                    <a:pt x="7928" y="213"/>
                    <a:pt x="7928" y="0"/>
                    <a:pt x="7714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5" name="任意多边形: 形状 134"/>
            <p:cNvSpPr/>
            <p:nvPr/>
          </p:nvSpPr>
          <p:spPr>
            <a:xfrm>
              <a:off x="4731309" y="6535621"/>
              <a:ext cx="7713" cy="6816"/>
            </a:xfrm>
            <a:custGeom>
              <a:avLst/>
              <a:gdLst>
                <a:gd name="connsiteX0" fmla="*/ 7500 w 7713"/>
                <a:gd name="connsiteY0" fmla="*/ 0 h 6816"/>
                <a:gd name="connsiteX1" fmla="*/ 7714 w 7713"/>
                <a:gd name="connsiteY1" fmla="*/ 639 h 6816"/>
                <a:gd name="connsiteX2" fmla="*/ 214 w 7713"/>
                <a:gd name="connsiteY2" fmla="*/ 6816 h 6816"/>
                <a:gd name="connsiteX3" fmla="*/ 0 w 7713"/>
                <a:gd name="connsiteY3" fmla="*/ 5964 h 6816"/>
                <a:gd name="connsiteX4" fmla="*/ 7500 w 7713"/>
                <a:gd name="connsiteY4" fmla="*/ 0 h 6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13" h="6816">
                  <a:moveTo>
                    <a:pt x="7500" y="0"/>
                  </a:moveTo>
                  <a:cubicBezTo>
                    <a:pt x="7500" y="213"/>
                    <a:pt x="7500" y="426"/>
                    <a:pt x="7714" y="639"/>
                  </a:cubicBezTo>
                  <a:cubicBezTo>
                    <a:pt x="5143" y="2769"/>
                    <a:pt x="2571" y="4686"/>
                    <a:pt x="214" y="6816"/>
                  </a:cubicBezTo>
                  <a:cubicBezTo>
                    <a:pt x="214" y="6390"/>
                    <a:pt x="0" y="6177"/>
                    <a:pt x="0" y="5964"/>
                  </a:cubicBezTo>
                  <a:cubicBezTo>
                    <a:pt x="2357" y="4047"/>
                    <a:pt x="4928" y="1917"/>
                    <a:pt x="7500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6" name="任意多边形: 形状 135"/>
            <p:cNvSpPr/>
            <p:nvPr/>
          </p:nvSpPr>
          <p:spPr>
            <a:xfrm>
              <a:off x="4729167" y="6526249"/>
              <a:ext cx="7713" cy="6390"/>
            </a:xfrm>
            <a:custGeom>
              <a:avLst/>
              <a:gdLst>
                <a:gd name="connsiteX0" fmla="*/ 7714 w 7713"/>
                <a:gd name="connsiteY0" fmla="*/ 0 h 6390"/>
                <a:gd name="connsiteX1" fmla="*/ 7714 w 7713"/>
                <a:gd name="connsiteY1" fmla="*/ 213 h 6390"/>
                <a:gd name="connsiteX2" fmla="*/ 214 w 7713"/>
                <a:gd name="connsiteY2" fmla="*/ 6390 h 6390"/>
                <a:gd name="connsiteX3" fmla="*/ 0 w 7713"/>
                <a:gd name="connsiteY3" fmla="*/ 5751 h 6390"/>
                <a:gd name="connsiteX4" fmla="*/ 7714 w 7713"/>
                <a:gd name="connsiteY4" fmla="*/ 0 h 6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13" h="6390">
                  <a:moveTo>
                    <a:pt x="7714" y="0"/>
                  </a:moveTo>
                  <a:cubicBezTo>
                    <a:pt x="7714" y="0"/>
                    <a:pt x="7714" y="213"/>
                    <a:pt x="7714" y="213"/>
                  </a:cubicBezTo>
                  <a:cubicBezTo>
                    <a:pt x="5142" y="2343"/>
                    <a:pt x="2571" y="4473"/>
                    <a:pt x="214" y="6390"/>
                  </a:cubicBezTo>
                  <a:cubicBezTo>
                    <a:pt x="214" y="6177"/>
                    <a:pt x="214" y="5964"/>
                    <a:pt x="0" y="5751"/>
                  </a:cubicBezTo>
                  <a:cubicBezTo>
                    <a:pt x="2785" y="3834"/>
                    <a:pt x="5142" y="1917"/>
                    <a:pt x="7714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7" name="任意多边形: 形状 136"/>
            <p:cNvSpPr/>
            <p:nvPr/>
          </p:nvSpPr>
          <p:spPr>
            <a:xfrm>
              <a:off x="4625459" y="6320067"/>
              <a:ext cx="14999" cy="9797"/>
            </a:xfrm>
            <a:custGeom>
              <a:avLst/>
              <a:gdLst>
                <a:gd name="connsiteX0" fmla="*/ 10499 w 14999"/>
                <a:gd name="connsiteY0" fmla="*/ 852 h 9797"/>
                <a:gd name="connsiteX1" fmla="*/ 14999 w 14999"/>
                <a:gd name="connsiteY1" fmla="*/ 9798 h 9797"/>
                <a:gd name="connsiteX2" fmla="*/ 13713 w 14999"/>
                <a:gd name="connsiteY2" fmla="*/ 9798 h 9797"/>
                <a:gd name="connsiteX3" fmla="*/ 4286 w 14999"/>
                <a:gd name="connsiteY3" fmla="*/ 8094 h 9797"/>
                <a:gd name="connsiteX4" fmla="*/ 0 w 14999"/>
                <a:gd name="connsiteY4" fmla="*/ 0 h 9797"/>
                <a:gd name="connsiteX5" fmla="*/ 10499 w 14999"/>
                <a:gd name="connsiteY5" fmla="*/ 852 h 9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999" h="9797">
                  <a:moveTo>
                    <a:pt x="10499" y="852"/>
                  </a:moveTo>
                  <a:cubicBezTo>
                    <a:pt x="11999" y="3834"/>
                    <a:pt x="13499" y="6603"/>
                    <a:pt x="14999" y="9798"/>
                  </a:cubicBezTo>
                  <a:cubicBezTo>
                    <a:pt x="14571" y="9798"/>
                    <a:pt x="14142" y="9798"/>
                    <a:pt x="13713" y="9798"/>
                  </a:cubicBezTo>
                  <a:cubicBezTo>
                    <a:pt x="10499" y="9372"/>
                    <a:pt x="7500" y="8733"/>
                    <a:pt x="4286" y="8094"/>
                  </a:cubicBezTo>
                  <a:cubicBezTo>
                    <a:pt x="2786" y="5538"/>
                    <a:pt x="1500" y="2769"/>
                    <a:pt x="0" y="0"/>
                  </a:cubicBezTo>
                  <a:cubicBezTo>
                    <a:pt x="3428" y="426"/>
                    <a:pt x="6642" y="639"/>
                    <a:pt x="10499" y="852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8" name="任意多边形: 形状 137"/>
            <p:cNvSpPr/>
            <p:nvPr/>
          </p:nvSpPr>
          <p:spPr>
            <a:xfrm>
              <a:off x="4640459" y="6349461"/>
              <a:ext cx="20998" cy="25346"/>
            </a:xfrm>
            <a:custGeom>
              <a:avLst/>
              <a:gdLst>
                <a:gd name="connsiteX0" fmla="*/ 14356 w 20998"/>
                <a:gd name="connsiteY0" fmla="*/ 10223 h 25346"/>
                <a:gd name="connsiteX1" fmla="*/ 20998 w 20998"/>
                <a:gd name="connsiteY1" fmla="*/ 25347 h 25346"/>
                <a:gd name="connsiteX2" fmla="*/ 5357 w 20998"/>
                <a:gd name="connsiteY2" fmla="*/ 11502 h 25346"/>
                <a:gd name="connsiteX3" fmla="*/ 0 w 20998"/>
                <a:gd name="connsiteY3" fmla="*/ 0 h 25346"/>
                <a:gd name="connsiteX4" fmla="*/ 7285 w 20998"/>
                <a:gd name="connsiteY4" fmla="*/ 3195 h 25346"/>
                <a:gd name="connsiteX5" fmla="*/ 14356 w 20998"/>
                <a:gd name="connsiteY5" fmla="*/ 10223 h 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998" h="25346">
                  <a:moveTo>
                    <a:pt x="14356" y="10223"/>
                  </a:moveTo>
                  <a:cubicBezTo>
                    <a:pt x="16499" y="15123"/>
                    <a:pt x="18856" y="20022"/>
                    <a:pt x="20998" y="25347"/>
                  </a:cubicBezTo>
                  <a:cubicBezTo>
                    <a:pt x="15856" y="20234"/>
                    <a:pt x="10714" y="15548"/>
                    <a:pt x="5357" y="11502"/>
                  </a:cubicBezTo>
                  <a:cubicBezTo>
                    <a:pt x="3643" y="7455"/>
                    <a:pt x="1714" y="3834"/>
                    <a:pt x="0" y="0"/>
                  </a:cubicBezTo>
                  <a:cubicBezTo>
                    <a:pt x="2357" y="1065"/>
                    <a:pt x="4928" y="2130"/>
                    <a:pt x="7285" y="3195"/>
                  </a:cubicBezTo>
                  <a:cubicBezTo>
                    <a:pt x="9642" y="5537"/>
                    <a:pt x="11785" y="7881"/>
                    <a:pt x="14356" y="10223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9" name="任意多边形: 形状 138"/>
            <p:cNvSpPr/>
            <p:nvPr/>
          </p:nvSpPr>
          <p:spPr>
            <a:xfrm>
              <a:off x="4729595" y="6526462"/>
              <a:ext cx="7713" cy="6602"/>
            </a:xfrm>
            <a:custGeom>
              <a:avLst/>
              <a:gdLst>
                <a:gd name="connsiteX0" fmla="*/ 7500 w 7713"/>
                <a:gd name="connsiteY0" fmla="*/ 0 h 6602"/>
                <a:gd name="connsiteX1" fmla="*/ 7714 w 7713"/>
                <a:gd name="connsiteY1" fmla="*/ 639 h 6602"/>
                <a:gd name="connsiteX2" fmla="*/ 0 w 7713"/>
                <a:gd name="connsiteY2" fmla="*/ 6603 h 6602"/>
                <a:gd name="connsiteX3" fmla="*/ 0 w 7713"/>
                <a:gd name="connsiteY3" fmla="*/ 6177 h 6602"/>
                <a:gd name="connsiteX4" fmla="*/ 7500 w 7713"/>
                <a:gd name="connsiteY4" fmla="*/ 0 h 6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13" h="6602">
                  <a:moveTo>
                    <a:pt x="7500" y="0"/>
                  </a:moveTo>
                  <a:cubicBezTo>
                    <a:pt x="7500" y="213"/>
                    <a:pt x="7714" y="426"/>
                    <a:pt x="7714" y="639"/>
                  </a:cubicBezTo>
                  <a:cubicBezTo>
                    <a:pt x="5143" y="2769"/>
                    <a:pt x="2571" y="4686"/>
                    <a:pt x="0" y="6603"/>
                  </a:cubicBezTo>
                  <a:cubicBezTo>
                    <a:pt x="0" y="6390"/>
                    <a:pt x="0" y="6390"/>
                    <a:pt x="0" y="6177"/>
                  </a:cubicBezTo>
                  <a:cubicBezTo>
                    <a:pt x="2357" y="4260"/>
                    <a:pt x="4928" y="2130"/>
                    <a:pt x="7500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0" name="任意多边形: 形状 139"/>
            <p:cNvSpPr/>
            <p:nvPr/>
          </p:nvSpPr>
          <p:spPr>
            <a:xfrm>
              <a:off x="5122353" y="6252973"/>
              <a:ext cx="8142" cy="7028"/>
            </a:xfrm>
            <a:custGeom>
              <a:avLst/>
              <a:gdLst>
                <a:gd name="connsiteX0" fmla="*/ 7285 w 8142"/>
                <a:gd name="connsiteY0" fmla="*/ 0 h 7028"/>
                <a:gd name="connsiteX1" fmla="*/ 8142 w 8142"/>
                <a:gd name="connsiteY1" fmla="*/ 2130 h 7028"/>
                <a:gd name="connsiteX2" fmla="*/ 643 w 8142"/>
                <a:gd name="connsiteY2" fmla="*/ 7029 h 7028"/>
                <a:gd name="connsiteX3" fmla="*/ 0 w 8142"/>
                <a:gd name="connsiteY3" fmla="*/ 5112 h 7028"/>
                <a:gd name="connsiteX4" fmla="*/ 7285 w 8142"/>
                <a:gd name="connsiteY4" fmla="*/ 0 h 7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2" h="7028">
                  <a:moveTo>
                    <a:pt x="7285" y="0"/>
                  </a:moveTo>
                  <a:cubicBezTo>
                    <a:pt x="7500" y="639"/>
                    <a:pt x="7928" y="1491"/>
                    <a:pt x="8142" y="2130"/>
                  </a:cubicBezTo>
                  <a:cubicBezTo>
                    <a:pt x="5571" y="3834"/>
                    <a:pt x="3000" y="5325"/>
                    <a:pt x="643" y="7029"/>
                  </a:cubicBezTo>
                  <a:cubicBezTo>
                    <a:pt x="429" y="6390"/>
                    <a:pt x="214" y="5751"/>
                    <a:pt x="0" y="5112"/>
                  </a:cubicBezTo>
                  <a:cubicBezTo>
                    <a:pt x="2357" y="3408"/>
                    <a:pt x="4714" y="1704"/>
                    <a:pt x="7285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1" name="任意多边形: 形状 140"/>
            <p:cNvSpPr/>
            <p:nvPr/>
          </p:nvSpPr>
          <p:spPr>
            <a:xfrm>
              <a:off x="5119567" y="6246796"/>
              <a:ext cx="8571" cy="7455"/>
            </a:xfrm>
            <a:custGeom>
              <a:avLst/>
              <a:gdLst>
                <a:gd name="connsiteX0" fmla="*/ 7500 w 8571"/>
                <a:gd name="connsiteY0" fmla="*/ 0 h 7455"/>
                <a:gd name="connsiteX1" fmla="*/ 8571 w 8571"/>
                <a:gd name="connsiteY1" fmla="*/ 2769 h 7455"/>
                <a:gd name="connsiteX2" fmla="*/ 1071 w 8571"/>
                <a:gd name="connsiteY2" fmla="*/ 7455 h 7455"/>
                <a:gd name="connsiteX3" fmla="*/ 0 w 8571"/>
                <a:gd name="connsiteY3" fmla="*/ 4686 h 7455"/>
                <a:gd name="connsiteX4" fmla="*/ 7500 w 8571"/>
                <a:gd name="connsiteY4" fmla="*/ 0 h 7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1" h="7455">
                  <a:moveTo>
                    <a:pt x="7500" y="0"/>
                  </a:moveTo>
                  <a:cubicBezTo>
                    <a:pt x="7928" y="1065"/>
                    <a:pt x="8142" y="1917"/>
                    <a:pt x="8571" y="2769"/>
                  </a:cubicBezTo>
                  <a:cubicBezTo>
                    <a:pt x="6000" y="4473"/>
                    <a:pt x="3643" y="5964"/>
                    <a:pt x="1071" y="7455"/>
                  </a:cubicBezTo>
                  <a:cubicBezTo>
                    <a:pt x="643" y="6603"/>
                    <a:pt x="214" y="5538"/>
                    <a:pt x="0" y="4686"/>
                  </a:cubicBezTo>
                  <a:cubicBezTo>
                    <a:pt x="2571" y="3195"/>
                    <a:pt x="5143" y="1491"/>
                    <a:pt x="7500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2" name="任意多边形: 形状 141"/>
            <p:cNvSpPr/>
            <p:nvPr/>
          </p:nvSpPr>
          <p:spPr>
            <a:xfrm>
              <a:off x="5120853" y="6249565"/>
              <a:ext cx="8784" cy="8519"/>
            </a:xfrm>
            <a:custGeom>
              <a:avLst/>
              <a:gdLst>
                <a:gd name="connsiteX0" fmla="*/ 7499 w 8784"/>
                <a:gd name="connsiteY0" fmla="*/ 0 h 8519"/>
                <a:gd name="connsiteX1" fmla="*/ 8785 w 8784"/>
                <a:gd name="connsiteY1" fmla="*/ 3408 h 8519"/>
                <a:gd name="connsiteX2" fmla="*/ 1286 w 8784"/>
                <a:gd name="connsiteY2" fmla="*/ 8520 h 8519"/>
                <a:gd name="connsiteX3" fmla="*/ 0 w 8784"/>
                <a:gd name="connsiteY3" fmla="*/ 4686 h 8519"/>
                <a:gd name="connsiteX4" fmla="*/ 7499 w 8784"/>
                <a:gd name="connsiteY4" fmla="*/ 0 h 8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84" h="8519">
                  <a:moveTo>
                    <a:pt x="7499" y="0"/>
                  </a:moveTo>
                  <a:cubicBezTo>
                    <a:pt x="7928" y="1065"/>
                    <a:pt x="8357" y="2343"/>
                    <a:pt x="8785" y="3408"/>
                  </a:cubicBezTo>
                  <a:cubicBezTo>
                    <a:pt x="6428" y="5112"/>
                    <a:pt x="3857" y="6816"/>
                    <a:pt x="1286" y="8520"/>
                  </a:cubicBezTo>
                  <a:cubicBezTo>
                    <a:pt x="857" y="7242"/>
                    <a:pt x="428" y="5964"/>
                    <a:pt x="0" y="4686"/>
                  </a:cubicBezTo>
                  <a:cubicBezTo>
                    <a:pt x="2357" y="3195"/>
                    <a:pt x="4928" y="1491"/>
                    <a:pt x="7499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3" name="任意多边形: 形状 142"/>
            <p:cNvSpPr/>
            <p:nvPr/>
          </p:nvSpPr>
          <p:spPr>
            <a:xfrm>
              <a:off x="4729381" y="6527101"/>
              <a:ext cx="8785" cy="11075"/>
            </a:xfrm>
            <a:custGeom>
              <a:avLst/>
              <a:gdLst>
                <a:gd name="connsiteX0" fmla="*/ 7714 w 8785"/>
                <a:gd name="connsiteY0" fmla="*/ 0 h 11075"/>
                <a:gd name="connsiteX1" fmla="*/ 8785 w 8785"/>
                <a:gd name="connsiteY1" fmla="*/ 5112 h 11075"/>
                <a:gd name="connsiteX2" fmla="*/ 1071 w 8785"/>
                <a:gd name="connsiteY2" fmla="*/ 11076 h 11075"/>
                <a:gd name="connsiteX3" fmla="*/ 0 w 8785"/>
                <a:gd name="connsiteY3" fmla="*/ 5964 h 11075"/>
                <a:gd name="connsiteX4" fmla="*/ 7714 w 8785"/>
                <a:gd name="connsiteY4" fmla="*/ 0 h 1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85" h="11075">
                  <a:moveTo>
                    <a:pt x="7714" y="0"/>
                  </a:moveTo>
                  <a:cubicBezTo>
                    <a:pt x="8142" y="1704"/>
                    <a:pt x="8357" y="3408"/>
                    <a:pt x="8785" y="5112"/>
                  </a:cubicBezTo>
                  <a:cubicBezTo>
                    <a:pt x="6214" y="7242"/>
                    <a:pt x="3643" y="9159"/>
                    <a:pt x="1071" y="11076"/>
                  </a:cubicBezTo>
                  <a:cubicBezTo>
                    <a:pt x="643" y="9372"/>
                    <a:pt x="429" y="7668"/>
                    <a:pt x="0" y="5964"/>
                  </a:cubicBezTo>
                  <a:cubicBezTo>
                    <a:pt x="2786" y="4047"/>
                    <a:pt x="5143" y="2130"/>
                    <a:pt x="7714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4" name="任意多边形: 形状 143"/>
            <p:cNvSpPr/>
            <p:nvPr/>
          </p:nvSpPr>
          <p:spPr>
            <a:xfrm>
              <a:off x="4730452" y="6532213"/>
              <a:ext cx="8356" cy="9371"/>
            </a:xfrm>
            <a:custGeom>
              <a:avLst/>
              <a:gdLst>
                <a:gd name="connsiteX0" fmla="*/ 7714 w 8356"/>
                <a:gd name="connsiteY0" fmla="*/ 0 h 9371"/>
                <a:gd name="connsiteX1" fmla="*/ 8357 w 8356"/>
                <a:gd name="connsiteY1" fmla="*/ 3408 h 9371"/>
                <a:gd name="connsiteX2" fmla="*/ 643 w 8356"/>
                <a:gd name="connsiteY2" fmla="*/ 9372 h 9371"/>
                <a:gd name="connsiteX3" fmla="*/ 0 w 8356"/>
                <a:gd name="connsiteY3" fmla="*/ 5964 h 9371"/>
                <a:gd name="connsiteX4" fmla="*/ 7714 w 8356"/>
                <a:gd name="connsiteY4" fmla="*/ 0 h 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6" h="9371">
                  <a:moveTo>
                    <a:pt x="7714" y="0"/>
                  </a:moveTo>
                  <a:cubicBezTo>
                    <a:pt x="7928" y="1065"/>
                    <a:pt x="8142" y="2130"/>
                    <a:pt x="8357" y="3408"/>
                  </a:cubicBezTo>
                  <a:cubicBezTo>
                    <a:pt x="5785" y="5325"/>
                    <a:pt x="3214" y="7455"/>
                    <a:pt x="643" y="9372"/>
                  </a:cubicBezTo>
                  <a:cubicBezTo>
                    <a:pt x="428" y="8094"/>
                    <a:pt x="214" y="7242"/>
                    <a:pt x="0" y="5964"/>
                  </a:cubicBezTo>
                  <a:cubicBezTo>
                    <a:pt x="2571" y="4047"/>
                    <a:pt x="5142" y="2130"/>
                    <a:pt x="7714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5" name="任意多边形: 形状 144"/>
            <p:cNvSpPr/>
            <p:nvPr/>
          </p:nvSpPr>
          <p:spPr>
            <a:xfrm>
              <a:off x="5001076" y="6495577"/>
              <a:ext cx="37925" cy="33866"/>
            </a:xfrm>
            <a:custGeom>
              <a:avLst/>
              <a:gdLst>
                <a:gd name="connsiteX0" fmla="*/ 5785 w 37925"/>
                <a:gd name="connsiteY0" fmla="*/ 1704 h 33866"/>
                <a:gd name="connsiteX1" fmla="*/ 0 w 37925"/>
                <a:gd name="connsiteY1" fmla="*/ 0 h 33866"/>
                <a:gd name="connsiteX2" fmla="*/ 1286 w 37925"/>
                <a:gd name="connsiteY2" fmla="*/ 2343 h 33866"/>
                <a:gd name="connsiteX3" fmla="*/ 29784 w 37925"/>
                <a:gd name="connsiteY3" fmla="*/ 33867 h 33866"/>
                <a:gd name="connsiteX4" fmla="*/ 37926 w 37925"/>
                <a:gd name="connsiteY4" fmla="*/ 30033 h 33866"/>
                <a:gd name="connsiteX5" fmla="*/ 11142 w 37925"/>
                <a:gd name="connsiteY5" fmla="*/ 0 h 33866"/>
                <a:gd name="connsiteX6" fmla="*/ 5785 w 37925"/>
                <a:gd name="connsiteY6" fmla="*/ 1704 h 33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925" h="33866">
                  <a:moveTo>
                    <a:pt x="5785" y="1704"/>
                  </a:moveTo>
                  <a:cubicBezTo>
                    <a:pt x="3857" y="1065"/>
                    <a:pt x="1929" y="426"/>
                    <a:pt x="0" y="0"/>
                  </a:cubicBezTo>
                  <a:cubicBezTo>
                    <a:pt x="429" y="852"/>
                    <a:pt x="643" y="1704"/>
                    <a:pt x="1286" y="2343"/>
                  </a:cubicBezTo>
                  <a:cubicBezTo>
                    <a:pt x="7500" y="8307"/>
                    <a:pt x="19285" y="20874"/>
                    <a:pt x="29784" y="33867"/>
                  </a:cubicBezTo>
                  <a:cubicBezTo>
                    <a:pt x="32569" y="32589"/>
                    <a:pt x="35140" y="31311"/>
                    <a:pt x="37926" y="30033"/>
                  </a:cubicBezTo>
                  <a:cubicBezTo>
                    <a:pt x="27855" y="17253"/>
                    <a:pt x="16713" y="5538"/>
                    <a:pt x="11142" y="0"/>
                  </a:cubicBezTo>
                  <a:cubicBezTo>
                    <a:pt x="10071" y="1491"/>
                    <a:pt x="8357" y="2556"/>
                    <a:pt x="5785" y="1704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6" name="任意多边形: 形状 145"/>
            <p:cNvSpPr/>
            <p:nvPr/>
          </p:nvSpPr>
          <p:spPr>
            <a:xfrm>
              <a:off x="5118282" y="6271291"/>
              <a:ext cx="13713" cy="44090"/>
            </a:xfrm>
            <a:custGeom>
              <a:avLst/>
              <a:gdLst>
                <a:gd name="connsiteX0" fmla="*/ 4928 w 13713"/>
                <a:gd name="connsiteY0" fmla="*/ 44091 h 44090"/>
                <a:gd name="connsiteX1" fmla="*/ 13713 w 13713"/>
                <a:gd name="connsiteY1" fmla="*/ 40469 h 44090"/>
                <a:gd name="connsiteX2" fmla="*/ 7928 w 13713"/>
                <a:gd name="connsiteY2" fmla="*/ 0 h 44090"/>
                <a:gd name="connsiteX3" fmla="*/ 0 w 13713"/>
                <a:gd name="connsiteY3" fmla="*/ 5112 h 44090"/>
                <a:gd name="connsiteX4" fmla="*/ 4928 w 13713"/>
                <a:gd name="connsiteY4" fmla="*/ 44091 h 44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13" h="44090">
                  <a:moveTo>
                    <a:pt x="4928" y="44091"/>
                  </a:moveTo>
                  <a:cubicBezTo>
                    <a:pt x="7928" y="43026"/>
                    <a:pt x="10928" y="41748"/>
                    <a:pt x="13713" y="40469"/>
                  </a:cubicBezTo>
                  <a:cubicBezTo>
                    <a:pt x="13713" y="30246"/>
                    <a:pt x="12428" y="16614"/>
                    <a:pt x="7928" y="0"/>
                  </a:cubicBezTo>
                  <a:cubicBezTo>
                    <a:pt x="5357" y="1704"/>
                    <a:pt x="2786" y="3408"/>
                    <a:pt x="0" y="5112"/>
                  </a:cubicBezTo>
                  <a:cubicBezTo>
                    <a:pt x="4500" y="21726"/>
                    <a:pt x="5357" y="34719"/>
                    <a:pt x="4928" y="44091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7" name="任意多边形: 形状 146"/>
            <p:cNvSpPr/>
            <p:nvPr/>
          </p:nvSpPr>
          <p:spPr>
            <a:xfrm>
              <a:off x="5041573" y="6539668"/>
              <a:ext cx="12213" cy="11288"/>
            </a:xfrm>
            <a:custGeom>
              <a:avLst/>
              <a:gdLst>
                <a:gd name="connsiteX0" fmla="*/ 4286 w 12213"/>
                <a:gd name="connsiteY0" fmla="*/ 11289 h 11288"/>
                <a:gd name="connsiteX1" fmla="*/ 12214 w 12213"/>
                <a:gd name="connsiteY1" fmla="*/ 7881 h 11288"/>
                <a:gd name="connsiteX2" fmla="*/ 7714 w 12213"/>
                <a:gd name="connsiteY2" fmla="*/ 0 h 11288"/>
                <a:gd name="connsiteX3" fmla="*/ 0 w 12213"/>
                <a:gd name="connsiteY3" fmla="*/ 3621 h 11288"/>
                <a:gd name="connsiteX4" fmla="*/ 4286 w 12213"/>
                <a:gd name="connsiteY4" fmla="*/ 11289 h 11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3" h="11288">
                  <a:moveTo>
                    <a:pt x="4286" y="11289"/>
                  </a:moveTo>
                  <a:cubicBezTo>
                    <a:pt x="6857" y="10224"/>
                    <a:pt x="9428" y="8946"/>
                    <a:pt x="12214" y="7881"/>
                  </a:cubicBezTo>
                  <a:cubicBezTo>
                    <a:pt x="10928" y="5325"/>
                    <a:pt x="9428" y="2769"/>
                    <a:pt x="7714" y="0"/>
                  </a:cubicBezTo>
                  <a:cubicBezTo>
                    <a:pt x="5143" y="1278"/>
                    <a:pt x="2571" y="2556"/>
                    <a:pt x="0" y="3621"/>
                  </a:cubicBezTo>
                  <a:cubicBezTo>
                    <a:pt x="1500" y="6390"/>
                    <a:pt x="3000" y="8946"/>
                    <a:pt x="4286" y="11289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8" name="任意多边形: 形状 147"/>
            <p:cNvSpPr/>
            <p:nvPr/>
          </p:nvSpPr>
          <p:spPr>
            <a:xfrm>
              <a:off x="4979863" y="6645102"/>
              <a:ext cx="39639" cy="43025"/>
            </a:xfrm>
            <a:custGeom>
              <a:avLst/>
              <a:gdLst>
                <a:gd name="connsiteX0" fmla="*/ 4928 w 39639"/>
                <a:gd name="connsiteY0" fmla="*/ 43025 h 43025"/>
                <a:gd name="connsiteX1" fmla="*/ 39640 w 39639"/>
                <a:gd name="connsiteY1" fmla="*/ 7881 h 43025"/>
                <a:gd name="connsiteX2" fmla="*/ 35140 w 39639"/>
                <a:gd name="connsiteY2" fmla="*/ 5112 h 43025"/>
                <a:gd name="connsiteX3" fmla="*/ 32141 w 39639"/>
                <a:gd name="connsiteY3" fmla="*/ 0 h 43025"/>
                <a:gd name="connsiteX4" fmla="*/ 31712 w 39639"/>
                <a:gd name="connsiteY4" fmla="*/ 2768 h 43025"/>
                <a:gd name="connsiteX5" fmla="*/ 0 w 39639"/>
                <a:gd name="connsiteY5" fmla="*/ 35570 h 43025"/>
                <a:gd name="connsiteX6" fmla="*/ 4285 w 39639"/>
                <a:gd name="connsiteY6" fmla="*/ 40469 h 43025"/>
                <a:gd name="connsiteX7" fmla="*/ 4928 w 39639"/>
                <a:gd name="connsiteY7" fmla="*/ 43025 h 43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639" h="43025">
                  <a:moveTo>
                    <a:pt x="4928" y="43025"/>
                  </a:moveTo>
                  <a:cubicBezTo>
                    <a:pt x="14999" y="39830"/>
                    <a:pt x="37069" y="30033"/>
                    <a:pt x="39640" y="7881"/>
                  </a:cubicBezTo>
                  <a:cubicBezTo>
                    <a:pt x="37926" y="7881"/>
                    <a:pt x="36212" y="7242"/>
                    <a:pt x="35140" y="5112"/>
                  </a:cubicBezTo>
                  <a:cubicBezTo>
                    <a:pt x="34283" y="3408"/>
                    <a:pt x="32998" y="1704"/>
                    <a:pt x="32141" y="0"/>
                  </a:cubicBezTo>
                  <a:cubicBezTo>
                    <a:pt x="31926" y="852"/>
                    <a:pt x="31498" y="1704"/>
                    <a:pt x="31712" y="2768"/>
                  </a:cubicBezTo>
                  <a:cubicBezTo>
                    <a:pt x="32569" y="24920"/>
                    <a:pt x="7071" y="33440"/>
                    <a:pt x="0" y="35570"/>
                  </a:cubicBezTo>
                  <a:cubicBezTo>
                    <a:pt x="1500" y="37275"/>
                    <a:pt x="2785" y="38978"/>
                    <a:pt x="4285" y="40469"/>
                  </a:cubicBezTo>
                  <a:cubicBezTo>
                    <a:pt x="4928" y="41322"/>
                    <a:pt x="4714" y="42173"/>
                    <a:pt x="4928" y="43025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9" name="任意多边形: 形状 148"/>
            <p:cNvSpPr/>
            <p:nvPr/>
          </p:nvSpPr>
          <p:spPr>
            <a:xfrm>
              <a:off x="5019932" y="6563523"/>
              <a:ext cx="39866" cy="79874"/>
            </a:xfrm>
            <a:custGeom>
              <a:avLst/>
              <a:gdLst>
                <a:gd name="connsiteX0" fmla="*/ 0 w 39866"/>
                <a:gd name="connsiteY0" fmla="*/ 72207 h 79874"/>
                <a:gd name="connsiteX1" fmla="*/ 4500 w 39866"/>
                <a:gd name="connsiteY1" fmla="*/ 79874 h 79874"/>
                <a:gd name="connsiteX2" fmla="*/ 39212 w 39866"/>
                <a:gd name="connsiteY2" fmla="*/ 0 h 79874"/>
                <a:gd name="connsiteX3" fmla="*/ 30855 w 39866"/>
                <a:gd name="connsiteY3" fmla="*/ 3621 h 79874"/>
                <a:gd name="connsiteX4" fmla="*/ 0 w 39866"/>
                <a:gd name="connsiteY4" fmla="*/ 72207 h 79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866" h="79874">
                  <a:moveTo>
                    <a:pt x="0" y="72207"/>
                  </a:moveTo>
                  <a:cubicBezTo>
                    <a:pt x="1500" y="74762"/>
                    <a:pt x="3214" y="77318"/>
                    <a:pt x="4500" y="79874"/>
                  </a:cubicBezTo>
                  <a:cubicBezTo>
                    <a:pt x="15642" y="68372"/>
                    <a:pt x="44568" y="34932"/>
                    <a:pt x="39212" y="0"/>
                  </a:cubicBezTo>
                  <a:cubicBezTo>
                    <a:pt x="36426" y="1278"/>
                    <a:pt x="33641" y="2343"/>
                    <a:pt x="30855" y="3621"/>
                  </a:cubicBezTo>
                  <a:cubicBezTo>
                    <a:pt x="33855" y="32376"/>
                    <a:pt x="10928" y="60704"/>
                    <a:pt x="0" y="72207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0" name="任意多边形: 形状 149"/>
            <p:cNvSpPr/>
            <p:nvPr/>
          </p:nvSpPr>
          <p:spPr>
            <a:xfrm>
              <a:off x="4741808" y="6545206"/>
              <a:ext cx="57424" cy="143773"/>
            </a:xfrm>
            <a:custGeom>
              <a:avLst/>
              <a:gdLst>
                <a:gd name="connsiteX0" fmla="*/ 7714 w 57424"/>
                <a:gd name="connsiteY0" fmla="*/ 0 h 143773"/>
                <a:gd name="connsiteX1" fmla="*/ 0 w 57424"/>
                <a:gd name="connsiteY1" fmla="*/ 5964 h 143773"/>
                <a:gd name="connsiteX2" fmla="*/ 50139 w 57424"/>
                <a:gd name="connsiteY2" fmla="*/ 143773 h 143773"/>
                <a:gd name="connsiteX3" fmla="*/ 57424 w 57424"/>
                <a:gd name="connsiteY3" fmla="*/ 139087 h 143773"/>
                <a:gd name="connsiteX4" fmla="*/ 7714 w 57424"/>
                <a:gd name="connsiteY4" fmla="*/ 0 h 14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424" h="143773">
                  <a:moveTo>
                    <a:pt x="7714" y="0"/>
                  </a:moveTo>
                  <a:cubicBezTo>
                    <a:pt x="5142" y="1917"/>
                    <a:pt x="2571" y="3834"/>
                    <a:pt x="0" y="5964"/>
                  </a:cubicBezTo>
                  <a:cubicBezTo>
                    <a:pt x="11785" y="69437"/>
                    <a:pt x="30641" y="113314"/>
                    <a:pt x="50139" y="143773"/>
                  </a:cubicBezTo>
                  <a:cubicBezTo>
                    <a:pt x="52496" y="142069"/>
                    <a:pt x="55067" y="140579"/>
                    <a:pt x="57424" y="139087"/>
                  </a:cubicBezTo>
                  <a:cubicBezTo>
                    <a:pt x="30212" y="96488"/>
                    <a:pt x="15428" y="44090"/>
                    <a:pt x="7714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1" name="任意多边形: 形状 150"/>
            <p:cNvSpPr/>
            <p:nvPr/>
          </p:nvSpPr>
          <p:spPr>
            <a:xfrm>
              <a:off x="4925010" y="6688127"/>
              <a:ext cx="52710" cy="55379"/>
            </a:xfrm>
            <a:custGeom>
              <a:avLst/>
              <a:gdLst>
                <a:gd name="connsiteX0" fmla="*/ 46068 w 52710"/>
                <a:gd name="connsiteY0" fmla="*/ 0 h 55379"/>
                <a:gd name="connsiteX1" fmla="*/ 0 w 52710"/>
                <a:gd name="connsiteY1" fmla="*/ 48777 h 55379"/>
                <a:gd name="connsiteX2" fmla="*/ 5571 w 52710"/>
                <a:gd name="connsiteY2" fmla="*/ 54102 h 55379"/>
                <a:gd name="connsiteX3" fmla="*/ 6214 w 52710"/>
                <a:gd name="connsiteY3" fmla="*/ 55380 h 55379"/>
                <a:gd name="connsiteX4" fmla="*/ 52710 w 52710"/>
                <a:gd name="connsiteY4" fmla="*/ 6603 h 55379"/>
                <a:gd name="connsiteX5" fmla="*/ 50568 w 52710"/>
                <a:gd name="connsiteY5" fmla="*/ 5538 h 55379"/>
                <a:gd name="connsiteX6" fmla="*/ 46068 w 52710"/>
                <a:gd name="connsiteY6" fmla="*/ 0 h 55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710" h="55379">
                  <a:moveTo>
                    <a:pt x="46068" y="0"/>
                  </a:moveTo>
                  <a:cubicBezTo>
                    <a:pt x="37069" y="25560"/>
                    <a:pt x="16499" y="40469"/>
                    <a:pt x="0" y="48777"/>
                  </a:cubicBezTo>
                  <a:cubicBezTo>
                    <a:pt x="1928" y="50480"/>
                    <a:pt x="3643" y="52397"/>
                    <a:pt x="5571" y="54102"/>
                  </a:cubicBezTo>
                  <a:cubicBezTo>
                    <a:pt x="6000" y="54527"/>
                    <a:pt x="6000" y="54953"/>
                    <a:pt x="6214" y="55380"/>
                  </a:cubicBezTo>
                  <a:cubicBezTo>
                    <a:pt x="25498" y="45155"/>
                    <a:pt x="43497" y="29181"/>
                    <a:pt x="52710" y="6603"/>
                  </a:cubicBezTo>
                  <a:cubicBezTo>
                    <a:pt x="52068" y="6390"/>
                    <a:pt x="51211" y="6390"/>
                    <a:pt x="50568" y="5538"/>
                  </a:cubicBezTo>
                  <a:cubicBezTo>
                    <a:pt x="49068" y="3621"/>
                    <a:pt x="47568" y="1917"/>
                    <a:pt x="46068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2" name="任意多边形: 形状 151"/>
            <p:cNvSpPr/>
            <p:nvPr/>
          </p:nvSpPr>
          <p:spPr>
            <a:xfrm>
              <a:off x="5116139" y="6339024"/>
              <a:ext cx="20279" cy="61130"/>
            </a:xfrm>
            <a:custGeom>
              <a:avLst/>
              <a:gdLst>
                <a:gd name="connsiteX0" fmla="*/ 857 w 20279"/>
                <a:gd name="connsiteY0" fmla="*/ 58788 h 61130"/>
                <a:gd name="connsiteX1" fmla="*/ 0 w 20279"/>
                <a:gd name="connsiteY1" fmla="*/ 61131 h 61130"/>
                <a:gd name="connsiteX2" fmla="*/ 4928 w 20279"/>
                <a:gd name="connsiteY2" fmla="*/ 58788 h 61130"/>
                <a:gd name="connsiteX3" fmla="*/ 10499 w 20279"/>
                <a:gd name="connsiteY3" fmla="*/ 59427 h 61130"/>
                <a:gd name="connsiteX4" fmla="*/ 15213 w 20279"/>
                <a:gd name="connsiteY4" fmla="*/ 0 h 61130"/>
                <a:gd name="connsiteX5" fmla="*/ 7285 w 20279"/>
                <a:gd name="connsiteY5" fmla="*/ 3408 h 61130"/>
                <a:gd name="connsiteX6" fmla="*/ 857 w 20279"/>
                <a:gd name="connsiteY6" fmla="*/ 58788 h 61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279" h="61130">
                  <a:moveTo>
                    <a:pt x="857" y="58788"/>
                  </a:moveTo>
                  <a:cubicBezTo>
                    <a:pt x="428" y="59427"/>
                    <a:pt x="428" y="60492"/>
                    <a:pt x="0" y="61131"/>
                  </a:cubicBezTo>
                  <a:cubicBezTo>
                    <a:pt x="1714" y="60279"/>
                    <a:pt x="3428" y="59640"/>
                    <a:pt x="4928" y="58788"/>
                  </a:cubicBezTo>
                  <a:cubicBezTo>
                    <a:pt x="7071" y="57723"/>
                    <a:pt x="8999" y="58362"/>
                    <a:pt x="10499" y="59427"/>
                  </a:cubicBezTo>
                  <a:cubicBezTo>
                    <a:pt x="16070" y="50055"/>
                    <a:pt x="26569" y="26625"/>
                    <a:pt x="15213" y="0"/>
                  </a:cubicBezTo>
                  <a:cubicBezTo>
                    <a:pt x="12642" y="1279"/>
                    <a:pt x="9856" y="2343"/>
                    <a:pt x="7285" y="3408"/>
                  </a:cubicBezTo>
                  <a:cubicBezTo>
                    <a:pt x="19713" y="32589"/>
                    <a:pt x="1714" y="57510"/>
                    <a:pt x="857" y="58788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3" name="任意多边形: 形状 152"/>
            <p:cNvSpPr/>
            <p:nvPr/>
          </p:nvSpPr>
          <p:spPr>
            <a:xfrm>
              <a:off x="4801804" y="6698564"/>
              <a:ext cx="118919" cy="60034"/>
            </a:xfrm>
            <a:custGeom>
              <a:avLst/>
              <a:gdLst>
                <a:gd name="connsiteX0" fmla="*/ 63853 w 118919"/>
                <a:gd name="connsiteY0" fmla="*/ 49629 h 60034"/>
                <a:gd name="connsiteX1" fmla="*/ 7285 w 118919"/>
                <a:gd name="connsiteY1" fmla="*/ 0 h 60034"/>
                <a:gd name="connsiteX2" fmla="*/ 0 w 118919"/>
                <a:gd name="connsiteY2" fmla="*/ 4686 h 60034"/>
                <a:gd name="connsiteX3" fmla="*/ 60853 w 118919"/>
                <a:gd name="connsiteY3" fmla="*/ 57723 h 60034"/>
                <a:gd name="connsiteX4" fmla="*/ 118920 w 118919"/>
                <a:gd name="connsiteY4" fmla="*/ 49841 h 60034"/>
                <a:gd name="connsiteX5" fmla="*/ 112063 w 118919"/>
                <a:gd name="connsiteY5" fmla="*/ 43239 h 60034"/>
                <a:gd name="connsiteX6" fmla="*/ 63853 w 118919"/>
                <a:gd name="connsiteY6" fmla="*/ 49629 h 6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8919" h="60034">
                  <a:moveTo>
                    <a:pt x="63853" y="49629"/>
                  </a:moveTo>
                  <a:cubicBezTo>
                    <a:pt x="41140" y="37488"/>
                    <a:pt x="22498" y="20235"/>
                    <a:pt x="7285" y="0"/>
                  </a:cubicBezTo>
                  <a:cubicBezTo>
                    <a:pt x="4928" y="1491"/>
                    <a:pt x="2357" y="3195"/>
                    <a:pt x="0" y="4686"/>
                  </a:cubicBezTo>
                  <a:cubicBezTo>
                    <a:pt x="26355" y="40044"/>
                    <a:pt x="51853" y="53037"/>
                    <a:pt x="60853" y="57723"/>
                  </a:cubicBezTo>
                  <a:cubicBezTo>
                    <a:pt x="69423" y="62196"/>
                    <a:pt x="94065" y="60491"/>
                    <a:pt x="118920" y="49841"/>
                  </a:cubicBezTo>
                  <a:cubicBezTo>
                    <a:pt x="116563" y="47712"/>
                    <a:pt x="114420" y="45582"/>
                    <a:pt x="112063" y="43239"/>
                  </a:cubicBezTo>
                  <a:cubicBezTo>
                    <a:pt x="88922" y="52398"/>
                    <a:pt x="69423" y="52610"/>
                    <a:pt x="63853" y="49629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4" name="任意多边形: 形状 153"/>
            <p:cNvSpPr/>
            <p:nvPr/>
          </p:nvSpPr>
          <p:spPr>
            <a:xfrm>
              <a:off x="5004076" y="6409526"/>
              <a:ext cx="119348" cy="82811"/>
            </a:xfrm>
            <a:custGeom>
              <a:avLst/>
              <a:gdLst>
                <a:gd name="connsiteX0" fmla="*/ 80352 w 119348"/>
                <a:gd name="connsiteY0" fmla="*/ 67094 h 82811"/>
                <a:gd name="connsiteX1" fmla="*/ 4928 w 119348"/>
                <a:gd name="connsiteY1" fmla="*/ 73697 h 82811"/>
                <a:gd name="connsiteX2" fmla="*/ 0 w 119348"/>
                <a:gd name="connsiteY2" fmla="*/ 74975 h 82811"/>
                <a:gd name="connsiteX3" fmla="*/ 6000 w 119348"/>
                <a:gd name="connsiteY3" fmla="*/ 76892 h 82811"/>
                <a:gd name="connsiteX4" fmla="*/ 9642 w 119348"/>
                <a:gd name="connsiteY4" fmla="*/ 82643 h 82811"/>
                <a:gd name="connsiteX5" fmla="*/ 82708 w 119348"/>
                <a:gd name="connsiteY5" fmla="*/ 75614 h 82811"/>
                <a:gd name="connsiteX6" fmla="*/ 119349 w 119348"/>
                <a:gd name="connsiteY6" fmla="*/ 0 h 82811"/>
                <a:gd name="connsiteX7" fmla="*/ 110564 w 119348"/>
                <a:gd name="connsiteY7" fmla="*/ 4046 h 82811"/>
                <a:gd name="connsiteX8" fmla="*/ 80352 w 119348"/>
                <a:gd name="connsiteY8" fmla="*/ 67094 h 82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9348" h="82811">
                  <a:moveTo>
                    <a:pt x="80352" y="67094"/>
                  </a:moveTo>
                  <a:cubicBezTo>
                    <a:pt x="50140" y="76253"/>
                    <a:pt x="5357" y="73697"/>
                    <a:pt x="4928" y="73697"/>
                  </a:cubicBezTo>
                  <a:cubicBezTo>
                    <a:pt x="3214" y="73697"/>
                    <a:pt x="1500" y="74123"/>
                    <a:pt x="0" y="74975"/>
                  </a:cubicBezTo>
                  <a:cubicBezTo>
                    <a:pt x="2143" y="75614"/>
                    <a:pt x="4071" y="76253"/>
                    <a:pt x="6000" y="76892"/>
                  </a:cubicBezTo>
                  <a:cubicBezTo>
                    <a:pt x="9000" y="77744"/>
                    <a:pt x="9857" y="80300"/>
                    <a:pt x="9642" y="82643"/>
                  </a:cubicBezTo>
                  <a:cubicBezTo>
                    <a:pt x="22498" y="83069"/>
                    <a:pt x="56996" y="83282"/>
                    <a:pt x="82708" y="75614"/>
                  </a:cubicBezTo>
                  <a:cubicBezTo>
                    <a:pt x="107135" y="68372"/>
                    <a:pt x="119135" y="32589"/>
                    <a:pt x="119349" y="0"/>
                  </a:cubicBezTo>
                  <a:cubicBezTo>
                    <a:pt x="116563" y="1490"/>
                    <a:pt x="113564" y="2556"/>
                    <a:pt x="110564" y="4046"/>
                  </a:cubicBezTo>
                  <a:cubicBezTo>
                    <a:pt x="109921" y="32162"/>
                    <a:pt x="98993" y="61556"/>
                    <a:pt x="80352" y="67094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5" name="任意多边形: 形状 154"/>
            <p:cNvSpPr/>
            <p:nvPr/>
          </p:nvSpPr>
          <p:spPr>
            <a:xfrm>
              <a:off x="5121067" y="6311760"/>
              <a:ext cx="10927" cy="19382"/>
            </a:xfrm>
            <a:custGeom>
              <a:avLst/>
              <a:gdLst>
                <a:gd name="connsiteX0" fmla="*/ 0 w 10927"/>
                <a:gd name="connsiteY0" fmla="*/ 19170 h 19382"/>
                <a:gd name="connsiteX1" fmla="*/ 0 w 10927"/>
                <a:gd name="connsiteY1" fmla="*/ 19383 h 19382"/>
                <a:gd name="connsiteX2" fmla="*/ 5357 w 10927"/>
                <a:gd name="connsiteY2" fmla="*/ 17040 h 19382"/>
                <a:gd name="connsiteX3" fmla="*/ 9428 w 10927"/>
                <a:gd name="connsiteY3" fmla="*/ 16827 h 19382"/>
                <a:gd name="connsiteX4" fmla="*/ 10928 w 10927"/>
                <a:gd name="connsiteY4" fmla="*/ 0 h 19382"/>
                <a:gd name="connsiteX5" fmla="*/ 2143 w 10927"/>
                <a:gd name="connsiteY5" fmla="*/ 3621 h 19382"/>
                <a:gd name="connsiteX6" fmla="*/ 0 w 10927"/>
                <a:gd name="connsiteY6" fmla="*/ 19170 h 19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927" h="19382">
                  <a:moveTo>
                    <a:pt x="0" y="19170"/>
                  </a:moveTo>
                  <a:cubicBezTo>
                    <a:pt x="0" y="19170"/>
                    <a:pt x="0" y="19383"/>
                    <a:pt x="0" y="19383"/>
                  </a:cubicBezTo>
                  <a:cubicBezTo>
                    <a:pt x="1714" y="18531"/>
                    <a:pt x="3643" y="17892"/>
                    <a:pt x="5357" y="17040"/>
                  </a:cubicBezTo>
                  <a:cubicBezTo>
                    <a:pt x="6857" y="16401"/>
                    <a:pt x="8142" y="16401"/>
                    <a:pt x="9428" y="16827"/>
                  </a:cubicBezTo>
                  <a:cubicBezTo>
                    <a:pt x="10071" y="13206"/>
                    <a:pt x="10928" y="7455"/>
                    <a:pt x="10928" y="0"/>
                  </a:cubicBezTo>
                  <a:cubicBezTo>
                    <a:pt x="7928" y="1065"/>
                    <a:pt x="4928" y="2343"/>
                    <a:pt x="2143" y="3621"/>
                  </a:cubicBezTo>
                  <a:cubicBezTo>
                    <a:pt x="1928" y="13419"/>
                    <a:pt x="214" y="18957"/>
                    <a:pt x="0" y="1917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6" name="任意多边形: 形状 155"/>
            <p:cNvSpPr/>
            <p:nvPr/>
          </p:nvSpPr>
          <p:spPr>
            <a:xfrm>
              <a:off x="4740951" y="6540307"/>
              <a:ext cx="8571" cy="11075"/>
            </a:xfrm>
            <a:custGeom>
              <a:avLst/>
              <a:gdLst>
                <a:gd name="connsiteX0" fmla="*/ 7714 w 8571"/>
                <a:gd name="connsiteY0" fmla="*/ 0 h 11075"/>
                <a:gd name="connsiteX1" fmla="*/ 0 w 8571"/>
                <a:gd name="connsiteY1" fmla="*/ 5964 h 11075"/>
                <a:gd name="connsiteX2" fmla="*/ 0 w 8571"/>
                <a:gd name="connsiteY2" fmla="*/ 6390 h 11075"/>
                <a:gd name="connsiteX3" fmla="*/ 857 w 8571"/>
                <a:gd name="connsiteY3" fmla="*/ 11076 h 11075"/>
                <a:gd name="connsiteX4" fmla="*/ 8571 w 8571"/>
                <a:gd name="connsiteY4" fmla="*/ 5112 h 11075"/>
                <a:gd name="connsiteX5" fmla="*/ 8571 w 8571"/>
                <a:gd name="connsiteY5" fmla="*/ 4899 h 11075"/>
                <a:gd name="connsiteX6" fmla="*/ 7714 w 8571"/>
                <a:gd name="connsiteY6" fmla="*/ 0 h 1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1" h="11075">
                  <a:moveTo>
                    <a:pt x="7714" y="0"/>
                  </a:moveTo>
                  <a:cubicBezTo>
                    <a:pt x="5143" y="1917"/>
                    <a:pt x="2571" y="4047"/>
                    <a:pt x="0" y="5964"/>
                  </a:cubicBezTo>
                  <a:cubicBezTo>
                    <a:pt x="0" y="6177"/>
                    <a:pt x="0" y="6177"/>
                    <a:pt x="0" y="6390"/>
                  </a:cubicBezTo>
                  <a:cubicBezTo>
                    <a:pt x="214" y="8094"/>
                    <a:pt x="643" y="9372"/>
                    <a:pt x="857" y="11076"/>
                  </a:cubicBezTo>
                  <a:cubicBezTo>
                    <a:pt x="3428" y="9159"/>
                    <a:pt x="6000" y="7029"/>
                    <a:pt x="8571" y="5112"/>
                  </a:cubicBezTo>
                  <a:cubicBezTo>
                    <a:pt x="8571" y="5112"/>
                    <a:pt x="8571" y="4899"/>
                    <a:pt x="8571" y="4899"/>
                  </a:cubicBezTo>
                  <a:cubicBezTo>
                    <a:pt x="8357" y="3195"/>
                    <a:pt x="7928" y="1491"/>
                    <a:pt x="7714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7" name="任意多边形: 形状 156"/>
            <p:cNvSpPr/>
            <p:nvPr/>
          </p:nvSpPr>
          <p:spPr>
            <a:xfrm>
              <a:off x="4791948" y="6684506"/>
              <a:ext cx="16927" cy="18743"/>
            </a:xfrm>
            <a:custGeom>
              <a:avLst/>
              <a:gdLst>
                <a:gd name="connsiteX0" fmla="*/ 7285 w 16927"/>
                <a:gd name="connsiteY0" fmla="*/ 0 h 18743"/>
                <a:gd name="connsiteX1" fmla="*/ 0 w 16927"/>
                <a:gd name="connsiteY1" fmla="*/ 4686 h 18743"/>
                <a:gd name="connsiteX2" fmla="*/ 9642 w 16927"/>
                <a:gd name="connsiteY2" fmla="*/ 18744 h 18743"/>
                <a:gd name="connsiteX3" fmla="*/ 16927 w 16927"/>
                <a:gd name="connsiteY3" fmla="*/ 14058 h 18743"/>
                <a:gd name="connsiteX4" fmla="*/ 7285 w 16927"/>
                <a:gd name="connsiteY4" fmla="*/ 0 h 1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27" h="18743">
                  <a:moveTo>
                    <a:pt x="7285" y="0"/>
                  </a:moveTo>
                  <a:cubicBezTo>
                    <a:pt x="4928" y="1491"/>
                    <a:pt x="2357" y="3195"/>
                    <a:pt x="0" y="4686"/>
                  </a:cubicBezTo>
                  <a:cubicBezTo>
                    <a:pt x="3214" y="9798"/>
                    <a:pt x="6428" y="14484"/>
                    <a:pt x="9642" y="18744"/>
                  </a:cubicBezTo>
                  <a:cubicBezTo>
                    <a:pt x="11999" y="17040"/>
                    <a:pt x="14571" y="15549"/>
                    <a:pt x="16927" y="14058"/>
                  </a:cubicBezTo>
                  <a:cubicBezTo>
                    <a:pt x="13713" y="9372"/>
                    <a:pt x="10285" y="4686"/>
                    <a:pt x="7285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8" name="任意多边形: 形状 157"/>
            <p:cNvSpPr/>
            <p:nvPr/>
          </p:nvSpPr>
          <p:spPr>
            <a:xfrm>
              <a:off x="5045644" y="6547549"/>
              <a:ext cx="13499" cy="19808"/>
            </a:xfrm>
            <a:custGeom>
              <a:avLst/>
              <a:gdLst>
                <a:gd name="connsiteX0" fmla="*/ 5143 w 13499"/>
                <a:gd name="connsiteY0" fmla="*/ 19809 h 19808"/>
                <a:gd name="connsiteX1" fmla="*/ 13499 w 13499"/>
                <a:gd name="connsiteY1" fmla="*/ 16188 h 19808"/>
                <a:gd name="connsiteX2" fmla="*/ 11356 w 13499"/>
                <a:gd name="connsiteY2" fmla="*/ 7455 h 19808"/>
                <a:gd name="connsiteX3" fmla="*/ 7928 w 13499"/>
                <a:gd name="connsiteY3" fmla="*/ 0 h 19808"/>
                <a:gd name="connsiteX4" fmla="*/ 0 w 13499"/>
                <a:gd name="connsiteY4" fmla="*/ 3408 h 19808"/>
                <a:gd name="connsiteX5" fmla="*/ 3000 w 13499"/>
                <a:gd name="connsiteY5" fmla="*/ 10011 h 19808"/>
                <a:gd name="connsiteX6" fmla="*/ 5143 w 13499"/>
                <a:gd name="connsiteY6" fmla="*/ 19809 h 19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99" h="19808">
                  <a:moveTo>
                    <a:pt x="5143" y="19809"/>
                  </a:moveTo>
                  <a:cubicBezTo>
                    <a:pt x="7928" y="18531"/>
                    <a:pt x="10714" y="17466"/>
                    <a:pt x="13499" y="16188"/>
                  </a:cubicBezTo>
                  <a:cubicBezTo>
                    <a:pt x="13071" y="13206"/>
                    <a:pt x="12428" y="10224"/>
                    <a:pt x="11356" y="7455"/>
                  </a:cubicBezTo>
                  <a:cubicBezTo>
                    <a:pt x="10499" y="5112"/>
                    <a:pt x="9214" y="2556"/>
                    <a:pt x="7928" y="0"/>
                  </a:cubicBezTo>
                  <a:cubicBezTo>
                    <a:pt x="5357" y="1065"/>
                    <a:pt x="2786" y="2343"/>
                    <a:pt x="0" y="3408"/>
                  </a:cubicBezTo>
                  <a:cubicBezTo>
                    <a:pt x="1286" y="5751"/>
                    <a:pt x="2357" y="8094"/>
                    <a:pt x="3000" y="10011"/>
                  </a:cubicBezTo>
                  <a:cubicBezTo>
                    <a:pt x="4285" y="13419"/>
                    <a:pt x="4714" y="16614"/>
                    <a:pt x="5143" y="19809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9" name="任意多边形: 形状 158"/>
            <p:cNvSpPr/>
            <p:nvPr/>
          </p:nvSpPr>
          <p:spPr>
            <a:xfrm>
              <a:off x="5030859" y="6525823"/>
              <a:ext cx="18213" cy="17678"/>
            </a:xfrm>
            <a:custGeom>
              <a:avLst/>
              <a:gdLst>
                <a:gd name="connsiteX0" fmla="*/ 10499 w 18213"/>
                <a:gd name="connsiteY0" fmla="*/ 17679 h 17678"/>
                <a:gd name="connsiteX1" fmla="*/ 18213 w 18213"/>
                <a:gd name="connsiteY1" fmla="*/ 14058 h 17678"/>
                <a:gd name="connsiteX2" fmla="*/ 8142 w 18213"/>
                <a:gd name="connsiteY2" fmla="*/ 0 h 17678"/>
                <a:gd name="connsiteX3" fmla="*/ 0 w 18213"/>
                <a:gd name="connsiteY3" fmla="*/ 3834 h 17678"/>
                <a:gd name="connsiteX4" fmla="*/ 10499 w 18213"/>
                <a:gd name="connsiteY4" fmla="*/ 17679 h 17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13" h="17678">
                  <a:moveTo>
                    <a:pt x="10499" y="17679"/>
                  </a:moveTo>
                  <a:cubicBezTo>
                    <a:pt x="13071" y="16401"/>
                    <a:pt x="15642" y="15123"/>
                    <a:pt x="18213" y="14058"/>
                  </a:cubicBezTo>
                  <a:cubicBezTo>
                    <a:pt x="15213" y="9372"/>
                    <a:pt x="11999" y="4686"/>
                    <a:pt x="8142" y="0"/>
                  </a:cubicBezTo>
                  <a:cubicBezTo>
                    <a:pt x="5357" y="1278"/>
                    <a:pt x="2786" y="2556"/>
                    <a:pt x="0" y="3834"/>
                  </a:cubicBezTo>
                  <a:cubicBezTo>
                    <a:pt x="3857" y="8307"/>
                    <a:pt x="7500" y="12993"/>
                    <a:pt x="10499" y="17679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0" name="任意多边形: 形状 159"/>
            <p:cNvSpPr/>
            <p:nvPr/>
          </p:nvSpPr>
          <p:spPr>
            <a:xfrm>
              <a:off x="5117639" y="6268309"/>
              <a:ext cx="8785" cy="8094"/>
            </a:xfrm>
            <a:custGeom>
              <a:avLst/>
              <a:gdLst>
                <a:gd name="connsiteX0" fmla="*/ 0 w 8785"/>
                <a:gd name="connsiteY0" fmla="*/ 5112 h 8094"/>
                <a:gd name="connsiteX1" fmla="*/ 857 w 8785"/>
                <a:gd name="connsiteY1" fmla="*/ 8094 h 8094"/>
                <a:gd name="connsiteX2" fmla="*/ 8785 w 8785"/>
                <a:gd name="connsiteY2" fmla="*/ 2982 h 8094"/>
                <a:gd name="connsiteX3" fmla="*/ 7928 w 8785"/>
                <a:gd name="connsiteY3" fmla="*/ 0 h 8094"/>
                <a:gd name="connsiteX4" fmla="*/ 0 w 8785"/>
                <a:gd name="connsiteY4" fmla="*/ 5112 h 8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85" h="8094">
                  <a:moveTo>
                    <a:pt x="0" y="5112"/>
                  </a:moveTo>
                  <a:cubicBezTo>
                    <a:pt x="214" y="6176"/>
                    <a:pt x="429" y="7029"/>
                    <a:pt x="857" y="8094"/>
                  </a:cubicBezTo>
                  <a:cubicBezTo>
                    <a:pt x="3428" y="6390"/>
                    <a:pt x="6000" y="4686"/>
                    <a:pt x="8785" y="2982"/>
                  </a:cubicBezTo>
                  <a:cubicBezTo>
                    <a:pt x="8571" y="1917"/>
                    <a:pt x="8142" y="1065"/>
                    <a:pt x="7928" y="0"/>
                  </a:cubicBezTo>
                  <a:cubicBezTo>
                    <a:pt x="5143" y="1704"/>
                    <a:pt x="2571" y="3408"/>
                    <a:pt x="0" y="5112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1" name="任意多边形: 形状 160"/>
            <p:cNvSpPr/>
            <p:nvPr/>
          </p:nvSpPr>
          <p:spPr>
            <a:xfrm>
              <a:off x="4740737" y="6539668"/>
              <a:ext cx="7713" cy="6602"/>
            </a:xfrm>
            <a:custGeom>
              <a:avLst/>
              <a:gdLst>
                <a:gd name="connsiteX0" fmla="*/ 0 w 7713"/>
                <a:gd name="connsiteY0" fmla="*/ 6177 h 6602"/>
                <a:gd name="connsiteX1" fmla="*/ 0 w 7713"/>
                <a:gd name="connsiteY1" fmla="*/ 6603 h 6602"/>
                <a:gd name="connsiteX2" fmla="*/ 7714 w 7713"/>
                <a:gd name="connsiteY2" fmla="*/ 639 h 6602"/>
                <a:gd name="connsiteX3" fmla="*/ 7500 w 7713"/>
                <a:gd name="connsiteY3" fmla="*/ 0 h 6602"/>
                <a:gd name="connsiteX4" fmla="*/ 0 w 7713"/>
                <a:gd name="connsiteY4" fmla="*/ 6177 h 6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13" h="6602">
                  <a:moveTo>
                    <a:pt x="0" y="6177"/>
                  </a:moveTo>
                  <a:cubicBezTo>
                    <a:pt x="0" y="6390"/>
                    <a:pt x="0" y="6390"/>
                    <a:pt x="0" y="6603"/>
                  </a:cubicBezTo>
                  <a:cubicBezTo>
                    <a:pt x="2571" y="4686"/>
                    <a:pt x="5143" y="2556"/>
                    <a:pt x="7714" y="639"/>
                  </a:cubicBezTo>
                  <a:cubicBezTo>
                    <a:pt x="7714" y="426"/>
                    <a:pt x="7714" y="213"/>
                    <a:pt x="7500" y="0"/>
                  </a:cubicBezTo>
                  <a:cubicBezTo>
                    <a:pt x="5143" y="1917"/>
                    <a:pt x="2571" y="4047"/>
                    <a:pt x="0" y="6177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2" name="任意多边形: 形状 161"/>
            <p:cNvSpPr/>
            <p:nvPr/>
          </p:nvSpPr>
          <p:spPr>
            <a:xfrm>
              <a:off x="4740737" y="6539242"/>
              <a:ext cx="7713" cy="6389"/>
            </a:xfrm>
            <a:custGeom>
              <a:avLst/>
              <a:gdLst>
                <a:gd name="connsiteX0" fmla="*/ 7714 w 7713"/>
                <a:gd name="connsiteY0" fmla="*/ 0 h 6389"/>
                <a:gd name="connsiteX1" fmla="*/ 0 w 7713"/>
                <a:gd name="connsiteY1" fmla="*/ 5964 h 6389"/>
                <a:gd name="connsiteX2" fmla="*/ 0 w 7713"/>
                <a:gd name="connsiteY2" fmla="*/ 6390 h 6389"/>
                <a:gd name="connsiteX3" fmla="*/ 7714 w 7713"/>
                <a:gd name="connsiteY3" fmla="*/ 213 h 6389"/>
                <a:gd name="connsiteX4" fmla="*/ 7714 w 7713"/>
                <a:gd name="connsiteY4" fmla="*/ 0 h 6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13" h="6389">
                  <a:moveTo>
                    <a:pt x="7714" y="0"/>
                  </a:moveTo>
                  <a:cubicBezTo>
                    <a:pt x="5143" y="1917"/>
                    <a:pt x="2571" y="4047"/>
                    <a:pt x="0" y="5964"/>
                  </a:cubicBezTo>
                  <a:cubicBezTo>
                    <a:pt x="0" y="6176"/>
                    <a:pt x="0" y="6390"/>
                    <a:pt x="0" y="6390"/>
                  </a:cubicBezTo>
                  <a:cubicBezTo>
                    <a:pt x="2571" y="4260"/>
                    <a:pt x="5143" y="2129"/>
                    <a:pt x="7714" y="213"/>
                  </a:cubicBezTo>
                  <a:cubicBezTo>
                    <a:pt x="7714" y="213"/>
                    <a:pt x="7714" y="213"/>
                    <a:pt x="7714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3" name="任意多边形: 形状 162"/>
            <p:cNvSpPr/>
            <p:nvPr/>
          </p:nvSpPr>
          <p:spPr>
            <a:xfrm>
              <a:off x="5091284" y="6208030"/>
              <a:ext cx="27640" cy="47072"/>
            </a:xfrm>
            <a:custGeom>
              <a:avLst/>
              <a:gdLst>
                <a:gd name="connsiteX0" fmla="*/ 6428 w 27640"/>
                <a:gd name="connsiteY0" fmla="*/ 0 h 47072"/>
                <a:gd name="connsiteX1" fmla="*/ 0 w 27640"/>
                <a:gd name="connsiteY1" fmla="*/ 6390 h 47072"/>
                <a:gd name="connsiteX2" fmla="*/ 20356 w 27640"/>
                <a:gd name="connsiteY2" fmla="*/ 47073 h 47072"/>
                <a:gd name="connsiteX3" fmla="*/ 27641 w 27640"/>
                <a:gd name="connsiteY3" fmla="*/ 41961 h 47072"/>
                <a:gd name="connsiteX4" fmla="*/ 6428 w 27640"/>
                <a:gd name="connsiteY4" fmla="*/ 0 h 4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40" h="47072">
                  <a:moveTo>
                    <a:pt x="6428" y="0"/>
                  </a:moveTo>
                  <a:cubicBezTo>
                    <a:pt x="4500" y="2343"/>
                    <a:pt x="2143" y="4047"/>
                    <a:pt x="0" y="6390"/>
                  </a:cubicBezTo>
                  <a:cubicBezTo>
                    <a:pt x="8999" y="21087"/>
                    <a:pt x="15642" y="34719"/>
                    <a:pt x="20356" y="47073"/>
                  </a:cubicBezTo>
                  <a:cubicBezTo>
                    <a:pt x="22927" y="45369"/>
                    <a:pt x="25284" y="43665"/>
                    <a:pt x="27641" y="41961"/>
                  </a:cubicBezTo>
                  <a:cubicBezTo>
                    <a:pt x="22713" y="29181"/>
                    <a:pt x="15856" y="15336"/>
                    <a:pt x="6428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4" name="任意多边形: 形状 163"/>
            <p:cNvSpPr/>
            <p:nvPr/>
          </p:nvSpPr>
          <p:spPr>
            <a:xfrm>
              <a:off x="4868228" y="6125196"/>
              <a:ext cx="223269" cy="151419"/>
            </a:xfrm>
            <a:custGeom>
              <a:avLst/>
              <a:gdLst>
                <a:gd name="connsiteX0" fmla="*/ 113564 w 223269"/>
                <a:gd name="connsiteY0" fmla="*/ 38105 h 151419"/>
                <a:gd name="connsiteX1" fmla="*/ 128777 w 223269"/>
                <a:gd name="connsiteY1" fmla="*/ 17657 h 151419"/>
                <a:gd name="connsiteX2" fmla="*/ 147418 w 223269"/>
                <a:gd name="connsiteY2" fmla="*/ 8498 h 151419"/>
                <a:gd name="connsiteX3" fmla="*/ 174416 w 223269"/>
                <a:gd name="connsiteY3" fmla="*/ 25112 h 151419"/>
                <a:gd name="connsiteX4" fmla="*/ 216842 w 223269"/>
                <a:gd name="connsiteY4" fmla="*/ 79426 h 151419"/>
                <a:gd name="connsiteX5" fmla="*/ 222413 w 223269"/>
                <a:gd name="connsiteY5" fmla="*/ 73889 h 151419"/>
                <a:gd name="connsiteX6" fmla="*/ 223270 w 223269"/>
                <a:gd name="connsiteY6" fmla="*/ 73462 h 151419"/>
                <a:gd name="connsiteX7" fmla="*/ 180845 w 223269"/>
                <a:gd name="connsiteY7" fmla="*/ 19362 h 151419"/>
                <a:gd name="connsiteX8" fmla="*/ 122563 w 223269"/>
                <a:gd name="connsiteY8" fmla="*/ 11693 h 151419"/>
                <a:gd name="connsiteX9" fmla="*/ 857 w 223269"/>
                <a:gd name="connsiteY9" fmla="*/ 140344 h 151419"/>
                <a:gd name="connsiteX10" fmla="*/ 0 w 223269"/>
                <a:gd name="connsiteY10" fmla="*/ 151420 h 151419"/>
                <a:gd name="connsiteX11" fmla="*/ 113564 w 223269"/>
                <a:gd name="connsiteY11" fmla="*/ 38105 h 151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3269" h="151419">
                  <a:moveTo>
                    <a:pt x="113564" y="38105"/>
                  </a:moveTo>
                  <a:cubicBezTo>
                    <a:pt x="119992" y="28733"/>
                    <a:pt x="124920" y="21491"/>
                    <a:pt x="128777" y="17657"/>
                  </a:cubicBezTo>
                  <a:cubicBezTo>
                    <a:pt x="135205" y="11268"/>
                    <a:pt x="141204" y="8285"/>
                    <a:pt x="147418" y="8498"/>
                  </a:cubicBezTo>
                  <a:cubicBezTo>
                    <a:pt x="155561" y="8712"/>
                    <a:pt x="164560" y="14249"/>
                    <a:pt x="174416" y="25112"/>
                  </a:cubicBezTo>
                  <a:cubicBezTo>
                    <a:pt x="192201" y="44495"/>
                    <a:pt x="205914" y="62600"/>
                    <a:pt x="216842" y="79426"/>
                  </a:cubicBezTo>
                  <a:cubicBezTo>
                    <a:pt x="218556" y="77509"/>
                    <a:pt x="220699" y="75806"/>
                    <a:pt x="222413" y="73889"/>
                  </a:cubicBezTo>
                  <a:cubicBezTo>
                    <a:pt x="222627" y="73676"/>
                    <a:pt x="223056" y="73676"/>
                    <a:pt x="223270" y="73462"/>
                  </a:cubicBezTo>
                  <a:cubicBezTo>
                    <a:pt x="212128" y="56636"/>
                    <a:pt x="198415" y="38744"/>
                    <a:pt x="180845" y="19362"/>
                  </a:cubicBezTo>
                  <a:cubicBezTo>
                    <a:pt x="160274" y="-3216"/>
                    <a:pt x="140776" y="-6412"/>
                    <a:pt x="122563" y="11693"/>
                  </a:cubicBezTo>
                  <a:cubicBezTo>
                    <a:pt x="105421" y="28733"/>
                    <a:pt x="77780" y="90289"/>
                    <a:pt x="857" y="140344"/>
                  </a:cubicBezTo>
                  <a:cubicBezTo>
                    <a:pt x="643" y="143965"/>
                    <a:pt x="214" y="147799"/>
                    <a:pt x="0" y="151420"/>
                  </a:cubicBezTo>
                  <a:cubicBezTo>
                    <a:pt x="62139" y="112441"/>
                    <a:pt x="94279" y="66221"/>
                    <a:pt x="113564" y="38105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5" name="任意多边形: 形状 164"/>
            <p:cNvSpPr/>
            <p:nvPr/>
          </p:nvSpPr>
          <p:spPr>
            <a:xfrm>
              <a:off x="4753165" y="6276829"/>
              <a:ext cx="97707" cy="47285"/>
            </a:xfrm>
            <a:custGeom>
              <a:avLst/>
              <a:gdLst>
                <a:gd name="connsiteX0" fmla="*/ 0 w 97707"/>
                <a:gd name="connsiteY0" fmla="*/ 40256 h 47285"/>
                <a:gd name="connsiteX1" fmla="*/ 7499 w 97707"/>
                <a:gd name="connsiteY1" fmla="*/ 47286 h 47285"/>
                <a:gd name="connsiteX2" fmla="*/ 96636 w 97707"/>
                <a:gd name="connsiteY2" fmla="*/ 10224 h 47285"/>
                <a:gd name="connsiteX3" fmla="*/ 97707 w 97707"/>
                <a:gd name="connsiteY3" fmla="*/ 0 h 47285"/>
                <a:gd name="connsiteX4" fmla="*/ 0 w 97707"/>
                <a:gd name="connsiteY4" fmla="*/ 40256 h 47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707" h="47285">
                  <a:moveTo>
                    <a:pt x="0" y="40256"/>
                  </a:moveTo>
                  <a:cubicBezTo>
                    <a:pt x="2571" y="42600"/>
                    <a:pt x="4928" y="44942"/>
                    <a:pt x="7499" y="47286"/>
                  </a:cubicBezTo>
                  <a:cubicBezTo>
                    <a:pt x="35355" y="39405"/>
                    <a:pt x="65353" y="27477"/>
                    <a:pt x="96636" y="10224"/>
                  </a:cubicBezTo>
                  <a:cubicBezTo>
                    <a:pt x="97065" y="6816"/>
                    <a:pt x="97493" y="3408"/>
                    <a:pt x="97707" y="0"/>
                  </a:cubicBezTo>
                  <a:cubicBezTo>
                    <a:pt x="63210" y="19383"/>
                    <a:pt x="30212" y="32163"/>
                    <a:pt x="0" y="40256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6" name="任意多边形: 形状 165"/>
            <p:cNvSpPr/>
            <p:nvPr/>
          </p:nvSpPr>
          <p:spPr>
            <a:xfrm>
              <a:off x="4859015" y="6265327"/>
              <a:ext cx="10070" cy="16827"/>
            </a:xfrm>
            <a:custGeom>
              <a:avLst/>
              <a:gdLst>
                <a:gd name="connsiteX0" fmla="*/ 643 w 10070"/>
                <a:gd name="connsiteY0" fmla="*/ 16401 h 16827"/>
                <a:gd name="connsiteX1" fmla="*/ 9213 w 10070"/>
                <a:gd name="connsiteY1" fmla="*/ 11076 h 16827"/>
                <a:gd name="connsiteX2" fmla="*/ 10071 w 10070"/>
                <a:gd name="connsiteY2" fmla="*/ 0 h 16827"/>
                <a:gd name="connsiteX3" fmla="*/ 1071 w 10070"/>
                <a:gd name="connsiteY3" fmla="*/ 5964 h 16827"/>
                <a:gd name="connsiteX4" fmla="*/ 0 w 10070"/>
                <a:gd name="connsiteY4" fmla="*/ 16827 h 16827"/>
                <a:gd name="connsiteX5" fmla="*/ 643 w 10070"/>
                <a:gd name="connsiteY5" fmla="*/ 16401 h 16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70" h="16827">
                  <a:moveTo>
                    <a:pt x="643" y="16401"/>
                  </a:moveTo>
                  <a:cubicBezTo>
                    <a:pt x="3643" y="14697"/>
                    <a:pt x="6214" y="12780"/>
                    <a:pt x="9213" y="11076"/>
                  </a:cubicBezTo>
                  <a:cubicBezTo>
                    <a:pt x="9428" y="7455"/>
                    <a:pt x="9856" y="3834"/>
                    <a:pt x="10071" y="0"/>
                  </a:cubicBezTo>
                  <a:cubicBezTo>
                    <a:pt x="7071" y="1917"/>
                    <a:pt x="4285" y="4047"/>
                    <a:pt x="1071" y="5964"/>
                  </a:cubicBezTo>
                  <a:cubicBezTo>
                    <a:pt x="857" y="9585"/>
                    <a:pt x="428" y="13206"/>
                    <a:pt x="0" y="16827"/>
                  </a:cubicBezTo>
                  <a:cubicBezTo>
                    <a:pt x="214" y="16614"/>
                    <a:pt x="428" y="16614"/>
                    <a:pt x="643" y="16401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7" name="任意多边形: 形状 166"/>
            <p:cNvSpPr/>
            <p:nvPr/>
          </p:nvSpPr>
          <p:spPr>
            <a:xfrm>
              <a:off x="4849801" y="6271078"/>
              <a:ext cx="10285" cy="15761"/>
            </a:xfrm>
            <a:custGeom>
              <a:avLst/>
              <a:gdLst>
                <a:gd name="connsiteX0" fmla="*/ 1071 w 10285"/>
                <a:gd name="connsiteY0" fmla="*/ 5537 h 15761"/>
                <a:gd name="connsiteX1" fmla="*/ 0 w 10285"/>
                <a:gd name="connsiteY1" fmla="*/ 15762 h 15761"/>
                <a:gd name="connsiteX2" fmla="*/ 9214 w 10285"/>
                <a:gd name="connsiteY2" fmla="*/ 10862 h 15761"/>
                <a:gd name="connsiteX3" fmla="*/ 10285 w 10285"/>
                <a:gd name="connsiteY3" fmla="*/ 0 h 15761"/>
                <a:gd name="connsiteX4" fmla="*/ 5571 w 10285"/>
                <a:gd name="connsiteY4" fmla="*/ 3195 h 15761"/>
                <a:gd name="connsiteX5" fmla="*/ 1071 w 10285"/>
                <a:gd name="connsiteY5" fmla="*/ 5537 h 15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285" h="15761">
                  <a:moveTo>
                    <a:pt x="1071" y="5537"/>
                  </a:moveTo>
                  <a:cubicBezTo>
                    <a:pt x="857" y="8946"/>
                    <a:pt x="429" y="12354"/>
                    <a:pt x="0" y="15762"/>
                  </a:cubicBezTo>
                  <a:cubicBezTo>
                    <a:pt x="3214" y="14057"/>
                    <a:pt x="6214" y="12567"/>
                    <a:pt x="9214" y="10862"/>
                  </a:cubicBezTo>
                  <a:cubicBezTo>
                    <a:pt x="9642" y="7242"/>
                    <a:pt x="10071" y="3621"/>
                    <a:pt x="10285" y="0"/>
                  </a:cubicBezTo>
                  <a:cubicBezTo>
                    <a:pt x="8571" y="1065"/>
                    <a:pt x="7285" y="2129"/>
                    <a:pt x="5571" y="3195"/>
                  </a:cubicBezTo>
                  <a:cubicBezTo>
                    <a:pt x="4071" y="4046"/>
                    <a:pt x="2571" y="4686"/>
                    <a:pt x="1071" y="5537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8" name="任意多边形: 形状 167"/>
            <p:cNvSpPr/>
            <p:nvPr/>
          </p:nvSpPr>
          <p:spPr>
            <a:xfrm>
              <a:off x="4733880" y="6507718"/>
              <a:ext cx="10713" cy="18318"/>
            </a:xfrm>
            <a:custGeom>
              <a:avLst/>
              <a:gdLst>
                <a:gd name="connsiteX0" fmla="*/ 8142 w 10713"/>
                <a:gd name="connsiteY0" fmla="*/ 0 h 18318"/>
                <a:gd name="connsiteX1" fmla="*/ 0 w 10713"/>
                <a:gd name="connsiteY1" fmla="*/ 3834 h 18318"/>
                <a:gd name="connsiteX2" fmla="*/ 3000 w 10713"/>
                <a:gd name="connsiteY2" fmla="*/ 18318 h 18318"/>
                <a:gd name="connsiteX3" fmla="*/ 10714 w 10713"/>
                <a:gd name="connsiteY3" fmla="*/ 12354 h 18318"/>
                <a:gd name="connsiteX4" fmla="*/ 8142 w 10713"/>
                <a:gd name="connsiteY4" fmla="*/ 0 h 1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13" h="18318">
                  <a:moveTo>
                    <a:pt x="8142" y="0"/>
                  </a:moveTo>
                  <a:cubicBezTo>
                    <a:pt x="5571" y="1491"/>
                    <a:pt x="2786" y="2556"/>
                    <a:pt x="0" y="3834"/>
                  </a:cubicBezTo>
                  <a:cubicBezTo>
                    <a:pt x="1071" y="8520"/>
                    <a:pt x="2143" y="13419"/>
                    <a:pt x="3000" y="18318"/>
                  </a:cubicBezTo>
                  <a:cubicBezTo>
                    <a:pt x="5571" y="16401"/>
                    <a:pt x="8142" y="14271"/>
                    <a:pt x="10714" y="12354"/>
                  </a:cubicBezTo>
                  <a:cubicBezTo>
                    <a:pt x="9857" y="8307"/>
                    <a:pt x="9000" y="4260"/>
                    <a:pt x="8142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9" name="任意多边形: 形状 168"/>
            <p:cNvSpPr/>
            <p:nvPr/>
          </p:nvSpPr>
          <p:spPr>
            <a:xfrm>
              <a:off x="4640459" y="6321771"/>
              <a:ext cx="100707" cy="12993"/>
            </a:xfrm>
            <a:custGeom>
              <a:avLst/>
              <a:gdLst>
                <a:gd name="connsiteX0" fmla="*/ 71138 w 100707"/>
                <a:gd name="connsiteY0" fmla="*/ 12993 h 12993"/>
                <a:gd name="connsiteX1" fmla="*/ 100707 w 100707"/>
                <a:gd name="connsiteY1" fmla="*/ 7242 h 12993"/>
                <a:gd name="connsiteX2" fmla="*/ 92779 w 100707"/>
                <a:gd name="connsiteY2" fmla="*/ 0 h 12993"/>
                <a:gd name="connsiteX3" fmla="*/ 0 w 100707"/>
                <a:gd name="connsiteY3" fmla="*/ 8094 h 12993"/>
                <a:gd name="connsiteX4" fmla="*/ 0 w 100707"/>
                <a:gd name="connsiteY4" fmla="*/ 8307 h 12993"/>
                <a:gd name="connsiteX5" fmla="*/ 71138 w 100707"/>
                <a:gd name="connsiteY5" fmla="*/ 12993 h 1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707" h="12993">
                  <a:moveTo>
                    <a:pt x="71138" y="12993"/>
                  </a:moveTo>
                  <a:cubicBezTo>
                    <a:pt x="80566" y="11502"/>
                    <a:pt x="90422" y="9585"/>
                    <a:pt x="100707" y="7242"/>
                  </a:cubicBezTo>
                  <a:cubicBezTo>
                    <a:pt x="98136" y="4899"/>
                    <a:pt x="95565" y="2557"/>
                    <a:pt x="92779" y="0"/>
                  </a:cubicBezTo>
                  <a:cubicBezTo>
                    <a:pt x="55067" y="8094"/>
                    <a:pt x="23141" y="9159"/>
                    <a:pt x="0" y="8094"/>
                  </a:cubicBezTo>
                  <a:cubicBezTo>
                    <a:pt x="0" y="8094"/>
                    <a:pt x="0" y="8307"/>
                    <a:pt x="0" y="8307"/>
                  </a:cubicBezTo>
                  <a:cubicBezTo>
                    <a:pt x="23570" y="11715"/>
                    <a:pt x="47568" y="12780"/>
                    <a:pt x="71138" y="12993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0" name="任意多边形: 形状 169"/>
            <p:cNvSpPr/>
            <p:nvPr/>
          </p:nvSpPr>
          <p:spPr>
            <a:xfrm>
              <a:off x="4688669" y="6394830"/>
              <a:ext cx="48853" cy="99469"/>
            </a:xfrm>
            <a:custGeom>
              <a:avLst/>
              <a:gdLst>
                <a:gd name="connsiteX0" fmla="*/ 48854 w 48853"/>
                <a:gd name="connsiteY0" fmla="*/ 95210 h 99469"/>
                <a:gd name="connsiteX1" fmla="*/ 30426 w 48853"/>
                <a:gd name="connsiteY1" fmla="*/ 39192 h 99469"/>
                <a:gd name="connsiteX2" fmla="*/ 0 w 48853"/>
                <a:gd name="connsiteY2" fmla="*/ 0 h 99469"/>
                <a:gd name="connsiteX3" fmla="*/ 40925 w 48853"/>
                <a:gd name="connsiteY3" fmla="*/ 99470 h 99469"/>
                <a:gd name="connsiteX4" fmla="*/ 48854 w 48853"/>
                <a:gd name="connsiteY4" fmla="*/ 95210 h 99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853" h="99469">
                  <a:moveTo>
                    <a:pt x="48854" y="95210"/>
                  </a:moveTo>
                  <a:cubicBezTo>
                    <a:pt x="43282" y="73697"/>
                    <a:pt x="37069" y="55166"/>
                    <a:pt x="30426" y="39192"/>
                  </a:cubicBezTo>
                  <a:cubicBezTo>
                    <a:pt x="20784" y="25773"/>
                    <a:pt x="10714" y="12567"/>
                    <a:pt x="0" y="0"/>
                  </a:cubicBezTo>
                  <a:cubicBezTo>
                    <a:pt x="15642" y="23217"/>
                    <a:pt x="29569" y="54740"/>
                    <a:pt x="40925" y="99470"/>
                  </a:cubicBezTo>
                  <a:cubicBezTo>
                    <a:pt x="43711" y="98192"/>
                    <a:pt x="46282" y="96701"/>
                    <a:pt x="48854" y="9521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1" name="任意多边形: 形状 170"/>
            <p:cNvSpPr/>
            <p:nvPr/>
          </p:nvSpPr>
          <p:spPr>
            <a:xfrm>
              <a:off x="4731952" y="6498985"/>
              <a:ext cx="10070" cy="12566"/>
            </a:xfrm>
            <a:custGeom>
              <a:avLst/>
              <a:gdLst>
                <a:gd name="connsiteX0" fmla="*/ 10071 w 10070"/>
                <a:gd name="connsiteY0" fmla="*/ 8733 h 12566"/>
                <a:gd name="connsiteX1" fmla="*/ 8142 w 10070"/>
                <a:gd name="connsiteY1" fmla="*/ 0 h 12566"/>
                <a:gd name="connsiteX2" fmla="*/ 0 w 10070"/>
                <a:gd name="connsiteY2" fmla="*/ 4260 h 12566"/>
                <a:gd name="connsiteX3" fmla="*/ 1928 w 10070"/>
                <a:gd name="connsiteY3" fmla="*/ 12567 h 12566"/>
                <a:gd name="connsiteX4" fmla="*/ 10071 w 10070"/>
                <a:gd name="connsiteY4" fmla="*/ 8733 h 12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70" h="12566">
                  <a:moveTo>
                    <a:pt x="10071" y="8733"/>
                  </a:moveTo>
                  <a:cubicBezTo>
                    <a:pt x="9428" y="5751"/>
                    <a:pt x="8785" y="2769"/>
                    <a:pt x="8142" y="0"/>
                  </a:cubicBezTo>
                  <a:cubicBezTo>
                    <a:pt x="5571" y="1491"/>
                    <a:pt x="2786" y="2982"/>
                    <a:pt x="0" y="4260"/>
                  </a:cubicBezTo>
                  <a:cubicBezTo>
                    <a:pt x="643" y="7029"/>
                    <a:pt x="1286" y="9798"/>
                    <a:pt x="1928" y="12567"/>
                  </a:cubicBezTo>
                  <a:cubicBezTo>
                    <a:pt x="4714" y="11502"/>
                    <a:pt x="7285" y="10224"/>
                    <a:pt x="10071" y="8733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2" name="任意多边形: 形状 171"/>
            <p:cNvSpPr/>
            <p:nvPr/>
          </p:nvSpPr>
          <p:spPr>
            <a:xfrm>
              <a:off x="4729595" y="6490040"/>
              <a:ext cx="10285" cy="13418"/>
            </a:xfrm>
            <a:custGeom>
              <a:avLst/>
              <a:gdLst>
                <a:gd name="connsiteX0" fmla="*/ 10285 w 10285"/>
                <a:gd name="connsiteY0" fmla="*/ 9159 h 13418"/>
                <a:gd name="connsiteX1" fmla="*/ 7928 w 10285"/>
                <a:gd name="connsiteY1" fmla="*/ 0 h 13418"/>
                <a:gd name="connsiteX2" fmla="*/ 0 w 10285"/>
                <a:gd name="connsiteY2" fmla="*/ 4260 h 13418"/>
                <a:gd name="connsiteX3" fmla="*/ 2143 w 10285"/>
                <a:gd name="connsiteY3" fmla="*/ 13418 h 13418"/>
                <a:gd name="connsiteX4" fmla="*/ 10285 w 10285"/>
                <a:gd name="connsiteY4" fmla="*/ 9159 h 13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5" h="13418">
                  <a:moveTo>
                    <a:pt x="10285" y="9159"/>
                  </a:moveTo>
                  <a:cubicBezTo>
                    <a:pt x="9428" y="5964"/>
                    <a:pt x="8785" y="2982"/>
                    <a:pt x="7928" y="0"/>
                  </a:cubicBezTo>
                  <a:cubicBezTo>
                    <a:pt x="5357" y="1490"/>
                    <a:pt x="2786" y="2982"/>
                    <a:pt x="0" y="4260"/>
                  </a:cubicBezTo>
                  <a:cubicBezTo>
                    <a:pt x="643" y="7242"/>
                    <a:pt x="1500" y="10437"/>
                    <a:pt x="2143" y="13418"/>
                  </a:cubicBezTo>
                  <a:cubicBezTo>
                    <a:pt x="4928" y="11928"/>
                    <a:pt x="7714" y="10650"/>
                    <a:pt x="10285" y="9159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3" name="任意多边形: 形状 172"/>
            <p:cNvSpPr/>
            <p:nvPr/>
          </p:nvSpPr>
          <p:spPr>
            <a:xfrm>
              <a:off x="4743094" y="6316872"/>
              <a:ext cx="17355" cy="9584"/>
            </a:xfrm>
            <a:custGeom>
              <a:avLst/>
              <a:gdLst>
                <a:gd name="connsiteX0" fmla="*/ 7714 w 17355"/>
                <a:gd name="connsiteY0" fmla="*/ 9585 h 9584"/>
                <a:gd name="connsiteX1" fmla="*/ 17356 w 17355"/>
                <a:gd name="connsiteY1" fmla="*/ 7029 h 9584"/>
                <a:gd name="connsiteX2" fmla="*/ 9857 w 17355"/>
                <a:gd name="connsiteY2" fmla="*/ 0 h 9584"/>
                <a:gd name="connsiteX3" fmla="*/ 0 w 17355"/>
                <a:gd name="connsiteY3" fmla="*/ 2556 h 9584"/>
                <a:gd name="connsiteX4" fmla="*/ 7714 w 17355"/>
                <a:gd name="connsiteY4" fmla="*/ 9585 h 9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55" h="9584">
                  <a:moveTo>
                    <a:pt x="7714" y="9585"/>
                  </a:moveTo>
                  <a:cubicBezTo>
                    <a:pt x="10928" y="8733"/>
                    <a:pt x="14142" y="8094"/>
                    <a:pt x="17356" y="7029"/>
                  </a:cubicBezTo>
                  <a:cubicBezTo>
                    <a:pt x="14999" y="4686"/>
                    <a:pt x="12428" y="2343"/>
                    <a:pt x="9857" y="0"/>
                  </a:cubicBezTo>
                  <a:cubicBezTo>
                    <a:pt x="6428" y="852"/>
                    <a:pt x="3214" y="1704"/>
                    <a:pt x="0" y="2556"/>
                  </a:cubicBezTo>
                  <a:cubicBezTo>
                    <a:pt x="2786" y="4899"/>
                    <a:pt x="5143" y="7242"/>
                    <a:pt x="7714" y="9585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4" name="任意多边形: 形状 173"/>
            <p:cNvSpPr/>
            <p:nvPr/>
          </p:nvSpPr>
          <p:spPr>
            <a:xfrm>
              <a:off x="4733452" y="6319428"/>
              <a:ext cx="17570" cy="9585"/>
            </a:xfrm>
            <a:custGeom>
              <a:avLst/>
              <a:gdLst>
                <a:gd name="connsiteX0" fmla="*/ 9856 w 17570"/>
                <a:gd name="connsiteY0" fmla="*/ 0 h 9585"/>
                <a:gd name="connsiteX1" fmla="*/ 0 w 17570"/>
                <a:gd name="connsiteY1" fmla="*/ 2343 h 9585"/>
                <a:gd name="connsiteX2" fmla="*/ 7928 w 17570"/>
                <a:gd name="connsiteY2" fmla="*/ 9585 h 9585"/>
                <a:gd name="connsiteX3" fmla="*/ 17570 w 17570"/>
                <a:gd name="connsiteY3" fmla="*/ 7029 h 9585"/>
                <a:gd name="connsiteX4" fmla="*/ 9856 w 17570"/>
                <a:gd name="connsiteY4" fmla="*/ 0 h 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570" h="9585">
                  <a:moveTo>
                    <a:pt x="9856" y="0"/>
                  </a:moveTo>
                  <a:cubicBezTo>
                    <a:pt x="6642" y="852"/>
                    <a:pt x="3214" y="1704"/>
                    <a:pt x="0" y="2343"/>
                  </a:cubicBezTo>
                  <a:cubicBezTo>
                    <a:pt x="2785" y="4686"/>
                    <a:pt x="5357" y="7242"/>
                    <a:pt x="7928" y="9585"/>
                  </a:cubicBezTo>
                  <a:cubicBezTo>
                    <a:pt x="11142" y="8946"/>
                    <a:pt x="14356" y="7881"/>
                    <a:pt x="17570" y="7029"/>
                  </a:cubicBezTo>
                  <a:cubicBezTo>
                    <a:pt x="14785" y="4686"/>
                    <a:pt x="12428" y="2343"/>
                    <a:pt x="9856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5" name="任意多边形: 形状 174"/>
            <p:cNvSpPr/>
            <p:nvPr/>
          </p:nvSpPr>
          <p:spPr>
            <a:xfrm>
              <a:off x="5111854" y="6249991"/>
              <a:ext cx="7927" cy="6390"/>
            </a:xfrm>
            <a:custGeom>
              <a:avLst/>
              <a:gdLst>
                <a:gd name="connsiteX0" fmla="*/ 428 w 7927"/>
                <a:gd name="connsiteY0" fmla="*/ 6390 h 6390"/>
                <a:gd name="connsiteX1" fmla="*/ 7928 w 7927"/>
                <a:gd name="connsiteY1" fmla="*/ 1491 h 6390"/>
                <a:gd name="connsiteX2" fmla="*/ 7285 w 7927"/>
                <a:gd name="connsiteY2" fmla="*/ 0 h 6390"/>
                <a:gd name="connsiteX3" fmla="*/ 0 w 7927"/>
                <a:gd name="connsiteY3" fmla="*/ 5112 h 6390"/>
                <a:gd name="connsiteX4" fmla="*/ 428 w 7927"/>
                <a:gd name="connsiteY4" fmla="*/ 6390 h 6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27" h="6390">
                  <a:moveTo>
                    <a:pt x="428" y="6390"/>
                  </a:moveTo>
                  <a:cubicBezTo>
                    <a:pt x="3000" y="4686"/>
                    <a:pt x="5357" y="3195"/>
                    <a:pt x="7928" y="1491"/>
                  </a:cubicBezTo>
                  <a:cubicBezTo>
                    <a:pt x="7713" y="1065"/>
                    <a:pt x="7499" y="426"/>
                    <a:pt x="7285" y="0"/>
                  </a:cubicBezTo>
                  <a:cubicBezTo>
                    <a:pt x="4714" y="1704"/>
                    <a:pt x="2357" y="3408"/>
                    <a:pt x="0" y="5112"/>
                  </a:cubicBezTo>
                  <a:cubicBezTo>
                    <a:pt x="0" y="5538"/>
                    <a:pt x="214" y="5964"/>
                    <a:pt x="428" y="639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6" name="任意多边形: 形状 175"/>
            <p:cNvSpPr/>
            <p:nvPr/>
          </p:nvSpPr>
          <p:spPr>
            <a:xfrm>
              <a:off x="5117425" y="6266605"/>
              <a:ext cx="8142" cy="6602"/>
            </a:xfrm>
            <a:custGeom>
              <a:avLst/>
              <a:gdLst>
                <a:gd name="connsiteX0" fmla="*/ 0 w 8142"/>
                <a:gd name="connsiteY0" fmla="*/ 5325 h 6602"/>
                <a:gd name="connsiteX1" fmla="*/ 429 w 8142"/>
                <a:gd name="connsiteY1" fmla="*/ 6603 h 6602"/>
                <a:gd name="connsiteX2" fmla="*/ 8142 w 8142"/>
                <a:gd name="connsiteY2" fmla="*/ 1491 h 6602"/>
                <a:gd name="connsiteX3" fmla="*/ 7714 w 8142"/>
                <a:gd name="connsiteY3" fmla="*/ 0 h 6602"/>
                <a:gd name="connsiteX4" fmla="*/ 0 w 8142"/>
                <a:gd name="connsiteY4" fmla="*/ 5325 h 6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2" h="6602">
                  <a:moveTo>
                    <a:pt x="0" y="5325"/>
                  </a:moveTo>
                  <a:cubicBezTo>
                    <a:pt x="214" y="5751"/>
                    <a:pt x="214" y="6177"/>
                    <a:pt x="429" y="6603"/>
                  </a:cubicBezTo>
                  <a:cubicBezTo>
                    <a:pt x="3000" y="4899"/>
                    <a:pt x="5571" y="3195"/>
                    <a:pt x="8142" y="1491"/>
                  </a:cubicBezTo>
                  <a:cubicBezTo>
                    <a:pt x="7928" y="1065"/>
                    <a:pt x="7714" y="426"/>
                    <a:pt x="7714" y="0"/>
                  </a:cubicBezTo>
                  <a:cubicBezTo>
                    <a:pt x="4928" y="1917"/>
                    <a:pt x="2571" y="3621"/>
                    <a:pt x="0" y="5325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7" name="任意多边形: 形状 176"/>
            <p:cNvSpPr/>
            <p:nvPr/>
          </p:nvSpPr>
          <p:spPr>
            <a:xfrm>
              <a:off x="5115068" y="6260002"/>
              <a:ext cx="9856" cy="12141"/>
            </a:xfrm>
            <a:custGeom>
              <a:avLst/>
              <a:gdLst>
                <a:gd name="connsiteX0" fmla="*/ 0 w 9856"/>
                <a:gd name="connsiteY0" fmla="*/ 5112 h 12141"/>
                <a:gd name="connsiteX1" fmla="*/ 2143 w 9856"/>
                <a:gd name="connsiteY1" fmla="*/ 12141 h 12141"/>
                <a:gd name="connsiteX2" fmla="*/ 9856 w 9856"/>
                <a:gd name="connsiteY2" fmla="*/ 6816 h 12141"/>
                <a:gd name="connsiteX3" fmla="*/ 7714 w 9856"/>
                <a:gd name="connsiteY3" fmla="*/ 0 h 12141"/>
                <a:gd name="connsiteX4" fmla="*/ 0 w 9856"/>
                <a:gd name="connsiteY4" fmla="*/ 5112 h 12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6" h="12141">
                  <a:moveTo>
                    <a:pt x="0" y="5112"/>
                  </a:moveTo>
                  <a:cubicBezTo>
                    <a:pt x="857" y="7455"/>
                    <a:pt x="1500" y="9798"/>
                    <a:pt x="2143" y="12141"/>
                  </a:cubicBezTo>
                  <a:cubicBezTo>
                    <a:pt x="4714" y="10437"/>
                    <a:pt x="7285" y="8733"/>
                    <a:pt x="9856" y="6816"/>
                  </a:cubicBezTo>
                  <a:cubicBezTo>
                    <a:pt x="9213" y="4686"/>
                    <a:pt x="8357" y="2343"/>
                    <a:pt x="7714" y="0"/>
                  </a:cubicBezTo>
                  <a:cubicBezTo>
                    <a:pt x="5143" y="1704"/>
                    <a:pt x="2571" y="3408"/>
                    <a:pt x="0" y="5112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8" name="任意多边形: 形状 177"/>
            <p:cNvSpPr/>
            <p:nvPr/>
          </p:nvSpPr>
          <p:spPr>
            <a:xfrm>
              <a:off x="4739023" y="6530509"/>
              <a:ext cx="9427" cy="14696"/>
            </a:xfrm>
            <a:custGeom>
              <a:avLst/>
              <a:gdLst>
                <a:gd name="connsiteX0" fmla="*/ 7714 w 9427"/>
                <a:gd name="connsiteY0" fmla="*/ 0 h 14696"/>
                <a:gd name="connsiteX1" fmla="*/ 0 w 9427"/>
                <a:gd name="connsiteY1" fmla="*/ 5964 h 14696"/>
                <a:gd name="connsiteX2" fmla="*/ 1714 w 9427"/>
                <a:gd name="connsiteY2" fmla="*/ 14697 h 14696"/>
                <a:gd name="connsiteX3" fmla="*/ 9428 w 9427"/>
                <a:gd name="connsiteY3" fmla="*/ 8733 h 14696"/>
                <a:gd name="connsiteX4" fmla="*/ 7714 w 9427"/>
                <a:gd name="connsiteY4" fmla="*/ 0 h 14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7" h="14696">
                  <a:moveTo>
                    <a:pt x="7714" y="0"/>
                  </a:moveTo>
                  <a:cubicBezTo>
                    <a:pt x="5143" y="1917"/>
                    <a:pt x="2571" y="4047"/>
                    <a:pt x="0" y="5964"/>
                  </a:cubicBezTo>
                  <a:cubicBezTo>
                    <a:pt x="643" y="8946"/>
                    <a:pt x="1071" y="11715"/>
                    <a:pt x="1714" y="14697"/>
                  </a:cubicBezTo>
                  <a:cubicBezTo>
                    <a:pt x="4285" y="12780"/>
                    <a:pt x="6857" y="10650"/>
                    <a:pt x="9428" y="8733"/>
                  </a:cubicBezTo>
                  <a:cubicBezTo>
                    <a:pt x="8785" y="5751"/>
                    <a:pt x="8357" y="2982"/>
                    <a:pt x="7714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9" name="任意多边形: 形状 178"/>
            <p:cNvSpPr/>
            <p:nvPr/>
          </p:nvSpPr>
          <p:spPr>
            <a:xfrm>
              <a:off x="4738809" y="6529870"/>
              <a:ext cx="7927" cy="6602"/>
            </a:xfrm>
            <a:custGeom>
              <a:avLst/>
              <a:gdLst>
                <a:gd name="connsiteX0" fmla="*/ 214 w 7927"/>
                <a:gd name="connsiteY0" fmla="*/ 6603 h 6602"/>
                <a:gd name="connsiteX1" fmla="*/ 7928 w 7927"/>
                <a:gd name="connsiteY1" fmla="*/ 639 h 6602"/>
                <a:gd name="connsiteX2" fmla="*/ 7714 w 7927"/>
                <a:gd name="connsiteY2" fmla="*/ 0 h 6602"/>
                <a:gd name="connsiteX3" fmla="*/ 0 w 7927"/>
                <a:gd name="connsiteY3" fmla="*/ 6390 h 6602"/>
                <a:gd name="connsiteX4" fmla="*/ 214 w 7927"/>
                <a:gd name="connsiteY4" fmla="*/ 6603 h 6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27" h="6602">
                  <a:moveTo>
                    <a:pt x="214" y="6603"/>
                  </a:moveTo>
                  <a:cubicBezTo>
                    <a:pt x="2785" y="4686"/>
                    <a:pt x="5357" y="2556"/>
                    <a:pt x="7928" y="639"/>
                  </a:cubicBezTo>
                  <a:cubicBezTo>
                    <a:pt x="7928" y="426"/>
                    <a:pt x="7928" y="213"/>
                    <a:pt x="7714" y="0"/>
                  </a:cubicBezTo>
                  <a:cubicBezTo>
                    <a:pt x="5142" y="2130"/>
                    <a:pt x="2571" y="4260"/>
                    <a:pt x="0" y="6390"/>
                  </a:cubicBezTo>
                  <a:cubicBezTo>
                    <a:pt x="214" y="6390"/>
                    <a:pt x="214" y="6603"/>
                    <a:pt x="214" y="6603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0" name="任意多边形: 形状 179"/>
            <p:cNvSpPr/>
            <p:nvPr/>
          </p:nvSpPr>
          <p:spPr>
            <a:xfrm>
              <a:off x="4738809" y="6529444"/>
              <a:ext cx="7927" cy="6816"/>
            </a:xfrm>
            <a:custGeom>
              <a:avLst/>
              <a:gdLst>
                <a:gd name="connsiteX0" fmla="*/ 0 w 7927"/>
                <a:gd name="connsiteY0" fmla="*/ 6177 h 6816"/>
                <a:gd name="connsiteX1" fmla="*/ 214 w 7927"/>
                <a:gd name="connsiteY1" fmla="*/ 6816 h 6816"/>
                <a:gd name="connsiteX2" fmla="*/ 7928 w 7927"/>
                <a:gd name="connsiteY2" fmla="*/ 426 h 6816"/>
                <a:gd name="connsiteX3" fmla="*/ 7928 w 7927"/>
                <a:gd name="connsiteY3" fmla="*/ 0 h 6816"/>
                <a:gd name="connsiteX4" fmla="*/ 0 w 7927"/>
                <a:gd name="connsiteY4" fmla="*/ 6177 h 6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27" h="6816">
                  <a:moveTo>
                    <a:pt x="0" y="6177"/>
                  </a:moveTo>
                  <a:cubicBezTo>
                    <a:pt x="0" y="6390"/>
                    <a:pt x="0" y="6603"/>
                    <a:pt x="214" y="6816"/>
                  </a:cubicBezTo>
                  <a:cubicBezTo>
                    <a:pt x="2785" y="4686"/>
                    <a:pt x="5357" y="2557"/>
                    <a:pt x="7928" y="426"/>
                  </a:cubicBezTo>
                  <a:cubicBezTo>
                    <a:pt x="7928" y="213"/>
                    <a:pt x="7928" y="213"/>
                    <a:pt x="7928" y="0"/>
                  </a:cubicBezTo>
                  <a:cubicBezTo>
                    <a:pt x="5142" y="1918"/>
                    <a:pt x="2571" y="4047"/>
                    <a:pt x="0" y="6177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1" name="任意多边形: 形状 180"/>
            <p:cNvSpPr/>
            <p:nvPr/>
          </p:nvSpPr>
          <p:spPr>
            <a:xfrm>
              <a:off x="4737094" y="6520285"/>
              <a:ext cx="7713" cy="6390"/>
            </a:xfrm>
            <a:custGeom>
              <a:avLst/>
              <a:gdLst>
                <a:gd name="connsiteX0" fmla="*/ 7714 w 7713"/>
                <a:gd name="connsiteY0" fmla="*/ 0 h 6390"/>
                <a:gd name="connsiteX1" fmla="*/ 0 w 7713"/>
                <a:gd name="connsiteY1" fmla="*/ 5964 h 6390"/>
                <a:gd name="connsiteX2" fmla="*/ 0 w 7713"/>
                <a:gd name="connsiteY2" fmla="*/ 6390 h 6390"/>
                <a:gd name="connsiteX3" fmla="*/ 7714 w 7713"/>
                <a:gd name="connsiteY3" fmla="*/ 0 h 6390"/>
                <a:gd name="connsiteX4" fmla="*/ 7714 w 7713"/>
                <a:gd name="connsiteY4" fmla="*/ 0 h 6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13" h="6390">
                  <a:moveTo>
                    <a:pt x="7714" y="0"/>
                  </a:moveTo>
                  <a:cubicBezTo>
                    <a:pt x="5143" y="1917"/>
                    <a:pt x="2571" y="4047"/>
                    <a:pt x="0" y="5964"/>
                  </a:cubicBezTo>
                  <a:cubicBezTo>
                    <a:pt x="0" y="6177"/>
                    <a:pt x="0" y="6177"/>
                    <a:pt x="0" y="6390"/>
                  </a:cubicBezTo>
                  <a:cubicBezTo>
                    <a:pt x="2571" y="4260"/>
                    <a:pt x="5143" y="2130"/>
                    <a:pt x="7714" y="0"/>
                  </a:cubicBezTo>
                  <a:cubicBezTo>
                    <a:pt x="7714" y="0"/>
                    <a:pt x="7714" y="0"/>
                    <a:pt x="7714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2" name="任意多边形: 形状 181"/>
            <p:cNvSpPr/>
            <p:nvPr/>
          </p:nvSpPr>
          <p:spPr>
            <a:xfrm>
              <a:off x="4639173" y="6329865"/>
              <a:ext cx="1446" cy="159"/>
            </a:xfrm>
            <a:custGeom>
              <a:avLst/>
              <a:gdLst>
                <a:gd name="connsiteX0" fmla="*/ 1286 w 1446"/>
                <a:gd name="connsiteY0" fmla="*/ 0 h 159"/>
                <a:gd name="connsiteX1" fmla="*/ 0 w 1446"/>
                <a:gd name="connsiteY1" fmla="*/ 0 h 159"/>
                <a:gd name="connsiteX2" fmla="*/ 1286 w 1446"/>
                <a:gd name="connsiteY2" fmla="*/ 0 h 159"/>
                <a:gd name="connsiteX3" fmla="*/ 1286 w 1446"/>
                <a:gd name="connsiteY3" fmla="*/ 0 h 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6" h="159">
                  <a:moveTo>
                    <a:pt x="1286" y="0"/>
                  </a:moveTo>
                  <a:cubicBezTo>
                    <a:pt x="857" y="0"/>
                    <a:pt x="429" y="0"/>
                    <a:pt x="0" y="0"/>
                  </a:cubicBezTo>
                  <a:cubicBezTo>
                    <a:pt x="429" y="0"/>
                    <a:pt x="1071" y="213"/>
                    <a:pt x="1286" y="0"/>
                  </a:cubicBezTo>
                  <a:cubicBezTo>
                    <a:pt x="1500" y="213"/>
                    <a:pt x="1500" y="213"/>
                    <a:pt x="1286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3" name="任意多边形: 形状 182"/>
            <p:cNvSpPr/>
            <p:nvPr/>
          </p:nvSpPr>
          <p:spPr>
            <a:xfrm>
              <a:off x="4737094" y="6520285"/>
              <a:ext cx="7927" cy="6816"/>
            </a:xfrm>
            <a:custGeom>
              <a:avLst/>
              <a:gdLst>
                <a:gd name="connsiteX0" fmla="*/ 0 w 7927"/>
                <a:gd name="connsiteY0" fmla="*/ 6177 h 6816"/>
                <a:gd name="connsiteX1" fmla="*/ 214 w 7927"/>
                <a:gd name="connsiteY1" fmla="*/ 6816 h 6816"/>
                <a:gd name="connsiteX2" fmla="*/ 7928 w 7927"/>
                <a:gd name="connsiteY2" fmla="*/ 852 h 6816"/>
                <a:gd name="connsiteX3" fmla="*/ 7714 w 7927"/>
                <a:gd name="connsiteY3" fmla="*/ 0 h 6816"/>
                <a:gd name="connsiteX4" fmla="*/ 0 w 7927"/>
                <a:gd name="connsiteY4" fmla="*/ 6177 h 6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27" h="6816">
                  <a:moveTo>
                    <a:pt x="0" y="6177"/>
                  </a:moveTo>
                  <a:cubicBezTo>
                    <a:pt x="0" y="6390"/>
                    <a:pt x="0" y="6603"/>
                    <a:pt x="214" y="6816"/>
                  </a:cubicBezTo>
                  <a:cubicBezTo>
                    <a:pt x="2786" y="4899"/>
                    <a:pt x="5357" y="2769"/>
                    <a:pt x="7928" y="852"/>
                  </a:cubicBezTo>
                  <a:cubicBezTo>
                    <a:pt x="7928" y="639"/>
                    <a:pt x="7714" y="213"/>
                    <a:pt x="7714" y="0"/>
                  </a:cubicBezTo>
                  <a:cubicBezTo>
                    <a:pt x="5143" y="2130"/>
                    <a:pt x="2571" y="4260"/>
                    <a:pt x="0" y="6177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4" name="任意多边形: 形状 183"/>
            <p:cNvSpPr/>
            <p:nvPr/>
          </p:nvSpPr>
          <p:spPr>
            <a:xfrm>
              <a:off x="5114425" y="6258085"/>
              <a:ext cx="8356" cy="7029"/>
            </a:xfrm>
            <a:custGeom>
              <a:avLst/>
              <a:gdLst>
                <a:gd name="connsiteX0" fmla="*/ 643 w 8356"/>
                <a:gd name="connsiteY0" fmla="*/ 7029 h 7029"/>
                <a:gd name="connsiteX1" fmla="*/ 8357 w 8356"/>
                <a:gd name="connsiteY1" fmla="*/ 1917 h 7029"/>
                <a:gd name="connsiteX2" fmla="*/ 7714 w 8356"/>
                <a:gd name="connsiteY2" fmla="*/ 0 h 7029"/>
                <a:gd name="connsiteX3" fmla="*/ 0 w 8356"/>
                <a:gd name="connsiteY3" fmla="*/ 5112 h 7029"/>
                <a:gd name="connsiteX4" fmla="*/ 643 w 8356"/>
                <a:gd name="connsiteY4" fmla="*/ 7029 h 7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6" h="7029">
                  <a:moveTo>
                    <a:pt x="643" y="7029"/>
                  </a:moveTo>
                  <a:cubicBezTo>
                    <a:pt x="3214" y="5325"/>
                    <a:pt x="5785" y="3621"/>
                    <a:pt x="8357" y="1917"/>
                  </a:cubicBezTo>
                  <a:cubicBezTo>
                    <a:pt x="8142" y="1278"/>
                    <a:pt x="7928" y="639"/>
                    <a:pt x="7714" y="0"/>
                  </a:cubicBezTo>
                  <a:cubicBezTo>
                    <a:pt x="5142" y="1704"/>
                    <a:pt x="2571" y="3408"/>
                    <a:pt x="0" y="5112"/>
                  </a:cubicBezTo>
                  <a:cubicBezTo>
                    <a:pt x="214" y="5751"/>
                    <a:pt x="429" y="6390"/>
                    <a:pt x="643" y="7029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5" name="任意多边形: 形状 184"/>
            <p:cNvSpPr/>
            <p:nvPr/>
          </p:nvSpPr>
          <p:spPr>
            <a:xfrm>
              <a:off x="5112282" y="6251482"/>
              <a:ext cx="8571" cy="7667"/>
            </a:xfrm>
            <a:custGeom>
              <a:avLst/>
              <a:gdLst>
                <a:gd name="connsiteX0" fmla="*/ 0 w 8571"/>
                <a:gd name="connsiteY0" fmla="*/ 4899 h 7667"/>
                <a:gd name="connsiteX1" fmla="*/ 857 w 8571"/>
                <a:gd name="connsiteY1" fmla="*/ 7668 h 7667"/>
                <a:gd name="connsiteX2" fmla="*/ 8571 w 8571"/>
                <a:gd name="connsiteY2" fmla="*/ 2769 h 7667"/>
                <a:gd name="connsiteX3" fmla="*/ 7500 w 8571"/>
                <a:gd name="connsiteY3" fmla="*/ 0 h 7667"/>
                <a:gd name="connsiteX4" fmla="*/ 0 w 8571"/>
                <a:gd name="connsiteY4" fmla="*/ 4899 h 7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1" h="7667">
                  <a:moveTo>
                    <a:pt x="0" y="4899"/>
                  </a:moveTo>
                  <a:cubicBezTo>
                    <a:pt x="429" y="5751"/>
                    <a:pt x="643" y="6603"/>
                    <a:pt x="857" y="7668"/>
                  </a:cubicBezTo>
                  <a:cubicBezTo>
                    <a:pt x="3428" y="5964"/>
                    <a:pt x="6000" y="4473"/>
                    <a:pt x="8571" y="2769"/>
                  </a:cubicBezTo>
                  <a:cubicBezTo>
                    <a:pt x="8142" y="1917"/>
                    <a:pt x="7714" y="852"/>
                    <a:pt x="7500" y="0"/>
                  </a:cubicBezTo>
                  <a:cubicBezTo>
                    <a:pt x="4928" y="1704"/>
                    <a:pt x="2357" y="3195"/>
                    <a:pt x="0" y="4899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6" name="任意多边形: 形状 185"/>
            <p:cNvSpPr/>
            <p:nvPr/>
          </p:nvSpPr>
          <p:spPr>
            <a:xfrm>
              <a:off x="5113140" y="6254251"/>
              <a:ext cx="8999" cy="8945"/>
            </a:xfrm>
            <a:custGeom>
              <a:avLst/>
              <a:gdLst>
                <a:gd name="connsiteX0" fmla="*/ 0 w 8999"/>
                <a:gd name="connsiteY0" fmla="*/ 4899 h 8945"/>
                <a:gd name="connsiteX1" fmla="*/ 1286 w 8999"/>
                <a:gd name="connsiteY1" fmla="*/ 8946 h 8945"/>
                <a:gd name="connsiteX2" fmla="*/ 8999 w 8999"/>
                <a:gd name="connsiteY2" fmla="*/ 3834 h 8945"/>
                <a:gd name="connsiteX3" fmla="*/ 7714 w 8999"/>
                <a:gd name="connsiteY3" fmla="*/ 0 h 8945"/>
                <a:gd name="connsiteX4" fmla="*/ 0 w 8999"/>
                <a:gd name="connsiteY4" fmla="*/ 4899 h 8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9" h="8945">
                  <a:moveTo>
                    <a:pt x="0" y="4899"/>
                  </a:moveTo>
                  <a:cubicBezTo>
                    <a:pt x="428" y="6177"/>
                    <a:pt x="857" y="7668"/>
                    <a:pt x="1286" y="8946"/>
                  </a:cubicBezTo>
                  <a:cubicBezTo>
                    <a:pt x="3857" y="7242"/>
                    <a:pt x="6428" y="5538"/>
                    <a:pt x="8999" y="3834"/>
                  </a:cubicBezTo>
                  <a:cubicBezTo>
                    <a:pt x="8571" y="2556"/>
                    <a:pt x="8142" y="1278"/>
                    <a:pt x="7714" y="0"/>
                  </a:cubicBezTo>
                  <a:cubicBezTo>
                    <a:pt x="5142" y="1704"/>
                    <a:pt x="2571" y="3195"/>
                    <a:pt x="0" y="4899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7" name="任意多边形: 形状 186"/>
            <p:cNvSpPr/>
            <p:nvPr/>
          </p:nvSpPr>
          <p:spPr>
            <a:xfrm>
              <a:off x="4737309" y="6521137"/>
              <a:ext cx="8785" cy="11075"/>
            </a:xfrm>
            <a:custGeom>
              <a:avLst/>
              <a:gdLst>
                <a:gd name="connsiteX0" fmla="*/ 7714 w 8785"/>
                <a:gd name="connsiteY0" fmla="*/ 0 h 11075"/>
                <a:gd name="connsiteX1" fmla="*/ 0 w 8785"/>
                <a:gd name="connsiteY1" fmla="*/ 5964 h 11075"/>
                <a:gd name="connsiteX2" fmla="*/ 1071 w 8785"/>
                <a:gd name="connsiteY2" fmla="*/ 11076 h 11075"/>
                <a:gd name="connsiteX3" fmla="*/ 8785 w 8785"/>
                <a:gd name="connsiteY3" fmla="*/ 5112 h 11075"/>
                <a:gd name="connsiteX4" fmla="*/ 7714 w 8785"/>
                <a:gd name="connsiteY4" fmla="*/ 0 h 1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85" h="11075">
                  <a:moveTo>
                    <a:pt x="7714" y="0"/>
                  </a:moveTo>
                  <a:cubicBezTo>
                    <a:pt x="5143" y="1917"/>
                    <a:pt x="2571" y="4047"/>
                    <a:pt x="0" y="5964"/>
                  </a:cubicBezTo>
                  <a:cubicBezTo>
                    <a:pt x="429" y="7668"/>
                    <a:pt x="643" y="9372"/>
                    <a:pt x="1071" y="11076"/>
                  </a:cubicBezTo>
                  <a:cubicBezTo>
                    <a:pt x="3643" y="8946"/>
                    <a:pt x="6214" y="7029"/>
                    <a:pt x="8785" y="5112"/>
                  </a:cubicBezTo>
                  <a:cubicBezTo>
                    <a:pt x="8357" y="3408"/>
                    <a:pt x="7928" y="1704"/>
                    <a:pt x="7714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8" name="任意多边形: 形状 187"/>
            <p:cNvSpPr/>
            <p:nvPr/>
          </p:nvSpPr>
          <p:spPr>
            <a:xfrm>
              <a:off x="4738166" y="6526249"/>
              <a:ext cx="8356" cy="9158"/>
            </a:xfrm>
            <a:custGeom>
              <a:avLst/>
              <a:gdLst>
                <a:gd name="connsiteX0" fmla="*/ 7714 w 8356"/>
                <a:gd name="connsiteY0" fmla="*/ 0 h 9158"/>
                <a:gd name="connsiteX1" fmla="*/ 0 w 8356"/>
                <a:gd name="connsiteY1" fmla="*/ 5964 h 9158"/>
                <a:gd name="connsiteX2" fmla="*/ 643 w 8356"/>
                <a:gd name="connsiteY2" fmla="*/ 9159 h 9158"/>
                <a:gd name="connsiteX3" fmla="*/ 8357 w 8356"/>
                <a:gd name="connsiteY3" fmla="*/ 3195 h 9158"/>
                <a:gd name="connsiteX4" fmla="*/ 7714 w 8356"/>
                <a:gd name="connsiteY4" fmla="*/ 0 h 9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6" h="9158">
                  <a:moveTo>
                    <a:pt x="7714" y="0"/>
                  </a:moveTo>
                  <a:cubicBezTo>
                    <a:pt x="5142" y="1917"/>
                    <a:pt x="2571" y="4047"/>
                    <a:pt x="0" y="5964"/>
                  </a:cubicBezTo>
                  <a:cubicBezTo>
                    <a:pt x="214" y="7029"/>
                    <a:pt x="428" y="8094"/>
                    <a:pt x="643" y="9159"/>
                  </a:cubicBezTo>
                  <a:cubicBezTo>
                    <a:pt x="3214" y="7242"/>
                    <a:pt x="5785" y="5112"/>
                    <a:pt x="8357" y="3195"/>
                  </a:cubicBezTo>
                  <a:cubicBezTo>
                    <a:pt x="8142" y="2130"/>
                    <a:pt x="7928" y="1065"/>
                    <a:pt x="7714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9" name="任意多边形: 形状 188"/>
            <p:cNvSpPr/>
            <p:nvPr/>
          </p:nvSpPr>
          <p:spPr>
            <a:xfrm>
              <a:off x="4879584" y="6446375"/>
              <a:ext cx="124705" cy="49202"/>
            </a:xfrm>
            <a:custGeom>
              <a:avLst/>
              <a:gdLst>
                <a:gd name="connsiteX0" fmla="*/ 0 w 124705"/>
                <a:gd name="connsiteY0" fmla="*/ 7242 h 49202"/>
                <a:gd name="connsiteX1" fmla="*/ 121706 w 124705"/>
                <a:gd name="connsiteY1" fmla="*/ 49202 h 49202"/>
                <a:gd name="connsiteX2" fmla="*/ 121063 w 124705"/>
                <a:gd name="connsiteY2" fmla="*/ 41961 h 49202"/>
                <a:gd name="connsiteX3" fmla="*/ 124706 w 124705"/>
                <a:gd name="connsiteY3" fmla="*/ 38127 h 49202"/>
                <a:gd name="connsiteX4" fmla="*/ 12214 w 124705"/>
                <a:gd name="connsiteY4" fmla="*/ 0 h 49202"/>
                <a:gd name="connsiteX5" fmla="*/ 0 w 124705"/>
                <a:gd name="connsiteY5" fmla="*/ 7242 h 49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4705" h="49202">
                  <a:moveTo>
                    <a:pt x="0" y="7242"/>
                  </a:moveTo>
                  <a:cubicBezTo>
                    <a:pt x="39640" y="23217"/>
                    <a:pt x="80137" y="37275"/>
                    <a:pt x="121706" y="49202"/>
                  </a:cubicBezTo>
                  <a:cubicBezTo>
                    <a:pt x="120634" y="46860"/>
                    <a:pt x="119992" y="44304"/>
                    <a:pt x="121063" y="41961"/>
                  </a:cubicBezTo>
                  <a:cubicBezTo>
                    <a:pt x="121706" y="40257"/>
                    <a:pt x="122991" y="38979"/>
                    <a:pt x="124706" y="38127"/>
                  </a:cubicBezTo>
                  <a:cubicBezTo>
                    <a:pt x="86566" y="27051"/>
                    <a:pt x="49068" y="14484"/>
                    <a:pt x="12214" y="0"/>
                  </a:cubicBezTo>
                  <a:cubicBezTo>
                    <a:pt x="8142" y="2343"/>
                    <a:pt x="4071" y="4899"/>
                    <a:pt x="0" y="7242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0" name="任意多边形: 形状 189"/>
            <p:cNvSpPr/>
            <p:nvPr/>
          </p:nvSpPr>
          <p:spPr>
            <a:xfrm>
              <a:off x="4869085" y="6441263"/>
              <a:ext cx="22712" cy="12353"/>
            </a:xfrm>
            <a:custGeom>
              <a:avLst/>
              <a:gdLst>
                <a:gd name="connsiteX0" fmla="*/ 0 w 22712"/>
                <a:gd name="connsiteY0" fmla="*/ 8094 h 12353"/>
                <a:gd name="connsiteX1" fmla="*/ 10499 w 22712"/>
                <a:gd name="connsiteY1" fmla="*/ 12354 h 12353"/>
                <a:gd name="connsiteX2" fmla="*/ 22713 w 22712"/>
                <a:gd name="connsiteY2" fmla="*/ 4899 h 12353"/>
                <a:gd name="connsiteX3" fmla="*/ 10928 w 22712"/>
                <a:gd name="connsiteY3" fmla="*/ 0 h 12353"/>
                <a:gd name="connsiteX4" fmla="*/ 0 w 22712"/>
                <a:gd name="connsiteY4" fmla="*/ 8094 h 12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12" h="12353">
                  <a:moveTo>
                    <a:pt x="0" y="8094"/>
                  </a:moveTo>
                  <a:cubicBezTo>
                    <a:pt x="3428" y="9585"/>
                    <a:pt x="7071" y="11076"/>
                    <a:pt x="10499" y="12354"/>
                  </a:cubicBezTo>
                  <a:cubicBezTo>
                    <a:pt x="14570" y="9798"/>
                    <a:pt x="18641" y="7455"/>
                    <a:pt x="22713" y="4899"/>
                  </a:cubicBezTo>
                  <a:cubicBezTo>
                    <a:pt x="18856" y="3408"/>
                    <a:pt x="14784" y="1491"/>
                    <a:pt x="10928" y="0"/>
                  </a:cubicBezTo>
                  <a:cubicBezTo>
                    <a:pt x="7285" y="2769"/>
                    <a:pt x="3643" y="5325"/>
                    <a:pt x="0" y="8094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1" name="任意多边形: 形状 190"/>
            <p:cNvSpPr/>
            <p:nvPr/>
          </p:nvSpPr>
          <p:spPr>
            <a:xfrm>
              <a:off x="4869085" y="6441263"/>
              <a:ext cx="11141" cy="8094"/>
            </a:xfrm>
            <a:custGeom>
              <a:avLst/>
              <a:gdLst>
                <a:gd name="connsiteX0" fmla="*/ 0 w 11141"/>
                <a:gd name="connsiteY0" fmla="*/ 8094 h 8094"/>
                <a:gd name="connsiteX1" fmla="*/ 0 w 11141"/>
                <a:gd name="connsiteY1" fmla="*/ 8094 h 8094"/>
                <a:gd name="connsiteX2" fmla="*/ 11142 w 11141"/>
                <a:gd name="connsiteY2" fmla="*/ 213 h 8094"/>
                <a:gd name="connsiteX3" fmla="*/ 10928 w 11141"/>
                <a:gd name="connsiteY3" fmla="*/ 0 h 8094"/>
                <a:gd name="connsiteX4" fmla="*/ 0 w 11141"/>
                <a:gd name="connsiteY4" fmla="*/ 8094 h 8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41" h="8094">
                  <a:moveTo>
                    <a:pt x="0" y="8094"/>
                  </a:moveTo>
                  <a:cubicBezTo>
                    <a:pt x="0" y="8094"/>
                    <a:pt x="0" y="8094"/>
                    <a:pt x="0" y="8094"/>
                  </a:cubicBezTo>
                  <a:cubicBezTo>
                    <a:pt x="3857" y="5538"/>
                    <a:pt x="7499" y="2769"/>
                    <a:pt x="11142" y="213"/>
                  </a:cubicBezTo>
                  <a:cubicBezTo>
                    <a:pt x="11142" y="213"/>
                    <a:pt x="10928" y="213"/>
                    <a:pt x="10928" y="0"/>
                  </a:cubicBezTo>
                  <a:cubicBezTo>
                    <a:pt x="7071" y="2769"/>
                    <a:pt x="3428" y="5325"/>
                    <a:pt x="0" y="8094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2" name="任意多边形: 形状 191"/>
            <p:cNvSpPr/>
            <p:nvPr/>
          </p:nvSpPr>
          <p:spPr>
            <a:xfrm>
              <a:off x="4867585" y="6440624"/>
              <a:ext cx="11999" cy="8732"/>
            </a:xfrm>
            <a:custGeom>
              <a:avLst/>
              <a:gdLst>
                <a:gd name="connsiteX0" fmla="*/ 0 w 11999"/>
                <a:gd name="connsiteY0" fmla="*/ 8094 h 8732"/>
                <a:gd name="connsiteX1" fmla="*/ 1286 w 11999"/>
                <a:gd name="connsiteY1" fmla="*/ 8733 h 8732"/>
                <a:gd name="connsiteX2" fmla="*/ 11999 w 11999"/>
                <a:gd name="connsiteY2" fmla="*/ 639 h 8732"/>
                <a:gd name="connsiteX3" fmla="*/ 10714 w 11999"/>
                <a:gd name="connsiteY3" fmla="*/ 0 h 8732"/>
                <a:gd name="connsiteX4" fmla="*/ 0 w 11999"/>
                <a:gd name="connsiteY4" fmla="*/ 8094 h 8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99" h="8732">
                  <a:moveTo>
                    <a:pt x="0" y="8094"/>
                  </a:moveTo>
                  <a:cubicBezTo>
                    <a:pt x="429" y="8307"/>
                    <a:pt x="857" y="8520"/>
                    <a:pt x="1286" y="8733"/>
                  </a:cubicBezTo>
                  <a:cubicBezTo>
                    <a:pt x="4928" y="5964"/>
                    <a:pt x="8357" y="3408"/>
                    <a:pt x="11999" y="639"/>
                  </a:cubicBezTo>
                  <a:cubicBezTo>
                    <a:pt x="11571" y="426"/>
                    <a:pt x="11142" y="213"/>
                    <a:pt x="10714" y="0"/>
                  </a:cubicBezTo>
                  <a:cubicBezTo>
                    <a:pt x="7285" y="2769"/>
                    <a:pt x="3643" y="5538"/>
                    <a:pt x="0" y="8094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3" name="任意多边形: 形状 192"/>
            <p:cNvSpPr/>
            <p:nvPr/>
          </p:nvSpPr>
          <p:spPr>
            <a:xfrm>
              <a:off x="4830088" y="6419963"/>
              <a:ext cx="29783" cy="21086"/>
            </a:xfrm>
            <a:custGeom>
              <a:avLst/>
              <a:gdLst>
                <a:gd name="connsiteX0" fmla="*/ 3214 w 29783"/>
                <a:gd name="connsiteY0" fmla="*/ 14270 h 21086"/>
                <a:gd name="connsiteX1" fmla="*/ 18856 w 29783"/>
                <a:gd name="connsiteY1" fmla="*/ 21087 h 21086"/>
                <a:gd name="connsiteX2" fmla="*/ 29784 w 29783"/>
                <a:gd name="connsiteY2" fmla="*/ 12993 h 21086"/>
                <a:gd name="connsiteX3" fmla="*/ 0 w 29783"/>
                <a:gd name="connsiteY3" fmla="*/ 0 h 21086"/>
                <a:gd name="connsiteX4" fmla="*/ 3214 w 29783"/>
                <a:gd name="connsiteY4" fmla="*/ 14270 h 2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83" h="21086">
                  <a:moveTo>
                    <a:pt x="3214" y="14270"/>
                  </a:moveTo>
                  <a:cubicBezTo>
                    <a:pt x="8357" y="16614"/>
                    <a:pt x="13713" y="18744"/>
                    <a:pt x="18856" y="21087"/>
                  </a:cubicBezTo>
                  <a:cubicBezTo>
                    <a:pt x="22498" y="18317"/>
                    <a:pt x="26141" y="15762"/>
                    <a:pt x="29784" y="12993"/>
                  </a:cubicBezTo>
                  <a:cubicBezTo>
                    <a:pt x="19927" y="8733"/>
                    <a:pt x="9857" y="4473"/>
                    <a:pt x="0" y="0"/>
                  </a:cubicBezTo>
                  <a:cubicBezTo>
                    <a:pt x="1500" y="4899"/>
                    <a:pt x="2571" y="9585"/>
                    <a:pt x="3214" y="1427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4" name="任意多边形: 形状 193"/>
            <p:cNvSpPr/>
            <p:nvPr/>
          </p:nvSpPr>
          <p:spPr>
            <a:xfrm>
              <a:off x="4712025" y="6372464"/>
              <a:ext cx="98136" cy="48776"/>
            </a:xfrm>
            <a:custGeom>
              <a:avLst/>
              <a:gdLst>
                <a:gd name="connsiteX0" fmla="*/ 34926 w 98136"/>
                <a:gd name="connsiteY0" fmla="*/ 20022 h 48776"/>
                <a:gd name="connsiteX1" fmla="*/ 71138 w 98136"/>
                <a:gd name="connsiteY1" fmla="*/ 37914 h 48776"/>
                <a:gd name="connsiteX2" fmla="*/ 94279 w 98136"/>
                <a:gd name="connsiteY2" fmla="*/ 48777 h 48776"/>
                <a:gd name="connsiteX3" fmla="*/ 96422 w 98136"/>
                <a:gd name="connsiteY3" fmla="*/ 45582 h 48776"/>
                <a:gd name="connsiteX4" fmla="*/ 98136 w 98136"/>
                <a:gd name="connsiteY4" fmla="*/ 42387 h 48776"/>
                <a:gd name="connsiteX5" fmla="*/ 95565 w 98136"/>
                <a:gd name="connsiteY5" fmla="*/ 36636 h 48776"/>
                <a:gd name="connsiteX6" fmla="*/ 71138 w 98136"/>
                <a:gd name="connsiteY6" fmla="*/ 25134 h 48776"/>
                <a:gd name="connsiteX7" fmla="*/ 68567 w 98136"/>
                <a:gd name="connsiteY7" fmla="*/ 23856 h 48776"/>
                <a:gd name="connsiteX8" fmla="*/ 0 w 98136"/>
                <a:gd name="connsiteY8" fmla="*/ 0 h 48776"/>
                <a:gd name="connsiteX9" fmla="*/ 34926 w 98136"/>
                <a:gd name="connsiteY9" fmla="*/ 20022 h 4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136" h="48776">
                  <a:moveTo>
                    <a:pt x="34926" y="20022"/>
                  </a:moveTo>
                  <a:cubicBezTo>
                    <a:pt x="46925" y="25986"/>
                    <a:pt x="59139" y="31950"/>
                    <a:pt x="71138" y="37914"/>
                  </a:cubicBezTo>
                  <a:cubicBezTo>
                    <a:pt x="78851" y="41748"/>
                    <a:pt x="86565" y="45155"/>
                    <a:pt x="94279" y="48777"/>
                  </a:cubicBezTo>
                  <a:cubicBezTo>
                    <a:pt x="94922" y="47712"/>
                    <a:pt x="95779" y="46860"/>
                    <a:pt x="96422" y="45582"/>
                  </a:cubicBezTo>
                  <a:cubicBezTo>
                    <a:pt x="97065" y="44516"/>
                    <a:pt x="97493" y="43452"/>
                    <a:pt x="98136" y="42387"/>
                  </a:cubicBezTo>
                  <a:cubicBezTo>
                    <a:pt x="97279" y="40469"/>
                    <a:pt x="96636" y="38553"/>
                    <a:pt x="95565" y="36636"/>
                  </a:cubicBezTo>
                  <a:cubicBezTo>
                    <a:pt x="87422" y="32802"/>
                    <a:pt x="79280" y="29181"/>
                    <a:pt x="71138" y="25134"/>
                  </a:cubicBezTo>
                  <a:cubicBezTo>
                    <a:pt x="70281" y="24708"/>
                    <a:pt x="69423" y="24282"/>
                    <a:pt x="68567" y="23856"/>
                  </a:cubicBezTo>
                  <a:cubicBezTo>
                    <a:pt x="45425" y="16614"/>
                    <a:pt x="22498" y="8733"/>
                    <a:pt x="0" y="0"/>
                  </a:cubicBezTo>
                  <a:cubicBezTo>
                    <a:pt x="11785" y="6603"/>
                    <a:pt x="23355" y="13419"/>
                    <a:pt x="34926" y="20022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5" name="任意多边形: 形状 194"/>
            <p:cNvSpPr/>
            <p:nvPr/>
          </p:nvSpPr>
          <p:spPr>
            <a:xfrm>
              <a:off x="4806304" y="6415064"/>
              <a:ext cx="7499" cy="10010"/>
            </a:xfrm>
            <a:custGeom>
              <a:avLst/>
              <a:gdLst>
                <a:gd name="connsiteX0" fmla="*/ 0 w 7499"/>
                <a:gd name="connsiteY0" fmla="*/ 6390 h 10010"/>
                <a:gd name="connsiteX1" fmla="*/ 7500 w 7499"/>
                <a:gd name="connsiteY1" fmla="*/ 10011 h 10010"/>
                <a:gd name="connsiteX2" fmla="*/ 3857 w 7499"/>
                <a:gd name="connsiteY2" fmla="*/ 0 h 10010"/>
                <a:gd name="connsiteX3" fmla="*/ 2143 w 7499"/>
                <a:gd name="connsiteY3" fmla="*/ 3195 h 10010"/>
                <a:gd name="connsiteX4" fmla="*/ 0 w 7499"/>
                <a:gd name="connsiteY4" fmla="*/ 6390 h 10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9" h="10010">
                  <a:moveTo>
                    <a:pt x="0" y="6390"/>
                  </a:moveTo>
                  <a:cubicBezTo>
                    <a:pt x="2571" y="7668"/>
                    <a:pt x="5143" y="8733"/>
                    <a:pt x="7500" y="10011"/>
                  </a:cubicBezTo>
                  <a:cubicBezTo>
                    <a:pt x="6428" y="6816"/>
                    <a:pt x="5357" y="3408"/>
                    <a:pt x="3857" y="0"/>
                  </a:cubicBezTo>
                  <a:cubicBezTo>
                    <a:pt x="3214" y="1065"/>
                    <a:pt x="2786" y="2130"/>
                    <a:pt x="2143" y="3195"/>
                  </a:cubicBezTo>
                  <a:cubicBezTo>
                    <a:pt x="1286" y="4260"/>
                    <a:pt x="643" y="5325"/>
                    <a:pt x="0" y="639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6" name="任意多边形: 形状 195"/>
            <p:cNvSpPr/>
            <p:nvPr/>
          </p:nvSpPr>
          <p:spPr>
            <a:xfrm>
              <a:off x="4823231" y="6418898"/>
              <a:ext cx="10070" cy="15335"/>
            </a:xfrm>
            <a:custGeom>
              <a:avLst/>
              <a:gdLst>
                <a:gd name="connsiteX0" fmla="*/ 0 w 10070"/>
                <a:gd name="connsiteY0" fmla="*/ 8094 h 15335"/>
                <a:gd name="connsiteX1" fmla="*/ 643 w 10070"/>
                <a:gd name="connsiteY1" fmla="*/ 10863 h 15335"/>
                <a:gd name="connsiteX2" fmla="*/ 10071 w 10070"/>
                <a:gd name="connsiteY2" fmla="*/ 15336 h 15335"/>
                <a:gd name="connsiteX3" fmla="*/ 6856 w 10070"/>
                <a:gd name="connsiteY3" fmla="*/ 1065 h 15335"/>
                <a:gd name="connsiteX4" fmla="*/ 4500 w 10070"/>
                <a:gd name="connsiteY4" fmla="*/ 0 h 15335"/>
                <a:gd name="connsiteX5" fmla="*/ 0 w 10070"/>
                <a:gd name="connsiteY5" fmla="*/ 8094 h 15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70" h="15335">
                  <a:moveTo>
                    <a:pt x="0" y="8094"/>
                  </a:moveTo>
                  <a:cubicBezTo>
                    <a:pt x="214" y="8946"/>
                    <a:pt x="428" y="10011"/>
                    <a:pt x="643" y="10863"/>
                  </a:cubicBezTo>
                  <a:cubicBezTo>
                    <a:pt x="3857" y="12354"/>
                    <a:pt x="6856" y="13845"/>
                    <a:pt x="10071" y="15336"/>
                  </a:cubicBezTo>
                  <a:cubicBezTo>
                    <a:pt x="9428" y="10650"/>
                    <a:pt x="8357" y="5965"/>
                    <a:pt x="6856" y="1065"/>
                  </a:cubicBezTo>
                  <a:cubicBezTo>
                    <a:pt x="6000" y="640"/>
                    <a:pt x="5357" y="213"/>
                    <a:pt x="4500" y="0"/>
                  </a:cubicBezTo>
                  <a:cubicBezTo>
                    <a:pt x="3000" y="2769"/>
                    <a:pt x="1714" y="5538"/>
                    <a:pt x="0" y="8094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7" name="任意多边形: 形状 196"/>
            <p:cNvSpPr/>
            <p:nvPr/>
          </p:nvSpPr>
          <p:spPr>
            <a:xfrm>
              <a:off x="4819588" y="6415064"/>
              <a:ext cx="8142" cy="11927"/>
            </a:xfrm>
            <a:custGeom>
              <a:avLst/>
              <a:gdLst>
                <a:gd name="connsiteX0" fmla="*/ 3643 w 8142"/>
                <a:gd name="connsiteY0" fmla="*/ 11928 h 11927"/>
                <a:gd name="connsiteX1" fmla="*/ 8142 w 8142"/>
                <a:gd name="connsiteY1" fmla="*/ 3834 h 11927"/>
                <a:gd name="connsiteX2" fmla="*/ 214 w 8142"/>
                <a:gd name="connsiteY2" fmla="*/ 0 h 11927"/>
                <a:gd name="connsiteX3" fmla="*/ 0 w 8142"/>
                <a:gd name="connsiteY3" fmla="*/ 426 h 11927"/>
                <a:gd name="connsiteX4" fmla="*/ 3643 w 8142"/>
                <a:gd name="connsiteY4" fmla="*/ 11928 h 11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2" h="11927">
                  <a:moveTo>
                    <a:pt x="3643" y="11928"/>
                  </a:moveTo>
                  <a:cubicBezTo>
                    <a:pt x="5357" y="9159"/>
                    <a:pt x="6643" y="6603"/>
                    <a:pt x="8142" y="3834"/>
                  </a:cubicBezTo>
                  <a:cubicBezTo>
                    <a:pt x="5571" y="2556"/>
                    <a:pt x="2786" y="1278"/>
                    <a:pt x="214" y="0"/>
                  </a:cubicBezTo>
                  <a:cubicBezTo>
                    <a:pt x="214" y="213"/>
                    <a:pt x="0" y="213"/>
                    <a:pt x="0" y="426"/>
                  </a:cubicBezTo>
                  <a:cubicBezTo>
                    <a:pt x="1714" y="4473"/>
                    <a:pt x="2786" y="8307"/>
                    <a:pt x="3643" y="11928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8" name="任意多边形: 形状 197"/>
            <p:cNvSpPr/>
            <p:nvPr/>
          </p:nvSpPr>
          <p:spPr>
            <a:xfrm>
              <a:off x="4819588" y="6415064"/>
              <a:ext cx="428" cy="638"/>
            </a:xfrm>
            <a:custGeom>
              <a:avLst/>
              <a:gdLst>
                <a:gd name="connsiteX0" fmla="*/ 214 w 428"/>
                <a:gd name="connsiteY0" fmla="*/ 639 h 638"/>
                <a:gd name="connsiteX1" fmla="*/ 429 w 428"/>
                <a:gd name="connsiteY1" fmla="*/ 213 h 638"/>
                <a:gd name="connsiteX2" fmla="*/ 0 w 428"/>
                <a:gd name="connsiteY2" fmla="*/ 0 h 638"/>
                <a:gd name="connsiteX3" fmla="*/ 214 w 428"/>
                <a:gd name="connsiteY3" fmla="*/ 639 h 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8" h="638">
                  <a:moveTo>
                    <a:pt x="214" y="639"/>
                  </a:moveTo>
                  <a:cubicBezTo>
                    <a:pt x="214" y="426"/>
                    <a:pt x="429" y="426"/>
                    <a:pt x="429" y="213"/>
                  </a:cubicBezTo>
                  <a:cubicBezTo>
                    <a:pt x="214" y="213"/>
                    <a:pt x="214" y="0"/>
                    <a:pt x="0" y="0"/>
                  </a:cubicBezTo>
                  <a:cubicBezTo>
                    <a:pt x="0" y="213"/>
                    <a:pt x="0" y="426"/>
                    <a:pt x="214" y="639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9" name="任意多边形: 形状 198"/>
            <p:cNvSpPr/>
            <p:nvPr/>
          </p:nvSpPr>
          <p:spPr>
            <a:xfrm>
              <a:off x="4822160" y="6426992"/>
              <a:ext cx="1714" cy="2769"/>
            </a:xfrm>
            <a:custGeom>
              <a:avLst/>
              <a:gdLst>
                <a:gd name="connsiteX0" fmla="*/ 0 w 1714"/>
                <a:gd name="connsiteY0" fmla="*/ 1917 h 2769"/>
                <a:gd name="connsiteX1" fmla="*/ 1714 w 1714"/>
                <a:gd name="connsiteY1" fmla="*/ 2769 h 2769"/>
                <a:gd name="connsiteX2" fmla="*/ 1071 w 1714"/>
                <a:gd name="connsiteY2" fmla="*/ 0 h 2769"/>
                <a:gd name="connsiteX3" fmla="*/ 1071 w 1714"/>
                <a:gd name="connsiteY3" fmla="*/ 213 h 2769"/>
                <a:gd name="connsiteX4" fmla="*/ 0 w 1714"/>
                <a:gd name="connsiteY4" fmla="*/ 1917 h 2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4" h="2769">
                  <a:moveTo>
                    <a:pt x="0" y="1917"/>
                  </a:moveTo>
                  <a:cubicBezTo>
                    <a:pt x="643" y="2130"/>
                    <a:pt x="1286" y="2556"/>
                    <a:pt x="1714" y="2769"/>
                  </a:cubicBezTo>
                  <a:cubicBezTo>
                    <a:pt x="1500" y="1917"/>
                    <a:pt x="1286" y="1065"/>
                    <a:pt x="1071" y="0"/>
                  </a:cubicBezTo>
                  <a:cubicBezTo>
                    <a:pt x="1071" y="0"/>
                    <a:pt x="1071" y="213"/>
                    <a:pt x="1071" y="213"/>
                  </a:cubicBezTo>
                  <a:cubicBezTo>
                    <a:pt x="643" y="852"/>
                    <a:pt x="429" y="1278"/>
                    <a:pt x="0" y="1917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0" name="任意多边形: 形状 199"/>
            <p:cNvSpPr/>
            <p:nvPr/>
          </p:nvSpPr>
          <p:spPr>
            <a:xfrm>
              <a:off x="4807589" y="6409313"/>
              <a:ext cx="4499" cy="5750"/>
            </a:xfrm>
            <a:custGeom>
              <a:avLst/>
              <a:gdLst>
                <a:gd name="connsiteX0" fmla="*/ 2571 w 4499"/>
                <a:gd name="connsiteY0" fmla="*/ 5751 h 5750"/>
                <a:gd name="connsiteX1" fmla="*/ 4500 w 4499"/>
                <a:gd name="connsiteY1" fmla="*/ 2130 h 5750"/>
                <a:gd name="connsiteX2" fmla="*/ 0 w 4499"/>
                <a:gd name="connsiteY2" fmla="*/ 0 h 5750"/>
                <a:gd name="connsiteX3" fmla="*/ 2571 w 4499"/>
                <a:gd name="connsiteY3" fmla="*/ 5751 h 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99" h="5750">
                  <a:moveTo>
                    <a:pt x="2571" y="5751"/>
                  </a:moveTo>
                  <a:cubicBezTo>
                    <a:pt x="3214" y="4686"/>
                    <a:pt x="3857" y="3408"/>
                    <a:pt x="4500" y="2130"/>
                  </a:cubicBezTo>
                  <a:cubicBezTo>
                    <a:pt x="3000" y="1491"/>
                    <a:pt x="1500" y="639"/>
                    <a:pt x="0" y="0"/>
                  </a:cubicBezTo>
                  <a:cubicBezTo>
                    <a:pt x="1071" y="1917"/>
                    <a:pt x="1714" y="3834"/>
                    <a:pt x="2571" y="5751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1" name="任意多边形: 形状 200"/>
            <p:cNvSpPr/>
            <p:nvPr/>
          </p:nvSpPr>
          <p:spPr>
            <a:xfrm>
              <a:off x="4814018" y="6415703"/>
              <a:ext cx="8999" cy="13418"/>
            </a:xfrm>
            <a:custGeom>
              <a:avLst/>
              <a:gdLst>
                <a:gd name="connsiteX0" fmla="*/ 1714 w 8999"/>
                <a:gd name="connsiteY0" fmla="*/ 7029 h 13418"/>
                <a:gd name="connsiteX1" fmla="*/ 0 w 8999"/>
                <a:gd name="connsiteY1" fmla="*/ 9585 h 13418"/>
                <a:gd name="connsiteX2" fmla="*/ 7928 w 8999"/>
                <a:gd name="connsiteY2" fmla="*/ 13419 h 13418"/>
                <a:gd name="connsiteX3" fmla="*/ 8999 w 8999"/>
                <a:gd name="connsiteY3" fmla="*/ 11715 h 13418"/>
                <a:gd name="connsiteX4" fmla="*/ 8999 w 8999"/>
                <a:gd name="connsiteY4" fmla="*/ 11502 h 13418"/>
                <a:gd name="connsiteX5" fmla="*/ 5357 w 8999"/>
                <a:gd name="connsiteY5" fmla="*/ 0 h 13418"/>
                <a:gd name="connsiteX6" fmla="*/ 1714 w 8999"/>
                <a:gd name="connsiteY6" fmla="*/ 7029 h 13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99" h="13418">
                  <a:moveTo>
                    <a:pt x="1714" y="7029"/>
                  </a:moveTo>
                  <a:cubicBezTo>
                    <a:pt x="1286" y="7881"/>
                    <a:pt x="643" y="8733"/>
                    <a:pt x="0" y="9585"/>
                  </a:cubicBezTo>
                  <a:cubicBezTo>
                    <a:pt x="2571" y="10863"/>
                    <a:pt x="5357" y="12141"/>
                    <a:pt x="7928" y="13419"/>
                  </a:cubicBezTo>
                  <a:cubicBezTo>
                    <a:pt x="8357" y="12780"/>
                    <a:pt x="8571" y="12354"/>
                    <a:pt x="8999" y="11715"/>
                  </a:cubicBezTo>
                  <a:cubicBezTo>
                    <a:pt x="8999" y="11715"/>
                    <a:pt x="8999" y="11502"/>
                    <a:pt x="8999" y="11502"/>
                  </a:cubicBezTo>
                  <a:cubicBezTo>
                    <a:pt x="8142" y="7668"/>
                    <a:pt x="6857" y="4047"/>
                    <a:pt x="5357" y="0"/>
                  </a:cubicBezTo>
                  <a:cubicBezTo>
                    <a:pt x="4285" y="2343"/>
                    <a:pt x="3214" y="4686"/>
                    <a:pt x="1714" y="7029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2" name="任意多边形: 形状 201"/>
            <p:cNvSpPr/>
            <p:nvPr/>
          </p:nvSpPr>
          <p:spPr>
            <a:xfrm>
              <a:off x="4810375" y="6411656"/>
              <a:ext cx="9427" cy="13632"/>
            </a:xfrm>
            <a:custGeom>
              <a:avLst/>
              <a:gdLst>
                <a:gd name="connsiteX0" fmla="*/ 3428 w 9427"/>
                <a:gd name="connsiteY0" fmla="*/ 13419 h 13632"/>
                <a:gd name="connsiteX1" fmla="*/ 3857 w 9427"/>
                <a:gd name="connsiteY1" fmla="*/ 13632 h 13632"/>
                <a:gd name="connsiteX2" fmla="*/ 5571 w 9427"/>
                <a:gd name="connsiteY2" fmla="*/ 11076 h 13632"/>
                <a:gd name="connsiteX3" fmla="*/ 9428 w 9427"/>
                <a:gd name="connsiteY3" fmla="*/ 4047 h 13632"/>
                <a:gd name="connsiteX4" fmla="*/ 9213 w 9427"/>
                <a:gd name="connsiteY4" fmla="*/ 3408 h 13632"/>
                <a:gd name="connsiteX5" fmla="*/ 1928 w 9427"/>
                <a:gd name="connsiteY5" fmla="*/ 0 h 13632"/>
                <a:gd name="connsiteX6" fmla="*/ 0 w 9427"/>
                <a:gd name="connsiteY6" fmla="*/ 3621 h 13632"/>
                <a:gd name="connsiteX7" fmla="*/ 3428 w 9427"/>
                <a:gd name="connsiteY7" fmla="*/ 13419 h 13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27" h="13632">
                  <a:moveTo>
                    <a:pt x="3428" y="13419"/>
                  </a:moveTo>
                  <a:cubicBezTo>
                    <a:pt x="3643" y="13419"/>
                    <a:pt x="3643" y="13632"/>
                    <a:pt x="3857" y="13632"/>
                  </a:cubicBezTo>
                  <a:cubicBezTo>
                    <a:pt x="4500" y="12780"/>
                    <a:pt x="4928" y="12141"/>
                    <a:pt x="5571" y="11076"/>
                  </a:cubicBezTo>
                  <a:cubicBezTo>
                    <a:pt x="7071" y="8733"/>
                    <a:pt x="8142" y="6390"/>
                    <a:pt x="9428" y="4047"/>
                  </a:cubicBezTo>
                  <a:cubicBezTo>
                    <a:pt x="9428" y="3834"/>
                    <a:pt x="9213" y="3621"/>
                    <a:pt x="9213" y="3408"/>
                  </a:cubicBezTo>
                  <a:cubicBezTo>
                    <a:pt x="6857" y="2343"/>
                    <a:pt x="4285" y="1065"/>
                    <a:pt x="1928" y="0"/>
                  </a:cubicBezTo>
                  <a:cubicBezTo>
                    <a:pt x="1286" y="1278"/>
                    <a:pt x="643" y="2343"/>
                    <a:pt x="0" y="3621"/>
                  </a:cubicBezTo>
                  <a:cubicBezTo>
                    <a:pt x="1286" y="6816"/>
                    <a:pt x="2357" y="10011"/>
                    <a:pt x="3428" y="13419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3" name="任意多边形: 形状 202"/>
            <p:cNvSpPr/>
            <p:nvPr/>
          </p:nvSpPr>
          <p:spPr>
            <a:xfrm>
              <a:off x="4859443" y="6437216"/>
              <a:ext cx="12642" cy="8306"/>
            </a:xfrm>
            <a:custGeom>
              <a:avLst/>
              <a:gdLst>
                <a:gd name="connsiteX0" fmla="*/ 0 w 12642"/>
                <a:gd name="connsiteY0" fmla="*/ 8094 h 8306"/>
                <a:gd name="connsiteX1" fmla="*/ 429 w 12642"/>
                <a:gd name="connsiteY1" fmla="*/ 8307 h 8306"/>
                <a:gd name="connsiteX2" fmla="*/ 12642 w 12642"/>
                <a:gd name="connsiteY2" fmla="*/ 852 h 8306"/>
                <a:gd name="connsiteX3" fmla="*/ 10928 w 12642"/>
                <a:gd name="connsiteY3" fmla="*/ 0 h 8306"/>
                <a:gd name="connsiteX4" fmla="*/ 0 w 12642"/>
                <a:gd name="connsiteY4" fmla="*/ 8094 h 8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42" h="8306">
                  <a:moveTo>
                    <a:pt x="0" y="8094"/>
                  </a:moveTo>
                  <a:cubicBezTo>
                    <a:pt x="214" y="8094"/>
                    <a:pt x="214" y="8094"/>
                    <a:pt x="429" y="8307"/>
                  </a:cubicBezTo>
                  <a:cubicBezTo>
                    <a:pt x="4500" y="5751"/>
                    <a:pt x="8571" y="3408"/>
                    <a:pt x="12642" y="852"/>
                  </a:cubicBezTo>
                  <a:cubicBezTo>
                    <a:pt x="11999" y="639"/>
                    <a:pt x="11357" y="426"/>
                    <a:pt x="10928" y="0"/>
                  </a:cubicBezTo>
                  <a:cubicBezTo>
                    <a:pt x="7071" y="2769"/>
                    <a:pt x="3643" y="5325"/>
                    <a:pt x="0" y="8094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4" name="任意多边形: 形状 203"/>
            <p:cNvSpPr/>
            <p:nvPr/>
          </p:nvSpPr>
          <p:spPr>
            <a:xfrm>
              <a:off x="4859871" y="6438068"/>
              <a:ext cx="18641" cy="10649"/>
            </a:xfrm>
            <a:custGeom>
              <a:avLst/>
              <a:gdLst>
                <a:gd name="connsiteX0" fmla="*/ 12214 w 18641"/>
                <a:gd name="connsiteY0" fmla="*/ 0 h 10649"/>
                <a:gd name="connsiteX1" fmla="*/ 0 w 18641"/>
                <a:gd name="connsiteY1" fmla="*/ 7454 h 10649"/>
                <a:gd name="connsiteX2" fmla="*/ 7928 w 18641"/>
                <a:gd name="connsiteY2" fmla="*/ 10650 h 10649"/>
                <a:gd name="connsiteX3" fmla="*/ 18641 w 18641"/>
                <a:gd name="connsiteY3" fmla="*/ 2556 h 10649"/>
                <a:gd name="connsiteX4" fmla="*/ 12214 w 18641"/>
                <a:gd name="connsiteY4" fmla="*/ 0 h 10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41" h="10649">
                  <a:moveTo>
                    <a:pt x="12214" y="0"/>
                  </a:moveTo>
                  <a:cubicBezTo>
                    <a:pt x="8142" y="2556"/>
                    <a:pt x="4071" y="4899"/>
                    <a:pt x="0" y="7454"/>
                  </a:cubicBezTo>
                  <a:cubicBezTo>
                    <a:pt x="2571" y="8520"/>
                    <a:pt x="5143" y="9585"/>
                    <a:pt x="7928" y="10650"/>
                  </a:cubicBezTo>
                  <a:cubicBezTo>
                    <a:pt x="11571" y="8094"/>
                    <a:pt x="15213" y="5325"/>
                    <a:pt x="18641" y="2556"/>
                  </a:cubicBezTo>
                  <a:cubicBezTo>
                    <a:pt x="16499" y="1704"/>
                    <a:pt x="14356" y="852"/>
                    <a:pt x="12214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5" name="任意多边形: 形状 204"/>
            <p:cNvSpPr/>
            <p:nvPr/>
          </p:nvSpPr>
          <p:spPr>
            <a:xfrm>
              <a:off x="4858157" y="6436577"/>
              <a:ext cx="11999" cy="8732"/>
            </a:xfrm>
            <a:custGeom>
              <a:avLst/>
              <a:gdLst>
                <a:gd name="connsiteX0" fmla="*/ 1286 w 11999"/>
                <a:gd name="connsiteY0" fmla="*/ 8733 h 8732"/>
                <a:gd name="connsiteX1" fmla="*/ 11999 w 11999"/>
                <a:gd name="connsiteY1" fmla="*/ 639 h 8732"/>
                <a:gd name="connsiteX2" fmla="*/ 10714 w 11999"/>
                <a:gd name="connsiteY2" fmla="*/ 0 h 8732"/>
                <a:gd name="connsiteX3" fmla="*/ 0 w 11999"/>
                <a:gd name="connsiteY3" fmla="*/ 8094 h 8732"/>
                <a:gd name="connsiteX4" fmla="*/ 1286 w 11999"/>
                <a:gd name="connsiteY4" fmla="*/ 8733 h 8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99" h="8732">
                  <a:moveTo>
                    <a:pt x="1286" y="8733"/>
                  </a:moveTo>
                  <a:cubicBezTo>
                    <a:pt x="4928" y="5964"/>
                    <a:pt x="8357" y="3408"/>
                    <a:pt x="11999" y="639"/>
                  </a:cubicBezTo>
                  <a:cubicBezTo>
                    <a:pt x="11571" y="426"/>
                    <a:pt x="11142" y="213"/>
                    <a:pt x="10714" y="0"/>
                  </a:cubicBezTo>
                  <a:cubicBezTo>
                    <a:pt x="7071" y="2556"/>
                    <a:pt x="3428" y="5325"/>
                    <a:pt x="0" y="8094"/>
                  </a:cubicBezTo>
                  <a:cubicBezTo>
                    <a:pt x="429" y="8307"/>
                    <a:pt x="857" y="8520"/>
                    <a:pt x="1286" y="8733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6" name="任意多边形: 形状 205"/>
            <p:cNvSpPr/>
            <p:nvPr/>
          </p:nvSpPr>
          <p:spPr>
            <a:xfrm>
              <a:off x="4848944" y="6432743"/>
              <a:ext cx="12213" cy="8732"/>
            </a:xfrm>
            <a:custGeom>
              <a:avLst/>
              <a:gdLst>
                <a:gd name="connsiteX0" fmla="*/ 1500 w 12213"/>
                <a:gd name="connsiteY0" fmla="*/ 8733 h 8732"/>
                <a:gd name="connsiteX1" fmla="*/ 12213 w 12213"/>
                <a:gd name="connsiteY1" fmla="*/ 639 h 8732"/>
                <a:gd name="connsiteX2" fmla="*/ 10928 w 12213"/>
                <a:gd name="connsiteY2" fmla="*/ 0 h 8732"/>
                <a:gd name="connsiteX3" fmla="*/ 0 w 12213"/>
                <a:gd name="connsiteY3" fmla="*/ 8094 h 8732"/>
                <a:gd name="connsiteX4" fmla="*/ 1500 w 12213"/>
                <a:gd name="connsiteY4" fmla="*/ 8733 h 8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3" h="8732">
                  <a:moveTo>
                    <a:pt x="1500" y="8733"/>
                  </a:moveTo>
                  <a:cubicBezTo>
                    <a:pt x="5142" y="5964"/>
                    <a:pt x="8571" y="3408"/>
                    <a:pt x="12213" y="639"/>
                  </a:cubicBezTo>
                  <a:cubicBezTo>
                    <a:pt x="11785" y="426"/>
                    <a:pt x="11356" y="213"/>
                    <a:pt x="10928" y="0"/>
                  </a:cubicBezTo>
                  <a:cubicBezTo>
                    <a:pt x="7285" y="2769"/>
                    <a:pt x="3643" y="5325"/>
                    <a:pt x="0" y="8094"/>
                  </a:cubicBezTo>
                  <a:cubicBezTo>
                    <a:pt x="643" y="8520"/>
                    <a:pt x="1071" y="8733"/>
                    <a:pt x="1500" y="8733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7" name="任意多边形: 形状 206"/>
            <p:cNvSpPr/>
            <p:nvPr/>
          </p:nvSpPr>
          <p:spPr>
            <a:xfrm>
              <a:off x="4850444" y="6433595"/>
              <a:ext cx="10928" cy="7881"/>
            </a:xfrm>
            <a:custGeom>
              <a:avLst/>
              <a:gdLst>
                <a:gd name="connsiteX0" fmla="*/ 0 w 10928"/>
                <a:gd name="connsiteY0" fmla="*/ 7881 h 7881"/>
                <a:gd name="connsiteX1" fmla="*/ 0 w 10928"/>
                <a:gd name="connsiteY1" fmla="*/ 7881 h 7881"/>
                <a:gd name="connsiteX2" fmla="*/ 10928 w 10928"/>
                <a:gd name="connsiteY2" fmla="*/ 0 h 7881"/>
                <a:gd name="connsiteX3" fmla="*/ 10714 w 10928"/>
                <a:gd name="connsiteY3" fmla="*/ 0 h 7881"/>
                <a:gd name="connsiteX4" fmla="*/ 0 w 10928"/>
                <a:gd name="connsiteY4" fmla="*/ 7881 h 7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28" h="7881">
                  <a:moveTo>
                    <a:pt x="0" y="7881"/>
                  </a:moveTo>
                  <a:cubicBezTo>
                    <a:pt x="0" y="7881"/>
                    <a:pt x="0" y="7881"/>
                    <a:pt x="0" y="7881"/>
                  </a:cubicBezTo>
                  <a:cubicBezTo>
                    <a:pt x="3643" y="5112"/>
                    <a:pt x="7285" y="2557"/>
                    <a:pt x="10928" y="0"/>
                  </a:cubicBezTo>
                  <a:cubicBezTo>
                    <a:pt x="10928" y="0"/>
                    <a:pt x="10714" y="0"/>
                    <a:pt x="10714" y="0"/>
                  </a:cubicBezTo>
                  <a:cubicBezTo>
                    <a:pt x="7071" y="2557"/>
                    <a:pt x="3643" y="5325"/>
                    <a:pt x="0" y="7881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8" name="任意多边形: 形状 207"/>
            <p:cNvSpPr/>
            <p:nvPr/>
          </p:nvSpPr>
          <p:spPr>
            <a:xfrm>
              <a:off x="4850444" y="6433595"/>
              <a:ext cx="18427" cy="11288"/>
            </a:xfrm>
            <a:custGeom>
              <a:avLst/>
              <a:gdLst>
                <a:gd name="connsiteX0" fmla="*/ 7714 w 18427"/>
                <a:gd name="connsiteY0" fmla="*/ 11289 h 11288"/>
                <a:gd name="connsiteX1" fmla="*/ 18427 w 18427"/>
                <a:gd name="connsiteY1" fmla="*/ 3195 h 11288"/>
                <a:gd name="connsiteX2" fmla="*/ 10928 w 18427"/>
                <a:gd name="connsiteY2" fmla="*/ 0 h 11288"/>
                <a:gd name="connsiteX3" fmla="*/ 0 w 18427"/>
                <a:gd name="connsiteY3" fmla="*/ 8094 h 11288"/>
                <a:gd name="connsiteX4" fmla="*/ 7714 w 18427"/>
                <a:gd name="connsiteY4" fmla="*/ 11289 h 11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27" h="11288">
                  <a:moveTo>
                    <a:pt x="7714" y="11289"/>
                  </a:moveTo>
                  <a:cubicBezTo>
                    <a:pt x="11356" y="8520"/>
                    <a:pt x="14999" y="5964"/>
                    <a:pt x="18427" y="3195"/>
                  </a:cubicBezTo>
                  <a:cubicBezTo>
                    <a:pt x="15856" y="2130"/>
                    <a:pt x="13285" y="1065"/>
                    <a:pt x="10928" y="0"/>
                  </a:cubicBezTo>
                  <a:cubicBezTo>
                    <a:pt x="7285" y="2769"/>
                    <a:pt x="3643" y="5325"/>
                    <a:pt x="0" y="8094"/>
                  </a:cubicBezTo>
                  <a:cubicBezTo>
                    <a:pt x="2571" y="9159"/>
                    <a:pt x="5143" y="10011"/>
                    <a:pt x="7714" y="11289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9" name="任意多边形: 形状 208"/>
            <p:cNvSpPr/>
            <p:nvPr/>
          </p:nvSpPr>
          <p:spPr>
            <a:xfrm>
              <a:off x="5008575" y="6491743"/>
              <a:ext cx="5356" cy="3833"/>
            </a:xfrm>
            <a:custGeom>
              <a:avLst/>
              <a:gdLst>
                <a:gd name="connsiteX0" fmla="*/ 3857 w 5356"/>
                <a:gd name="connsiteY0" fmla="*/ 3834 h 3833"/>
                <a:gd name="connsiteX1" fmla="*/ 5357 w 5356"/>
                <a:gd name="connsiteY1" fmla="*/ 213 h 3833"/>
                <a:gd name="connsiteX2" fmla="*/ 0 w 5356"/>
                <a:gd name="connsiteY2" fmla="*/ 0 h 3833"/>
                <a:gd name="connsiteX3" fmla="*/ 3857 w 5356"/>
                <a:gd name="connsiteY3" fmla="*/ 3834 h 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56" h="3833">
                  <a:moveTo>
                    <a:pt x="3857" y="3834"/>
                  </a:moveTo>
                  <a:cubicBezTo>
                    <a:pt x="4714" y="2769"/>
                    <a:pt x="5357" y="1704"/>
                    <a:pt x="5357" y="213"/>
                  </a:cubicBezTo>
                  <a:cubicBezTo>
                    <a:pt x="2143" y="213"/>
                    <a:pt x="0" y="0"/>
                    <a:pt x="0" y="0"/>
                  </a:cubicBezTo>
                  <a:cubicBezTo>
                    <a:pt x="0" y="0"/>
                    <a:pt x="1714" y="1704"/>
                    <a:pt x="3857" y="3834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0" name="任意多边形: 形状 209"/>
            <p:cNvSpPr/>
            <p:nvPr/>
          </p:nvSpPr>
          <p:spPr>
            <a:xfrm>
              <a:off x="4603175" y="6320067"/>
              <a:ext cx="16070" cy="6389"/>
            </a:xfrm>
            <a:custGeom>
              <a:avLst/>
              <a:gdLst>
                <a:gd name="connsiteX0" fmla="*/ 14142 w 16070"/>
                <a:gd name="connsiteY0" fmla="*/ 5964 h 6389"/>
                <a:gd name="connsiteX1" fmla="*/ 16070 w 16070"/>
                <a:gd name="connsiteY1" fmla="*/ 6390 h 6389"/>
                <a:gd name="connsiteX2" fmla="*/ 15642 w 16070"/>
                <a:gd name="connsiteY2" fmla="*/ 5538 h 6389"/>
                <a:gd name="connsiteX3" fmla="*/ 0 w 16070"/>
                <a:gd name="connsiteY3" fmla="*/ 0 h 6389"/>
                <a:gd name="connsiteX4" fmla="*/ 13713 w 16070"/>
                <a:gd name="connsiteY4" fmla="*/ 6177 h 6389"/>
                <a:gd name="connsiteX5" fmla="*/ 14142 w 16070"/>
                <a:gd name="connsiteY5" fmla="*/ 5964 h 6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070" h="6389">
                  <a:moveTo>
                    <a:pt x="14142" y="5964"/>
                  </a:moveTo>
                  <a:cubicBezTo>
                    <a:pt x="14785" y="6177"/>
                    <a:pt x="15428" y="6177"/>
                    <a:pt x="16070" y="6390"/>
                  </a:cubicBezTo>
                  <a:cubicBezTo>
                    <a:pt x="15856" y="6177"/>
                    <a:pt x="15642" y="5751"/>
                    <a:pt x="15642" y="5538"/>
                  </a:cubicBezTo>
                  <a:cubicBezTo>
                    <a:pt x="10499" y="3834"/>
                    <a:pt x="5357" y="1704"/>
                    <a:pt x="0" y="0"/>
                  </a:cubicBezTo>
                  <a:cubicBezTo>
                    <a:pt x="4500" y="1917"/>
                    <a:pt x="8999" y="4260"/>
                    <a:pt x="13713" y="6177"/>
                  </a:cubicBezTo>
                  <a:cubicBezTo>
                    <a:pt x="13713" y="6177"/>
                    <a:pt x="13927" y="5964"/>
                    <a:pt x="14142" y="5964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1" name="任意多边形: 形状 210"/>
            <p:cNvSpPr/>
            <p:nvPr/>
          </p:nvSpPr>
          <p:spPr>
            <a:xfrm>
              <a:off x="4596104" y="6323475"/>
              <a:ext cx="214" cy="1064"/>
            </a:xfrm>
            <a:custGeom>
              <a:avLst/>
              <a:gdLst>
                <a:gd name="connsiteX0" fmla="*/ 0 w 214"/>
                <a:gd name="connsiteY0" fmla="*/ 1065 h 1064"/>
                <a:gd name="connsiteX1" fmla="*/ 214 w 214"/>
                <a:gd name="connsiteY1" fmla="*/ 0 h 1064"/>
                <a:gd name="connsiteX2" fmla="*/ 0 w 214"/>
                <a:gd name="connsiteY2" fmla="*/ 1065 h 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4" h="1064">
                  <a:moveTo>
                    <a:pt x="0" y="1065"/>
                  </a:moveTo>
                  <a:cubicBezTo>
                    <a:pt x="0" y="639"/>
                    <a:pt x="0" y="426"/>
                    <a:pt x="214" y="0"/>
                  </a:cubicBezTo>
                  <a:cubicBezTo>
                    <a:pt x="0" y="426"/>
                    <a:pt x="0" y="639"/>
                    <a:pt x="0" y="1065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2" name="任意多边形: 形状 211"/>
            <p:cNvSpPr/>
            <p:nvPr/>
          </p:nvSpPr>
          <p:spPr>
            <a:xfrm>
              <a:off x="4596104" y="6326457"/>
              <a:ext cx="856" cy="2343"/>
            </a:xfrm>
            <a:custGeom>
              <a:avLst/>
              <a:gdLst>
                <a:gd name="connsiteX0" fmla="*/ 0 w 856"/>
                <a:gd name="connsiteY0" fmla="*/ 0 h 2343"/>
                <a:gd name="connsiteX1" fmla="*/ 857 w 856"/>
                <a:gd name="connsiteY1" fmla="*/ 2343 h 2343"/>
                <a:gd name="connsiteX2" fmla="*/ 0 w 856"/>
                <a:gd name="connsiteY2" fmla="*/ 0 h 2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56" h="2343">
                  <a:moveTo>
                    <a:pt x="0" y="0"/>
                  </a:moveTo>
                  <a:cubicBezTo>
                    <a:pt x="214" y="852"/>
                    <a:pt x="429" y="1491"/>
                    <a:pt x="857" y="2343"/>
                  </a:cubicBezTo>
                  <a:cubicBezTo>
                    <a:pt x="429" y="1491"/>
                    <a:pt x="214" y="85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3" name="任意多边形: 形状 212"/>
            <p:cNvSpPr/>
            <p:nvPr/>
          </p:nvSpPr>
          <p:spPr>
            <a:xfrm>
              <a:off x="4618817" y="6325392"/>
              <a:ext cx="4713" cy="1703"/>
            </a:xfrm>
            <a:custGeom>
              <a:avLst/>
              <a:gdLst>
                <a:gd name="connsiteX0" fmla="*/ 4714 w 4713"/>
                <a:gd name="connsiteY0" fmla="*/ 1704 h 1703"/>
                <a:gd name="connsiteX1" fmla="*/ 0 w 4713"/>
                <a:gd name="connsiteY1" fmla="*/ 0 h 1703"/>
                <a:gd name="connsiteX2" fmla="*/ 429 w 4713"/>
                <a:gd name="connsiteY2" fmla="*/ 852 h 1703"/>
                <a:gd name="connsiteX3" fmla="*/ 4714 w 4713"/>
                <a:gd name="connsiteY3" fmla="*/ 1704 h 1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13" h="1703">
                  <a:moveTo>
                    <a:pt x="4714" y="1704"/>
                  </a:moveTo>
                  <a:cubicBezTo>
                    <a:pt x="3214" y="1065"/>
                    <a:pt x="1500" y="639"/>
                    <a:pt x="0" y="0"/>
                  </a:cubicBezTo>
                  <a:cubicBezTo>
                    <a:pt x="214" y="213"/>
                    <a:pt x="429" y="639"/>
                    <a:pt x="429" y="852"/>
                  </a:cubicBezTo>
                  <a:cubicBezTo>
                    <a:pt x="1714" y="1278"/>
                    <a:pt x="3214" y="1491"/>
                    <a:pt x="4714" y="1704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4" name="任意多边形: 形状 213"/>
            <p:cNvSpPr/>
            <p:nvPr/>
          </p:nvSpPr>
          <p:spPr>
            <a:xfrm>
              <a:off x="5000040" y="6484501"/>
              <a:ext cx="14106" cy="12994"/>
            </a:xfrm>
            <a:custGeom>
              <a:avLst/>
              <a:gdLst>
                <a:gd name="connsiteX0" fmla="*/ 10249 w 14106"/>
                <a:gd name="connsiteY0" fmla="*/ 1917 h 12994"/>
                <a:gd name="connsiteX1" fmla="*/ 4250 w 14106"/>
                <a:gd name="connsiteY1" fmla="*/ 0 h 12994"/>
                <a:gd name="connsiteX2" fmla="*/ 607 w 14106"/>
                <a:gd name="connsiteY2" fmla="*/ 3834 h 12994"/>
                <a:gd name="connsiteX3" fmla="*/ 1250 w 14106"/>
                <a:gd name="connsiteY3" fmla="*/ 11076 h 12994"/>
                <a:gd name="connsiteX4" fmla="*/ 7035 w 14106"/>
                <a:gd name="connsiteY4" fmla="*/ 12780 h 12994"/>
                <a:gd name="connsiteX5" fmla="*/ 12392 w 14106"/>
                <a:gd name="connsiteY5" fmla="*/ 11076 h 12994"/>
                <a:gd name="connsiteX6" fmla="*/ 8749 w 14106"/>
                <a:gd name="connsiteY6" fmla="*/ 7242 h 12994"/>
                <a:gd name="connsiteX7" fmla="*/ 14106 w 14106"/>
                <a:gd name="connsiteY7" fmla="*/ 7455 h 12994"/>
                <a:gd name="connsiteX8" fmla="*/ 10249 w 14106"/>
                <a:gd name="connsiteY8" fmla="*/ 1917 h 12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06" h="12994">
                  <a:moveTo>
                    <a:pt x="10249" y="1917"/>
                  </a:moveTo>
                  <a:cubicBezTo>
                    <a:pt x="8107" y="1278"/>
                    <a:pt x="6178" y="639"/>
                    <a:pt x="4250" y="0"/>
                  </a:cubicBezTo>
                  <a:cubicBezTo>
                    <a:pt x="2750" y="852"/>
                    <a:pt x="1464" y="2130"/>
                    <a:pt x="607" y="3834"/>
                  </a:cubicBezTo>
                  <a:cubicBezTo>
                    <a:pt x="-464" y="6177"/>
                    <a:pt x="-36" y="8733"/>
                    <a:pt x="1250" y="11076"/>
                  </a:cubicBezTo>
                  <a:cubicBezTo>
                    <a:pt x="3178" y="11715"/>
                    <a:pt x="5107" y="12354"/>
                    <a:pt x="7035" y="12780"/>
                  </a:cubicBezTo>
                  <a:cubicBezTo>
                    <a:pt x="9392" y="13419"/>
                    <a:pt x="11106" y="12567"/>
                    <a:pt x="12392" y="11076"/>
                  </a:cubicBezTo>
                  <a:cubicBezTo>
                    <a:pt x="10249" y="8946"/>
                    <a:pt x="8749" y="7242"/>
                    <a:pt x="8749" y="7242"/>
                  </a:cubicBezTo>
                  <a:cubicBezTo>
                    <a:pt x="8749" y="7242"/>
                    <a:pt x="10892" y="7242"/>
                    <a:pt x="14106" y="7455"/>
                  </a:cubicBezTo>
                  <a:cubicBezTo>
                    <a:pt x="14106" y="5112"/>
                    <a:pt x="13249" y="2769"/>
                    <a:pt x="10249" y="1917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5" name="任意多边形: 形状 214"/>
            <p:cNvSpPr/>
            <p:nvPr/>
          </p:nvSpPr>
          <p:spPr>
            <a:xfrm>
              <a:off x="4918367" y="6399941"/>
              <a:ext cx="197772" cy="38169"/>
            </a:xfrm>
            <a:custGeom>
              <a:avLst/>
              <a:gdLst>
                <a:gd name="connsiteX0" fmla="*/ 0 w 197772"/>
                <a:gd name="connsiteY0" fmla="*/ 30246 h 38169"/>
                <a:gd name="connsiteX1" fmla="*/ 17999 w 197772"/>
                <a:gd name="connsiteY1" fmla="*/ 33653 h 38169"/>
                <a:gd name="connsiteX2" fmla="*/ 196701 w 197772"/>
                <a:gd name="connsiteY2" fmla="*/ 13206 h 38169"/>
                <a:gd name="connsiteX3" fmla="*/ 196701 w 197772"/>
                <a:gd name="connsiteY3" fmla="*/ 3195 h 38169"/>
                <a:gd name="connsiteX4" fmla="*/ 197772 w 197772"/>
                <a:gd name="connsiteY4" fmla="*/ 0 h 38169"/>
                <a:gd name="connsiteX5" fmla="*/ 15642 w 197772"/>
                <a:gd name="connsiteY5" fmla="*/ 21726 h 38169"/>
                <a:gd name="connsiteX6" fmla="*/ 0 w 197772"/>
                <a:gd name="connsiteY6" fmla="*/ 30246 h 38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7772" h="38169">
                  <a:moveTo>
                    <a:pt x="0" y="30246"/>
                  </a:moveTo>
                  <a:cubicBezTo>
                    <a:pt x="6000" y="31311"/>
                    <a:pt x="11999" y="32802"/>
                    <a:pt x="17999" y="33653"/>
                  </a:cubicBezTo>
                  <a:cubicBezTo>
                    <a:pt x="77780" y="43025"/>
                    <a:pt x="140990" y="38553"/>
                    <a:pt x="196701" y="13206"/>
                  </a:cubicBezTo>
                  <a:cubicBezTo>
                    <a:pt x="196915" y="9798"/>
                    <a:pt x="196915" y="6603"/>
                    <a:pt x="196701" y="3195"/>
                  </a:cubicBezTo>
                  <a:cubicBezTo>
                    <a:pt x="196701" y="2130"/>
                    <a:pt x="197343" y="1065"/>
                    <a:pt x="197772" y="0"/>
                  </a:cubicBezTo>
                  <a:cubicBezTo>
                    <a:pt x="141419" y="27477"/>
                    <a:pt x="76709" y="31311"/>
                    <a:pt x="15642" y="21726"/>
                  </a:cubicBezTo>
                  <a:cubicBezTo>
                    <a:pt x="10499" y="24708"/>
                    <a:pt x="5143" y="27477"/>
                    <a:pt x="0" y="30246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6" name="任意多边形: 形状 215"/>
            <p:cNvSpPr/>
            <p:nvPr/>
          </p:nvSpPr>
          <p:spPr>
            <a:xfrm>
              <a:off x="4899940" y="6417620"/>
              <a:ext cx="34069" cy="12567"/>
            </a:xfrm>
            <a:custGeom>
              <a:avLst/>
              <a:gdLst>
                <a:gd name="connsiteX0" fmla="*/ 12642 w 34069"/>
                <a:gd name="connsiteY0" fmla="*/ 0 h 12567"/>
                <a:gd name="connsiteX1" fmla="*/ 0 w 34069"/>
                <a:gd name="connsiteY1" fmla="*/ 9159 h 12567"/>
                <a:gd name="connsiteX2" fmla="*/ 18427 w 34069"/>
                <a:gd name="connsiteY2" fmla="*/ 12567 h 12567"/>
                <a:gd name="connsiteX3" fmla="*/ 34069 w 34069"/>
                <a:gd name="connsiteY3" fmla="*/ 4047 h 12567"/>
                <a:gd name="connsiteX4" fmla="*/ 33641 w 34069"/>
                <a:gd name="connsiteY4" fmla="*/ 4047 h 12567"/>
                <a:gd name="connsiteX5" fmla="*/ 12642 w 34069"/>
                <a:gd name="connsiteY5" fmla="*/ 0 h 12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069" h="12567">
                  <a:moveTo>
                    <a:pt x="12642" y="0"/>
                  </a:moveTo>
                  <a:cubicBezTo>
                    <a:pt x="8571" y="2982"/>
                    <a:pt x="4286" y="6177"/>
                    <a:pt x="0" y="9159"/>
                  </a:cubicBezTo>
                  <a:cubicBezTo>
                    <a:pt x="6214" y="10437"/>
                    <a:pt x="12214" y="11502"/>
                    <a:pt x="18427" y="12567"/>
                  </a:cubicBezTo>
                  <a:cubicBezTo>
                    <a:pt x="23570" y="9585"/>
                    <a:pt x="28927" y="6816"/>
                    <a:pt x="34069" y="4047"/>
                  </a:cubicBezTo>
                  <a:cubicBezTo>
                    <a:pt x="33855" y="4047"/>
                    <a:pt x="33855" y="4047"/>
                    <a:pt x="33641" y="4047"/>
                  </a:cubicBezTo>
                  <a:cubicBezTo>
                    <a:pt x="26570" y="2982"/>
                    <a:pt x="19713" y="1278"/>
                    <a:pt x="12642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7" name="任意多边形: 形状 216"/>
            <p:cNvSpPr/>
            <p:nvPr/>
          </p:nvSpPr>
          <p:spPr>
            <a:xfrm>
              <a:off x="4899512" y="6417620"/>
              <a:ext cx="13070" cy="9159"/>
            </a:xfrm>
            <a:custGeom>
              <a:avLst/>
              <a:gdLst>
                <a:gd name="connsiteX0" fmla="*/ 0 w 13070"/>
                <a:gd name="connsiteY0" fmla="*/ 9159 h 9159"/>
                <a:gd name="connsiteX1" fmla="*/ 428 w 13070"/>
                <a:gd name="connsiteY1" fmla="*/ 9159 h 9159"/>
                <a:gd name="connsiteX2" fmla="*/ 13071 w 13070"/>
                <a:gd name="connsiteY2" fmla="*/ 0 h 9159"/>
                <a:gd name="connsiteX3" fmla="*/ 12642 w 13070"/>
                <a:gd name="connsiteY3" fmla="*/ 0 h 9159"/>
                <a:gd name="connsiteX4" fmla="*/ 0 w 13070"/>
                <a:gd name="connsiteY4" fmla="*/ 9159 h 9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0" h="9159">
                  <a:moveTo>
                    <a:pt x="0" y="9159"/>
                  </a:moveTo>
                  <a:cubicBezTo>
                    <a:pt x="214" y="9159"/>
                    <a:pt x="214" y="9159"/>
                    <a:pt x="428" y="9159"/>
                  </a:cubicBezTo>
                  <a:cubicBezTo>
                    <a:pt x="4714" y="6177"/>
                    <a:pt x="8785" y="2982"/>
                    <a:pt x="13071" y="0"/>
                  </a:cubicBezTo>
                  <a:cubicBezTo>
                    <a:pt x="12856" y="0"/>
                    <a:pt x="12642" y="0"/>
                    <a:pt x="12642" y="0"/>
                  </a:cubicBezTo>
                  <a:cubicBezTo>
                    <a:pt x="8357" y="2982"/>
                    <a:pt x="4285" y="5964"/>
                    <a:pt x="0" y="9159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8" name="任意多边形: 形状 217"/>
            <p:cNvSpPr/>
            <p:nvPr/>
          </p:nvSpPr>
          <p:spPr>
            <a:xfrm>
              <a:off x="4897797" y="6417194"/>
              <a:ext cx="14141" cy="9585"/>
            </a:xfrm>
            <a:custGeom>
              <a:avLst/>
              <a:gdLst>
                <a:gd name="connsiteX0" fmla="*/ 0 w 14141"/>
                <a:gd name="connsiteY0" fmla="*/ 9159 h 9585"/>
                <a:gd name="connsiteX1" fmla="*/ 1714 w 14141"/>
                <a:gd name="connsiteY1" fmla="*/ 9585 h 9585"/>
                <a:gd name="connsiteX2" fmla="*/ 14142 w 14141"/>
                <a:gd name="connsiteY2" fmla="*/ 426 h 9585"/>
                <a:gd name="connsiteX3" fmla="*/ 12213 w 14141"/>
                <a:gd name="connsiteY3" fmla="*/ 0 h 9585"/>
                <a:gd name="connsiteX4" fmla="*/ 0 w 14141"/>
                <a:gd name="connsiteY4" fmla="*/ 9159 h 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41" h="9585">
                  <a:moveTo>
                    <a:pt x="0" y="9159"/>
                  </a:moveTo>
                  <a:cubicBezTo>
                    <a:pt x="643" y="9372"/>
                    <a:pt x="1286" y="9372"/>
                    <a:pt x="1714" y="9585"/>
                  </a:cubicBezTo>
                  <a:cubicBezTo>
                    <a:pt x="6000" y="6603"/>
                    <a:pt x="10071" y="3408"/>
                    <a:pt x="14142" y="426"/>
                  </a:cubicBezTo>
                  <a:cubicBezTo>
                    <a:pt x="13499" y="213"/>
                    <a:pt x="12856" y="213"/>
                    <a:pt x="12213" y="0"/>
                  </a:cubicBezTo>
                  <a:cubicBezTo>
                    <a:pt x="8357" y="2982"/>
                    <a:pt x="4071" y="6177"/>
                    <a:pt x="0" y="9159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9" name="任意多边形: 形状 218"/>
            <p:cNvSpPr/>
            <p:nvPr/>
          </p:nvSpPr>
          <p:spPr>
            <a:xfrm>
              <a:off x="4832231" y="6400580"/>
              <a:ext cx="55281" cy="21299"/>
            </a:xfrm>
            <a:custGeom>
              <a:avLst/>
              <a:gdLst>
                <a:gd name="connsiteX0" fmla="*/ 0 w 55281"/>
                <a:gd name="connsiteY0" fmla="*/ 10650 h 21299"/>
                <a:gd name="connsiteX1" fmla="*/ 42640 w 55281"/>
                <a:gd name="connsiteY1" fmla="*/ 21300 h 21299"/>
                <a:gd name="connsiteX2" fmla="*/ 55282 w 55281"/>
                <a:gd name="connsiteY2" fmla="*/ 11928 h 21299"/>
                <a:gd name="connsiteX3" fmla="*/ 5357 w 55281"/>
                <a:gd name="connsiteY3" fmla="*/ 0 h 21299"/>
                <a:gd name="connsiteX4" fmla="*/ 0 w 55281"/>
                <a:gd name="connsiteY4" fmla="*/ 10650 h 21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81" h="21299">
                  <a:moveTo>
                    <a:pt x="0" y="10650"/>
                  </a:moveTo>
                  <a:cubicBezTo>
                    <a:pt x="14142" y="14271"/>
                    <a:pt x="28284" y="18105"/>
                    <a:pt x="42640" y="21300"/>
                  </a:cubicBezTo>
                  <a:cubicBezTo>
                    <a:pt x="46711" y="18317"/>
                    <a:pt x="50996" y="15123"/>
                    <a:pt x="55282" y="11928"/>
                  </a:cubicBezTo>
                  <a:cubicBezTo>
                    <a:pt x="38569" y="8307"/>
                    <a:pt x="21855" y="4473"/>
                    <a:pt x="5357" y="0"/>
                  </a:cubicBezTo>
                  <a:cubicBezTo>
                    <a:pt x="3428" y="3834"/>
                    <a:pt x="1714" y="7242"/>
                    <a:pt x="0" y="1065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0" name="任意多边形: 形状 219"/>
            <p:cNvSpPr/>
            <p:nvPr/>
          </p:nvSpPr>
          <p:spPr>
            <a:xfrm>
              <a:off x="4819803" y="6396108"/>
              <a:ext cx="428" cy="638"/>
            </a:xfrm>
            <a:custGeom>
              <a:avLst/>
              <a:gdLst>
                <a:gd name="connsiteX0" fmla="*/ 214 w 428"/>
                <a:gd name="connsiteY0" fmla="*/ 639 h 638"/>
                <a:gd name="connsiteX1" fmla="*/ 429 w 428"/>
                <a:gd name="connsiteY1" fmla="*/ 213 h 638"/>
                <a:gd name="connsiteX2" fmla="*/ 0 w 428"/>
                <a:gd name="connsiteY2" fmla="*/ 0 h 638"/>
                <a:gd name="connsiteX3" fmla="*/ 214 w 428"/>
                <a:gd name="connsiteY3" fmla="*/ 639 h 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8" h="638">
                  <a:moveTo>
                    <a:pt x="214" y="639"/>
                  </a:moveTo>
                  <a:cubicBezTo>
                    <a:pt x="214" y="426"/>
                    <a:pt x="429" y="426"/>
                    <a:pt x="429" y="213"/>
                  </a:cubicBezTo>
                  <a:cubicBezTo>
                    <a:pt x="214" y="213"/>
                    <a:pt x="214" y="213"/>
                    <a:pt x="0" y="0"/>
                  </a:cubicBezTo>
                  <a:cubicBezTo>
                    <a:pt x="0" y="213"/>
                    <a:pt x="214" y="426"/>
                    <a:pt x="214" y="639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1" name="任意多边形: 形状 220"/>
            <p:cNvSpPr/>
            <p:nvPr/>
          </p:nvSpPr>
          <p:spPr>
            <a:xfrm>
              <a:off x="4824945" y="6398877"/>
              <a:ext cx="12427" cy="12566"/>
            </a:xfrm>
            <a:custGeom>
              <a:avLst/>
              <a:gdLst>
                <a:gd name="connsiteX0" fmla="*/ 0 w 12427"/>
                <a:gd name="connsiteY0" fmla="*/ 7454 h 12566"/>
                <a:gd name="connsiteX1" fmla="*/ 1714 w 12427"/>
                <a:gd name="connsiteY1" fmla="*/ 11076 h 12566"/>
                <a:gd name="connsiteX2" fmla="*/ 7285 w 12427"/>
                <a:gd name="connsiteY2" fmla="*/ 12567 h 12566"/>
                <a:gd name="connsiteX3" fmla="*/ 12428 w 12427"/>
                <a:gd name="connsiteY3" fmla="*/ 2129 h 12566"/>
                <a:gd name="connsiteX4" fmla="*/ 4071 w 12427"/>
                <a:gd name="connsiteY4" fmla="*/ 0 h 12566"/>
                <a:gd name="connsiteX5" fmla="*/ 0 w 12427"/>
                <a:gd name="connsiteY5" fmla="*/ 7454 h 12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427" h="12566">
                  <a:moveTo>
                    <a:pt x="0" y="7454"/>
                  </a:moveTo>
                  <a:cubicBezTo>
                    <a:pt x="643" y="8732"/>
                    <a:pt x="1071" y="9798"/>
                    <a:pt x="1714" y="11076"/>
                  </a:cubicBezTo>
                  <a:cubicBezTo>
                    <a:pt x="3643" y="11501"/>
                    <a:pt x="5571" y="12140"/>
                    <a:pt x="7285" y="12567"/>
                  </a:cubicBezTo>
                  <a:cubicBezTo>
                    <a:pt x="9000" y="9159"/>
                    <a:pt x="10714" y="5537"/>
                    <a:pt x="12428" y="2129"/>
                  </a:cubicBezTo>
                  <a:cubicBezTo>
                    <a:pt x="9642" y="1490"/>
                    <a:pt x="6857" y="639"/>
                    <a:pt x="4071" y="0"/>
                  </a:cubicBezTo>
                  <a:cubicBezTo>
                    <a:pt x="2786" y="2343"/>
                    <a:pt x="1286" y="4899"/>
                    <a:pt x="0" y="7454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2" name="任意多边形: 形状 221"/>
            <p:cNvSpPr/>
            <p:nvPr/>
          </p:nvSpPr>
          <p:spPr>
            <a:xfrm>
              <a:off x="4820232" y="6396320"/>
              <a:ext cx="8784" cy="10010"/>
            </a:xfrm>
            <a:custGeom>
              <a:avLst/>
              <a:gdLst>
                <a:gd name="connsiteX0" fmla="*/ 4714 w 8784"/>
                <a:gd name="connsiteY0" fmla="*/ 10011 h 10010"/>
                <a:gd name="connsiteX1" fmla="*/ 8785 w 8784"/>
                <a:gd name="connsiteY1" fmla="*/ 2343 h 10010"/>
                <a:gd name="connsiteX2" fmla="*/ 214 w 8784"/>
                <a:gd name="connsiteY2" fmla="*/ 0 h 10010"/>
                <a:gd name="connsiteX3" fmla="*/ 0 w 8784"/>
                <a:gd name="connsiteY3" fmla="*/ 426 h 10010"/>
                <a:gd name="connsiteX4" fmla="*/ 4714 w 8784"/>
                <a:gd name="connsiteY4" fmla="*/ 10011 h 10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84" h="10010">
                  <a:moveTo>
                    <a:pt x="4714" y="10011"/>
                  </a:moveTo>
                  <a:cubicBezTo>
                    <a:pt x="6000" y="7455"/>
                    <a:pt x="7499" y="4899"/>
                    <a:pt x="8785" y="2343"/>
                  </a:cubicBezTo>
                  <a:cubicBezTo>
                    <a:pt x="6000" y="1491"/>
                    <a:pt x="3000" y="852"/>
                    <a:pt x="214" y="0"/>
                  </a:cubicBezTo>
                  <a:cubicBezTo>
                    <a:pt x="214" y="213"/>
                    <a:pt x="0" y="213"/>
                    <a:pt x="0" y="426"/>
                  </a:cubicBezTo>
                  <a:cubicBezTo>
                    <a:pt x="1500" y="3621"/>
                    <a:pt x="3214" y="6816"/>
                    <a:pt x="4714" y="10011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3" name="任意多边形: 形状 222"/>
            <p:cNvSpPr/>
            <p:nvPr/>
          </p:nvSpPr>
          <p:spPr>
            <a:xfrm>
              <a:off x="4705811" y="6360323"/>
              <a:ext cx="98993" cy="44090"/>
            </a:xfrm>
            <a:custGeom>
              <a:avLst/>
              <a:gdLst>
                <a:gd name="connsiteX0" fmla="*/ 0 w 98993"/>
                <a:gd name="connsiteY0" fmla="*/ 0 h 44090"/>
                <a:gd name="connsiteX1" fmla="*/ 74781 w 98993"/>
                <a:gd name="connsiteY1" fmla="*/ 36210 h 44090"/>
                <a:gd name="connsiteX2" fmla="*/ 98993 w 98993"/>
                <a:gd name="connsiteY2" fmla="*/ 44091 h 44090"/>
                <a:gd name="connsiteX3" fmla="*/ 89779 w 98993"/>
                <a:gd name="connsiteY3" fmla="*/ 29181 h 44090"/>
                <a:gd name="connsiteX4" fmla="*/ 11785 w 98993"/>
                <a:gd name="connsiteY4" fmla="*/ 2343 h 44090"/>
                <a:gd name="connsiteX5" fmla="*/ 0 w 98993"/>
                <a:gd name="connsiteY5" fmla="*/ 0 h 44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8993" h="44090">
                  <a:moveTo>
                    <a:pt x="0" y="0"/>
                  </a:moveTo>
                  <a:cubicBezTo>
                    <a:pt x="25070" y="11502"/>
                    <a:pt x="49925" y="23643"/>
                    <a:pt x="74781" y="36210"/>
                  </a:cubicBezTo>
                  <a:cubicBezTo>
                    <a:pt x="82923" y="38766"/>
                    <a:pt x="90851" y="41535"/>
                    <a:pt x="98993" y="44091"/>
                  </a:cubicBezTo>
                  <a:cubicBezTo>
                    <a:pt x="96422" y="39192"/>
                    <a:pt x="93208" y="34293"/>
                    <a:pt x="89779" y="29181"/>
                  </a:cubicBezTo>
                  <a:cubicBezTo>
                    <a:pt x="63424" y="21300"/>
                    <a:pt x="37497" y="12141"/>
                    <a:pt x="11785" y="2343"/>
                  </a:cubicBezTo>
                  <a:cubicBezTo>
                    <a:pt x="7928" y="1704"/>
                    <a:pt x="4071" y="85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4" name="任意多边形: 形状 223"/>
            <p:cNvSpPr/>
            <p:nvPr/>
          </p:nvSpPr>
          <p:spPr>
            <a:xfrm>
              <a:off x="4808232" y="6393338"/>
              <a:ext cx="11784" cy="12566"/>
            </a:xfrm>
            <a:custGeom>
              <a:avLst/>
              <a:gdLst>
                <a:gd name="connsiteX0" fmla="*/ 7071 w 11784"/>
                <a:gd name="connsiteY0" fmla="*/ 12567 h 12566"/>
                <a:gd name="connsiteX1" fmla="*/ 11785 w 11784"/>
                <a:gd name="connsiteY1" fmla="*/ 3408 h 12566"/>
                <a:gd name="connsiteX2" fmla="*/ 11571 w 11784"/>
                <a:gd name="connsiteY2" fmla="*/ 2982 h 12566"/>
                <a:gd name="connsiteX3" fmla="*/ 0 w 11784"/>
                <a:gd name="connsiteY3" fmla="*/ 0 h 12566"/>
                <a:gd name="connsiteX4" fmla="*/ 7071 w 11784"/>
                <a:gd name="connsiteY4" fmla="*/ 12567 h 12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84" h="12566">
                  <a:moveTo>
                    <a:pt x="7071" y="12567"/>
                  </a:moveTo>
                  <a:cubicBezTo>
                    <a:pt x="8785" y="9585"/>
                    <a:pt x="10285" y="6390"/>
                    <a:pt x="11785" y="3408"/>
                  </a:cubicBezTo>
                  <a:cubicBezTo>
                    <a:pt x="11785" y="3195"/>
                    <a:pt x="11571" y="2982"/>
                    <a:pt x="11571" y="2982"/>
                  </a:cubicBezTo>
                  <a:cubicBezTo>
                    <a:pt x="7714" y="1917"/>
                    <a:pt x="3857" y="1065"/>
                    <a:pt x="0" y="0"/>
                  </a:cubicBezTo>
                  <a:cubicBezTo>
                    <a:pt x="2571" y="4260"/>
                    <a:pt x="4928" y="8520"/>
                    <a:pt x="7071" y="12567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5" name="任意多边形: 形状 224"/>
            <p:cNvSpPr/>
            <p:nvPr/>
          </p:nvSpPr>
          <p:spPr>
            <a:xfrm>
              <a:off x="4823231" y="6406331"/>
              <a:ext cx="3213" cy="3621"/>
            </a:xfrm>
            <a:custGeom>
              <a:avLst/>
              <a:gdLst>
                <a:gd name="connsiteX0" fmla="*/ 3214 w 3213"/>
                <a:gd name="connsiteY0" fmla="*/ 3621 h 3621"/>
                <a:gd name="connsiteX1" fmla="*/ 1500 w 3213"/>
                <a:gd name="connsiteY1" fmla="*/ 0 h 3621"/>
                <a:gd name="connsiteX2" fmla="*/ 0 w 3213"/>
                <a:gd name="connsiteY2" fmla="*/ 2769 h 3621"/>
                <a:gd name="connsiteX3" fmla="*/ 3214 w 3213"/>
                <a:gd name="connsiteY3" fmla="*/ 3621 h 3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13" h="3621">
                  <a:moveTo>
                    <a:pt x="3214" y="3621"/>
                  </a:moveTo>
                  <a:cubicBezTo>
                    <a:pt x="2785" y="2343"/>
                    <a:pt x="2143" y="1278"/>
                    <a:pt x="1500" y="0"/>
                  </a:cubicBezTo>
                  <a:cubicBezTo>
                    <a:pt x="1071" y="852"/>
                    <a:pt x="428" y="1917"/>
                    <a:pt x="0" y="2769"/>
                  </a:cubicBezTo>
                  <a:cubicBezTo>
                    <a:pt x="1071" y="2982"/>
                    <a:pt x="2143" y="3195"/>
                    <a:pt x="3214" y="3621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6" name="任意多边形: 形状 225"/>
            <p:cNvSpPr/>
            <p:nvPr/>
          </p:nvSpPr>
          <p:spPr>
            <a:xfrm>
              <a:off x="4815303" y="6396746"/>
              <a:ext cx="9642" cy="12141"/>
            </a:xfrm>
            <a:custGeom>
              <a:avLst/>
              <a:gdLst>
                <a:gd name="connsiteX0" fmla="*/ 4714 w 9642"/>
                <a:gd name="connsiteY0" fmla="*/ 0 h 12141"/>
                <a:gd name="connsiteX1" fmla="*/ 0 w 9642"/>
                <a:gd name="connsiteY1" fmla="*/ 9159 h 12141"/>
                <a:gd name="connsiteX2" fmla="*/ 643 w 9642"/>
                <a:gd name="connsiteY2" fmla="*/ 10223 h 12141"/>
                <a:gd name="connsiteX3" fmla="*/ 8142 w 9642"/>
                <a:gd name="connsiteY3" fmla="*/ 12141 h 12141"/>
                <a:gd name="connsiteX4" fmla="*/ 9642 w 9642"/>
                <a:gd name="connsiteY4" fmla="*/ 9372 h 12141"/>
                <a:gd name="connsiteX5" fmla="*/ 4714 w 9642"/>
                <a:gd name="connsiteY5" fmla="*/ 0 h 12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642" h="12141">
                  <a:moveTo>
                    <a:pt x="4714" y="0"/>
                  </a:moveTo>
                  <a:cubicBezTo>
                    <a:pt x="3214" y="3195"/>
                    <a:pt x="1500" y="6176"/>
                    <a:pt x="0" y="9159"/>
                  </a:cubicBezTo>
                  <a:cubicBezTo>
                    <a:pt x="214" y="9585"/>
                    <a:pt x="429" y="9798"/>
                    <a:pt x="643" y="10223"/>
                  </a:cubicBezTo>
                  <a:cubicBezTo>
                    <a:pt x="3214" y="10862"/>
                    <a:pt x="5571" y="11501"/>
                    <a:pt x="8142" y="12141"/>
                  </a:cubicBezTo>
                  <a:cubicBezTo>
                    <a:pt x="8571" y="11289"/>
                    <a:pt x="9214" y="10223"/>
                    <a:pt x="9642" y="9372"/>
                  </a:cubicBezTo>
                  <a:cubicBezTo>
                    <a:pt x="8142" y="6390"/>
                    <a:pt x="6428" y="3195"/>
                    <a:pt x="4714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7" name="任意多边形: 形状 226"/>
            <p:cNvSpPr/>
            <p:nvPr/>
          </p:nvSpPr>
          <p:spPr>
            <a:xfrm>
              <a:off x="4795805" y="6389291"/>
              <a:ext cx="19498" cy="17465"/>
            </a:xfrm>
            <a:custGeom>
              <a:avLst/>
              <a:gdLst>
                <a:gd name="connsiteX0" fmla="*/ 12427 w 19498"/>
                <a:gd name="connsiteY0" fmla="*/ 3834 h 17465"/>
                <a:gd name="connsiteX1" fmla="*/ 0 w 19498"/>
                <a:gd name="connsiteY1" fmla="*/ 0 h 17465"/>
                <a:gd name="connsiteX2" fmla="*/ 9213 w 19498"/>
                <a:gd name="connsiteY2" fmla="*/ 14910 h 17465"/>
                <a:gd name="connsiteX3" fmla="*/ 19070 w 19498"/>
                <a:gd name="connsiteY3" fmla="*/ 17466 h 17465"/>
                <a:gd name="connsiteX4" fmla="*/ 19498 w 19498"/>
                <a:gd name="connsiteY4" fmla="*/ 16614 h 17465"/>
                <a:gd name="connsiteX5" fmla="*/ 12427 w 19498"/>
                <a:gd name="connsiteY5" fmla="*/ 3834 h 17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498" h="17465">
                  <a:moveTo>
                    <a:pt x="12427" y="3834"/>
                  </a:moveTo>
                  <a:cubicBezTo>
                    <a:pt x="8357" y="2556"/>
                    <a:pt x="4285" y="1278"/>
                    <a:pt x="0" y="0"/>
                  </a:cubicBezTo>
                  <a:cubicBezTo>
                    <a:pt x="3428" y="5112"/>
                    <a:pt x="6642" y="10011"/>
                    <a:pt x="9213" y="14910"/>
                  </a:cubicBezTo>
                  <a:cubicBezTo>
                    <a:pt x="12427" y="15762"/>
                    <a:pt x="15856" y="16614"/>
                    <a:pt x="19070" y="17466"/>
                  </a:cubicBezTo>
                  <a:cubicBezTo>
                    <a:pt x="19284" y="17253"/>
                    <a:pt x="19498" y="16827"/>
                    <a:pt x="19498" y="16614"/>
                  </a:cubicBezTo>
                  <a:cubicBezTo>
                    <a:pt x="17356" y="12567"/>
                    <a:pt x="14999" y="8307"/>
                    <a:pt x="12427" y="3834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8" name="任意多边形: 形状 227"/>
            <p:cNvSpPr/>
            <p:nvPr/>
          </p:nvSpPr>
          <p:spPr>
            <a:xfrm>
              <a:off x="4814660" y="6406118"/>
              <a:ext cx="1071" cy="1064"/>
            </a:xfrm>
            <a:custGeom>
              <a:avLst/>
              <a:gdLst>
                <a:gd name="connsiteX0" fmla="*/ 1071 w 1071"/>
                <a:gd name="connsiteY0" fmla="*/ 1065 h 1064"/>
                <a:gd name="connsiteX1" fmla="*/ 429 w 1071"/>
                <a:gd name="connsiteY1" fmla="*/ 0 h 1064"/>
                <a:gd name="connsiteX2" fmla="*/ 0 w 1071"/>
                <a:gd name="connsiteY2" fmla="*/ 852 h 1064"/>
                <a:gd name="connsiteX3" fmla="*/ 1071 w 1071"/>
                <a:gd name="connsiteY3" fmla="*/ 1065 h 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1" h="1064">
                  <a:moveTo>
                    <a:pt x="1071" y="1065"/>
                  </a:moveTo>
                  <a:cubicBezTo>
                    <a:pt x="857" y="639"/>
                    <a:pt x="643" y="426"/>
                    <a:pt x="429" y="0"/>
                  </a:cubicBezTo>
                  <a:cubicBezTo>
                    <a:pt x="214" y="213"/>
                    <a:pt x="214" y="639"/>
                    <a:pt x="0" y="852"/>
                  </a:cubicBezTo>
                  <a:cubicBezTo>
                    <a:pt x="429" y="852"/>
                    <a:pt x="857" y="852"/>
                    <a:pt x="1071" y="1065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9" name="任意多边形: 形状 228"/>
            <p:cNvSpPr/>
            <p:nvPr/>
          </p:nvSpPr>
          <p:spPr>
            <a:xfrm>
              <a:off x="4887727" y="6415277"/>
              <a:ext cx="19712" cy="10224"/>
            </a:xfrm>
            <a:custGeom>
              <a:avLst/>
              <a:gdLst>
                <a:gd name="connsiteX0" fmla="*/ 5143 w 19712"/>
                <a:gd name="connsiteY0" fmla="*/ 10224 h 10224"/>
                <a:gd name="connsiteX1" fmla="*/ 19713 w 19712"/>
                <a:gd name="connsiteY1" fmla="*/ 1491 h 10224"/>
                <a:gd name="connsiteX2" fmla="*/ 12428 w 19712"/>
                <a:gd name="connsiteY2" fmla="*/ 0 h 10224"/>
                <a:gd name="connsiteX3" fmla="*/ 0 w 19712"/>
                <a:gd name="connsiteY3" fmla="*/ 9159 h 10224"/>
                <a:gd name="connsiteX4" fmla="*/ 5143 w 19712"/>
                <a:gd name="connsiteY4" fmla="*/ 10224 h 1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12" h="10224">
                  <a:moveTo>
                    <a:pt x="5143" y="10224"/>
                  </a:moveTo>
                  <a:cubicBezTo>
                    <a:pt x="10071" y="7242"/>
                    <a:pt x="14785" y="4260"/>
                    <a:pt x="19713" y="1491"/>
                  </a:cubicBezTo>
                  <a:cubicBezTo>
                    <a:pt x="17356" y="1065"/>
                    <a:pt x="14785" y="639"/>
                    <a:pt x="12428" y="0"/>
                  </a:cubicBezTo>
                  <a:cubicBezTo>
                    <a:pt x="8142" y="3195"/>
                    <a:pt x="4071" y="6177"/>
                    <a:pt x="0" y="9159"/>
                  </a:cubicBezTo>
                  <a:cubicBezTo>
                    <a:pt x="1714" y="9585"/>
                    <a:pt x="3428" y="9798"/>
                    <a:pt x="5143" y="10224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0" name="任意多边形: 形状 229"/>
            <p:cNvSpPr/>
            <p:nvPr/>
          </p:nvSpPr>
          <p:spPr>
            <a:xfrm>
              <a:off x="4892869" y="6416768"/>
              <a:ext cx="17355" cy="9584"/>
            </a:xfrm>
            <a:custGeom>
              <a:avLst/>
              <a:gdLst>
                <a:gd name="connsiteX0" fmla="*/ 4928 w 17355"/>
                <a:gd name="connsiteY0" fmla="*/ 9585 h 9584"/>
                <a:gd name="connsiteX1" fmla="*/ 17356 w 17355"/>
                <a:gd name="connsiteY1" fmla="*/ 426 h 9584"/>
                <a:gd name="connsiteX2" fmla="*/ 14570 w 17355"/>
                <a:gd name="connsiteY2" fmla="*/ 0 h 9584"/>
                <a:gd name="connsiteX3" fmla="*/ 0 w 17355"/>
                <a:gd name="connsiteY3" fmla="*/ 8733 h 9584"/>
                <a:gd name="connsiteX4" fmla="*/ 4928 w 17355"/>
                <a:gd name="connsiteY4" fmla="*/ 9585 h 9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55" h="9584">
                  <a:moveTo>
                    <a:pt x="4928" y="9585"/>
                  </a:moveTo>
                  <a:cubicBezTo>
                    <a:pt x="8999" y="6603"/>
                    <a:pt x="13285" y="3408"/>
                    <a:pt x="17356" y="426"/>
                  </a:cubicBezTo>
                  <a:cubicBezTo>
                    <a:pt x="16499" y="213"/>
                    <a:pt x="15642" y="0"/>
                    <a:pt x="14570" y="0"/>
                  </a:cubicBezTo>
                  <a:cubicBezTo>
                    <a:pt x="9642" y="2769"/>
                    <a:pt x="4928" y="5964"/>
                    <a:pt x="0" y="8733"/>
                  </a:cubicBezTo>
                  <a:cubicBezTo>
                    <a:pt x="1714" y="8946"/>
                    <a:pt x="3214" y="9372"/>
                    <a:pt x="4928" y="9585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1" name="任意多边形: 形状 230"/>
            <p:cNvSpPr/>
            <p:nvPr/>
          </p:nvSpPr>
          <p:spPr>
            <a:xfrm>
              <a:off x="4886013" y="6415064"/>
              <a:ext cx="13927" cy="9371"/>
            </a:xfrm>
            <a:custGeom>
              <a:avLst/>
              <a:gdLst>
                <a:gd name="connsiteX0" fmla="*/ 0 w 13927"/>
                <a:gd name="connsiteY0" fmla="*/ 9159 h 9371"/>
                <a:gd name="connsiteX1" fmla="*/ 1500 w 13927"/>
                <a:gd name="connsiteY1" fmla="*/ 9372 h 9371"/>
                <a:gd name="connsiteX2" fmla="*/ 13927 w 13927"/>
                <a:gd name="connsiteY2" fmla="*/ 213 h 9371"/>
                <a:gd name="connsiteX3" fmla="*/ 12642 w 13927"/>
                <a:gd name="connsiteY3" fmla="*/ 0 h 9371"/>
                <a:gd name="connsiteX4" fmla="*/ 0 w 13927"/>
                <a:gd name="connsiteY4" fmla="*/ 9159 h 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27" h="9371">
                  <a:moveTo>
                    <a:pt x="0" y="9159"/>
                  </a:moveTo>
                  <a:cubicBezTo>
                    <a:pt x="429" y="9372"/>
                    <a:pt x="1071" y="9372"/>
                    <a:pt x="1500" y="9372"/>
                  </a:cubicBezTo>
                  <a:cubicBezTo>
                    <a:pt x="5785" y="6390"/>
                    <a:pt x="9857" y="3195"/>
                    <a:pt x="13927" y="213"/>
                  </a:cubicBezTo>
                  <a:cubicBezTo>
                    <a:pt x="13499" y="213"/>
                    <a:pt x="13071" y="0"/>
                    <a:pt x="12642" y="0"/>
                  </a:cubicBezTo>
                  <a:cubicBezTo>
                    <a:pt x="8571" y="2982"/>
                    <a:pt x="4285" y="5964"/>
                    <a:pt x="0" y="9159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2" name="任意多边形: 形状 231"/>
            <p:cNvSpPr/>
            <p:nvPr/>
          </p:nvSpPr>
          <p:spPr>
            <a:xfrm>
              <a:off x="4874656" y="6412508"/>
              <a:ext cx="14356" cy="9797"/>
            </a:xfrm>
            <a:custGeom>
              <a:avLst/>
              <a:gdLst>
                <a:gd name="connsiteX0" fmla="*/ 1714 w 14356"/>
                <a:gd name="connsiteY0" fmla="*/ 9798 h 9797"/>
                <a:gd name="connsiteX1" fmla="*/ 14356 w 14356"/>
                <a:gd name="connsiteY1" fmla="*/ 426 h 9797"/>
                <a:gd name="connsiteX2" fmla="*/ 12642 w 14356"/>
                <a:gd name="connsiteY2" fmla="*/ 0 h 9797"/>
                <a:gd name="connsiteX3" fmla="*/ 0 w 14356"/>
                <a:gd name="connsiteY3" fmla="*/ 9372 h 9797"/>
                <a:gd name="connsiteX4" fmla="*/ 1714 w 14356"/>
                <a:gd name="connsiteY4" fmla="*/ 9798 h 9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56" h="9797">
                  <a:moveTo>
                    <a:pt x="1714" y="9798"/>
                  </a:moveTo>
                  <a:cubicBezTo>
                    <a:pt x="6000" y="6816"/>
                    <a:pt x="10071" y="3621"/>
                    <a:pt x="14356" y="426"/>
                  </a:cubicBezTo>
                  <a:cubicBezTo>
                    <a:pt x="13713" y="213"/>
                    <a:pt x="13071" y="213"/>
                    <a:pt x="12642" y="0"/>
                  </a:cubicBezTo>
                  <a:cubicBezTo>
                    <a:pt x="8571" y="2982"/>
                    <a:pt x="4285" y="6177"/>
                    <a:pt x="0" y="9372"/>
                  </a:cubicBezTo>
                  <a:cubicBezTo>
                    <a:pt x="643" y="9585"/>
                    <a:pt x="1286" y="9585"/>
                    <a:pt x="1714" y="9798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3" name="任意多边形: 形状 232"/>
            <p:cNvSpPr/>
            <p:nvPr/>
          </p:nvSpPr>
          <p:spPr>
            <a:xfrm>
              <a:off x="4876370" y="6413147"/>
              <a:ext cx="13070" cy="9158"/>
            </a:xfrm>
            <a:custGeom>
              <a:avLst/>
              <a:gdLst>
                <a:gd name="connsiteX0" fmla="*/ 0 w 13070"/>
                <a:gd name="connsiteY0" fmla="*/ 9159 h 9158"/>
                <a:gd name="connsiteX1" fmla="*/ 429 w 13070"/>
                <a:gd name="connsiteY1" fmla="*/ 9159 h 9158"/>
                <a:gd name="connsiteX2" fmla="*/ 13071 w 13070"/>
                <a:gd name="connsiteY2" fmla="*/ 0 h 9158"/>
                <a:gd name="connsiteX3" fmla="*/ 12642 w 13070"/>
                <a:gd name="connsiteY3" fmla="*/ 0 h 9158"/>
                <a:gd name="connsiteX4" fmla="*/ 0 w 13070"/>
                <a:gd name="connsiteY4" fmla="*/ 9159 h 9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0" h="9158">
                  <a:moveTo>
                    <a:pt x="0" y="9159"/>
                  </a:moveTo>
                  <a:cubicBezTo>
                    <a:pt x="214" y="9159"/>
                    <a:pt x="214" y="9159"/>
                    <a:pt x="429" y="9159"/>
                  </a:cubicBezTo>
                  <a:cubicBezTo>
                    <a:pt x="4714" y="5964"/>
                    <a:pt x="8999" y="2982"/>
                    <a:pt x="13071" y="0"/>
                  </a:cubicBezTo>
                  <a:cubicBezTo>
                    <a:pt x="12856" y="0"/>
                    <a:pt x="12856" y="0"/>
                    <a:pt x="12642" y="0"/>
                  </a:cubicBezTo>
                  <a:cubicBezTo>
                    <a:pt x="8357" y="2982"/>
                    <a:pt x="4285" y="5964"/>
                    <a:pt x="0" y="9159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4" name="任意多边形: 形状 233"/>
            <p:cNvSpPr/>
            <p:nvPr/>
          </p:nvSpPr>
          <p:spPr>
            <a:xfrm>
              <a:off x="4876585" y="6413147"/>
              <a:ext cx="22069" cy="11075"/>
            </a:xfrm>
            <a:custGeom>
              <a:avLst/>
              <a:gdLst>
                <a:gd name="connsiteX0" fmla="*/ 9428 w 22069"/>
                <a:gd name="connsiteY0" fmla="*/ 11076 h 11075"/>
                <a:gd name="connsiteX1" fmla="*/ 22070 w 22069"/>
                <a:gd name="connsiteY1" fmla="*/ 1917 h 11075"/>
                <a:gd name="connsiteX2" fmla="*/ 12642 w 22069"/>
                <a:gd name="connsiteY2" fmla="*/ 0 h 11075"/>
                <a:gd name="connsiteX3" fmla="*/ 0 w 22069"/>
                <a:gd name="connsiteY3" fmla="*/ 9159 h 11075"/>
                <a:gd name="connsiteX4" fmla="*/ 9428 w 22069"/>
                <a:gd name="connsiteY4" fmla="*/ 11076 h 1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69" h="11075">
                  <a:moveTo>
                    <a:pt x="9428" y="11076"/>
                  </a:moveTo>
                  <a:cubicBezTo>
                    <a:pt x="13713" y="7881"/>
                    <a:pt x="17999" y="4899"/>
                    <a:pt x="22070" y="1917"/>
                  </a:cubicBezTo>
                  <a:cubicBezTo>
                    <a:pt x="18856" y="1278"/>
                    <a:pt x="15856" y="639"/>
                    <a:pt x="12642" y="0"/>
                  </a:cubicBezTo>
                  <a:cubicBezTo>
                    <a:pt x="8357" y="2982"/>
                    <a:pt x="4285" y="6177"/>
                    <a:pt x="0" y="9159"/>
                  </a:cubicBezTo>
                  <a:cubicBezTo>
                    <a:pt x="3214" y="9798"/>
                    <a:pt x="6428" y="10437"/>
                    <a:pt x="9428" y="11076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5" name="任意多边形: 形状 234"/>
            <p:cNvSpPr/>
            <p:nvPr/>
          </p:nvSpPr>
          <p:spPr>
            <a:xfrm>
              <a:off x="5123853" y="6398450"/>
              <a:ext cx="5719" cy="10863"/>
            </a:xfrm>
            <a:custGeom>
              <a:avLst/>
              <a:gdLst>
                <a:gd name="connsiteX0" fmla="*/ 0 w 5719"/>
                <a:gd name="connsiteY0" fmla="*/ 10863 h 10863"/>
                <a:gd name="connsiteX1" fmla="*/ 2785 w 5719"/>
                <a:gd name="connsiteY1" fmla="*/ 9585 h 10863"/>
                <a:gd name="connsiteX2" fmla="*/ 3000 w 5719"/>
                <a:gd name="connsiteY2" fmla="*/ 0 h 10863"/>
                <a:gd name="connsiteX3" fmla="*/ 214 w 5719"/>
                <a:gd name="connsiteY3" fmla="*/ 4473 h 10863"/>
                <a:gd name="connsiteX4" fmla="*/ 0 w 5719"/>
                <a:gd name="connsiteY4" fmla="*/ 10863 h 10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9" h="10863">
                  <a:moveTo>
                    <a:pt x="0" y="10863"/>
                  </a:moveTo>
                  <a:cubicBezTo>
                    <a:pt x="857" y="10437"/>
                    <a:pt x="1928" y="10011"/>
                    <a:pt x="2785" y="9585"/>
                  </a:cubicBezTo>
                  <a:cubicBezTo>
                    <a:pt x="7285" y="7242"/>
                    <a:pt x="6000" y="2343"/>
                    <a:pt x="3000" y="0"/>
                  </a:cubicBezTo>
                  <a:cubicBezTo>
                    <a:pt x="1286" y="2769"/>
                    <a:pt x="214" y="4473"/>
                    <a:pt x="214" y="4473"/>
                  </a:cubicBezTo>
                  <a:cubicBezTo>
                    <a:pt x="0" y="6603"/>
                    <a:pt x="0" y="8733"/>
                    <a:pt x="0" y="10863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6" name="任意多边形: 形状 235"/>
            <p:cNvSpPr/>
            <p:nvPr/>
          </p:nvSpPr>
          <p:spPr>
            <a:xfrm>
              <a:off x="5115068" y="6397264"/>
              <a:ext cx="11570" cy="16096"/>
            </a:xfrm>
            <a:custGeom>
              <a:avLst/>
              <a:gdLst>
                <a:gd name="connsiteX0" fmla="*/ 6000 w 11570"/>
                <a:gd name="connsiteY0" fmla="*/ 547 h 16096"/>
                <a:gd name="connsiteX1" fmla="*/ 1071 w 11570"/>
                <a:gd name="connsiteY1" fmla="*/ 2890 h 16096"/>
                <a:gd name="connsiteX2" fmla="*/ 0 w 11570"/>
                <a:gd name="connsiteY2" fmla="*/ 6085 h 16096"/>
                <a:gd name="connsiteX3" fmla="*/ 0 w 11570"/>
                <a:gd name="connsiteY3" fmla="*/ 16096 h 16096"/>
                <a:gd name="connsiteX4" fmla="*/ 8785 w 11570"/>
                <a:gd name="connsiteY4" fmla="*/ 12049 h 16096"/>
                <a:gd name="connsiteX5" fmla="*/ 8785 w 11570"/>
                <a:gd name="connsiteY5" fmla="*/ 5659 h 16096"/>
                <a:gd name="connsiteX6" fmla="*/ 11570 w 11570"/>
                <a:gd name="connsiteY6" fmla="*/ 1186 h 16096"/>
                <a:gd name="connsiteX7" fmla="*/ 6000 w 11570"/>
                <a:gd name="connsiteY7" fmla="*/ 547 h 16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570" h="16096">
                  <a:moveTo>
                    <a:pt x="6000" y="547"/>
                  </a:moveTo>
                  <a:cubicBezTo>
                    <a:pt x="4285" y="1399"/>
                    <a:pt x="2786" y="2038"/>
                    <a:pt x="1071" y="2890"/>
                  </a:cubicBezTo>
                  <a:cubicBezTo>
                    <a:pt x="643" y="3955"/>
                    <a:pt x="0" y="5020"/>
                    <a:pt x="0" y="6085"/>
                  </a:cubicBezTo>
                  <a:cubicBezTo>
                    <a:pt x="214" y="9280"/>
                    <a:pt x="0" y="12688"/>
                    <a:pt x="0" y="16096"/>
                  </a:cubicBezTo>
                  <a:cubicBezTo>
                    <a:pt x="3000" y="14818"/>
                    <a:pt x="5785" y="13540"/>
                    <a:pt x="8785" y="12049"/>
                  </a:cubicBezTo>
                  <a:cubicBezTo>
                    <a:pt x="8785" y="9919"/>
                    <a:pt x="8999" y="7789"/>
                    <a:pt x="8785" y="5659"/>
                  </a:cubicBezTo>
                  <a:cubicBezTo>
                    <a:pt x="8785" y="5659"/>
                    <a:pt x="10071" y="3955"/>
                    <a:pt x="11570" y="1186"/>
                  </a:cubicBezTo>
                  <a:cubicBezTo>
                    <a:pt x="10071" y="121"/>
                    <a:pt x="8142" y="-518"/>
                    <a:pt x="6000" y="547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7" name="任意多边形: 形状 236"/>
            <p:cNvSpPr/>
            <p:nvPr/>
          </p:nvSpPr>
          <p:spPr>
            <a:xfrm>
              <a:off x="4678384" y="6354998"/>
              <a:ext cx="102207" cy="41534"/>
            </a:xfrm>
            <a:custGeom>
              <a:avLst/>
              <a:gdLst>
                <a:gd name="connsiteX0" fmla="*/ 33641 w 102207"/>
                <a:gd name="connsiteY0" fmla="*/ 17679 h 41534"/>
                <a:gd name="connsiteX1" fmla="*/ 102207 w 102207"/>
                <a:gd name="connsiteY1" fmla="*/ 41535 h 41534"/>
                <a:gd name="connsiteX2" fmla="*/ 27427 w 102207"/>
                <a:gd name="connsiteY2" fmla="*/ 5325 h 41534"/>
                <a:gd name="connsiteX3" fmla="*/ 0 w 102207"/>
                <a:gd name="connsiteY3" fmla="*/ 0 h 41534"/>
                <a:gd name="connsiteX4" fmla="*/ 33641 w 102207"/>
                <a:gd name="connsiteY4" fmla="*/ 17679 h 4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207" h="41534">
                  <a:moveTo>
                    <a:pt x="33641" y="17679"/>
                  </a:moveTo>
                  <a:cubicBezTo>
                    <a:pt x="56353" y="26199"/>
                    <a:pt x="79066" y="34293"/>
                    <a:pt x="102207" y="41535"/>
                  </a:cubicBezTo>
                  <a:cubicBezTo>
                    <a:pt x="77352" y="28968"/>
                    <a:pt x="52496" y="16827"/>
                    <a:pt x="27427" y="5325"/>
                  </a:cubicBezTo>
                  <a:cubicBezTo>
                    <a:pt x="18213" y="3621"/>
                    <a:pt x="8999" y="2130"/>
                    <a:pt x="0" y="0"/>
                  </a:cubicBezTo>
                  <a:cubicBezTo>
                    <a:pt x="11356" y="5751"/>
                    <a:pt x="22498" y="11715"/>
                    <a:pt x="33641" y="17679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8" name="任意多边形: 形状 237"/>
            <p:cNvSpPr/>
            <p:nvPr/>
          </p:nvSpPr>
          <p:spPr>
            <a:xfrm>
              <a:off x="4972792" y="6360111"/>
              <a:ext cx="45211" cy="15122"/>
            </a:xfrm>
            <a:custGeom>
              <a:avLst/>
              <a:gdLst>
                <a:gd name="connsiteX0" fmla="*/ 16070 w 45211"/>
                <a:gd name="connsiteY0" fmla="*/ 13845 h 15122"/>
                <a:gd name="connsiteX1" fmla="*/ 36212 w 45211"/>
                <a:gd name="connsiteY1" fmla="*/ 4047 h 15122"/>
                <a:gd name="connsiteX2" fmla="*/ 45211 w 45211"/>
                <a:gd name="connsiteY2" fmla="*/ 0 h 15122"/>
                <a:gd name="connsiteX3" fmla="*/ 16927 w 45211"/>
                <a:gd name="connsiteY3" fmla="*/ 3195 h 15122"/>
                <a:gd name="connsiteX4" fmla="*/ 0 w 45211"/>
                <a:gd name="connsiteY4" fmla="*/ 15123 h 15122"/>
                <a:gd name="connsiteX5" fmla="*/ 16070 w 45211"/>
                <a:gd name="connsiteY5" fmla="*/ 13845 h 15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5211" h="15122">
                  <a:moveTo>
                    <a:pt x="16070" y="13845"/>
                  </a:moveTo>
                  <a:cubicBezTo>
                    <a:pt x="22713" y="10650"/>
                    <a:pt x="29355" y="7242"/>
                    <a:pt x="36212" y="4047"/>
                  </a:cubicBezTo>
                  <a:cubicBezTo>
                    <a:pt x="39212" y="2556"/>
                    <a:pt x="42211" y="1491"/>
                    <a:pt x="45211" y="0"/>
                  </a:cubicBezTo>
                  <a:cubicBezTo>
                    <a:pt x="35783" y="1278"/>
                    <a:pt x="26355" y="2343"/>
                    <a:pt x="16927" y="3195"/>
                  </a:cubicBezTo>
                  <a:cubicBezTo>
                    <a:pt x="11356" y="7029"/>
                    <a:pt x="5571" y="11076"/>
                    <a:pt x="0" y="15123"/>
                  </a:cubicBezTo>
                  <a:cubicBezTo>
                    <a:pt x="5143" y="14484"/>
                    <a:pt x="10499" y="14270"/>
                    <a:pt x="16070" y="13845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9" name="任意多边形: 形状 238"/>
            <p:cNvSpPr/>
            <p:nvPr/>
          </p:nvSpPr>
          <p:spPr>
            <a:xfrm>
              <a:off x="5048644" y="6334977"/>
              <a:ext cx="74994" cy="30245"/>
            </a:xfrm>
            <a:custGeom>
              <a:avLst/>
              <a:gdLst>
                <a:gd name="connsiteX0" fmla="*/ 74995 w 74994"/>
                <a:gd name="connsiteY0" fmla="*/ 7668 h 30245"/>
                <a:gd name="connsiteX1" fmla="*/ 73066 w 74994"/>
                <a:gd name="connsiteY1" fmla="*/ 2982 h 30245"/>
                <a:gd name="connsiteX2" fmla="*/ 72209 w 74994"/>
                <a:gd name="connsiteY2" fmla="*/ 0 h 30245"/>
                <a:gd name="connsiteX3" fmla="*/ 0 w 74994"/>
                <a:gd name="connsiteY3" fmla="*/ 30245 h 30245"/>
                <a:gd name="connsiteX4" fmla="*/ 74995 w 74994"/>
                <a:gd name="connsiteY4" fmla="*/ 7668 h 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94" h="30245">
                  <a:moveTo>
                    <a:pt x="74995" y="7668"/>
                  </a:moveTo>
                  <a:cubicBezTo>
                    <a:pt x="74352" y="6176"/>
                    <a:pt x="73924" y="4473"/>
                    <a:pt x="73066" y="2982"/>
                  </a:cubicBezTo>
                  <a:cubicBezTo>
                    <a:pt x="72638" y="2129"/>
                    <a:pt x="72424" y="1065"/>
                    <a:pt x="72209" y="0"/>
                  </a:cubicBezTo>
                  <a:cubicBezTo>
                    <a:pt x="47997" y="9585"/>
                    <a:pt x="23999" y="19809"/>
                    <a:pt x="0" y="30245"/>
                  </a:cubicBezTo>
                  <a:cubicBezTo>
                    <a:pt x="25713" y="25346"/>
                    <a:pt x="51211" y="18317"/>
                    <a:pt x="74995" y="7668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0" name="任意多边形: 形状 239"/>
            <p:cNvSpPr/>
            <p:nvPr/>
          </p:nvSpPr>
          <p:spPr>
            <a:xfrm>
              <a:off x="4988648" y="6331143"/>
              <a:ext cx="132633" cy="42599"/>
            </a:xfrm>
            <a:custGeom>
              <a:avLst/>
              <a:gdLst>
                <a:gd name="connsiteX0" fmla="*/ 20141 w 132633"/>
                <a:gd name="connsiteY0" fmla="*/ 32802 h 42599"/>
                <a:gd name="connsiteX1" fmla="*/ 0 w 132633"/>
                <a:gd name="connsiteY1" fmla="*/ 42600 h 42599"/>
                <a:gd name="connsiteX2" fmla="*/ 56353 w 132633"/>
                <a:gd name="connsiteY2" fmla="*/ 34719 h 42599"/>
                <a:gd name="connsiteX3" fmla="*/ 59996 w 132633"/>
                <a:gd name="connsiteY3" fmla="*/ 34080 h 42599"/>
                <a:gd name="connsiteX4" fmla="*/ 132205 w 132633"/>
                <a:gd name="connsiteY4" fmla="*/ 3834 h 42599"/>
                <a:gd name="connsiteX5" fmla="*/ 132633 w 132633"/>
                <a:gd name="connsiteY5" fmla="*/ 0 h 42599"/>
                <a:gd name="connsiteX6" fmla="*/ 29355 w 132633"/>
                <a:gd name="connsiteY6" fmla="*/ 28968 h 42599"/>
                <a:gd name="connsiteX7" fmla="*/ 20141 w 132633"/>
                <a:gd name="connsiteY7" fmla="*/ 32802 h 42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2633" h="42599">
                  <a:moveTo>
                    <a:pt x="20141" y="32802"/>
                  </a:moveTo>
                  <a:cubicBezTo>
                    <a:pt x="13285" y="35997"/>
                    <a:pt x="6856" y="39405"/>
                    <a:pt x="0" y="42600"/>
                  </a:cubicBezTo>
                  <a:cubicBezTo>
                    <a:pt x="18856" y="40683"/>
                    <a:pt x="37712" y="38127"/>
                    <a:pt x="56353" y="34719"/>
                  </a:cubicBezTo>
                  <a:cubicBezTo>
                    <a:pt x="57639" y="34506"/>
                    <a:pt x="58710" y="34293"/>
                    <a:pt x="59996" y="34080"/>
                  </a:cubicBezTo>
                  <a:cubicBezTo>
                    <a:pt x="83994" y="23430"/>
                    <a:pt x="107992" y="13419"/>
                    <a:pt x="132205" y="3834"/>
                  </a:cubicBezTo>
                  <a:cubicBezTo>
                    <a:pt x="131990" y="2556"/>
                    <a:pt x="132205" y="1278"/>
                    <a:pt x="132633" y="0"/>
                  </a:cubicBezTo>
                  <a:cubicBezTo>
                    <a:pt x="100707" y="15123"/>
                    <a:pt x="65567" y="23856"/>
                    <a:pt x="29355" y="28968"/>
                  </a:cubicBezTo>
                  <a:cubicBezTo>
                    <a:pt x="26141" y="30246"/>
                    <a:pt x="23141" y="31524"/>
                    <a:pt x="20141" y="32802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1" name="任意多边形: 形状 240"/>
            <p:cNvSpPr/>
            <p:nvPr/>
          </p:nvSpPr>
          <p:spPr>
            <a:xfrm>
              <a:off x="4970221" y="6363092"/>
              <a:ext cx="19284" cy="12022"/>
            </a:xfrm>
            <a:custGeom>
              <a:avLst/>
              <a:gdLst>
                <a:gd name="connsiteX0" fmla="*/ 2357 w 19284"/>
                <a:gd name="connsiteY0" fmla="*/ 11928 h 12022"/>
                <a:gd name="connsiteX1" fmla="*/ 19284 w 19284"/>
                <a:gd name="connsiteY1" fmla="*/ 0 h 12022"/>
                <a:gd name="connsiteX2" fmla="*/ 16284 w 19284"/>
                <a:gd name="connsiteY2" fmla="*/ 213 h 12022"/>
                <a:gd name="connsiteX3" fmla="*/ 0 w 19284"/>
                <a:gd name="connsiteY3" fmla="*/ 11928 h 12022"/>
                <a:gd name="connsiteX4" fmla="*/ 2357 w 19284"/>
                <a:gd name="connsiteY4" fmla="*/ 11928 h 12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284" h="12022">
                  <a:moveTo>
                    <a:pt x="2357" y="11928"/>
                  </a:moveTo>
                  <a:cubicBezTo>
                    <a:pt x="7928" y="7881"/>
                    <a:pt x="13713" y="4047"/>
                    <a:pt x="19284" y="0"/>
                  </a:cubicBezTo>
                  <a:cubicBezTo>
                    <a:pt x="18213" y="0"/>
                    <a:pt x="17356" y="213"/>
                    <a:pt x="16284" y="213"/>
                  </a:cubicBezTo>
                  <a:cubicBezTo>
                    <a:pt x="10714" y="4047"/>
                    <a:pt x="5357" y="8094"/>
                    <a:pt x="0" y="11928"/>
                  </a:cubicBezTo>
                  <a:cubicBezTo>
                    <a:pt x="857" y="12141"/>
                    <a:pt x="1714" y="11928"/>
                    <a:pt x="2357" y="11928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2" name="任意多边形: 形状 241"/>
            <p:cNvSpPr/>
            <p:nvPr/>
          </p:nvSpPr>
          <p:spPr>
            <a:xfrm>
              <a:off x="4969150" y="6363519"/>
              <a:ext cx="17570" cy="11714"/>
            </a:xfrm>
            <a:custGeom>
              <a:avLst/>
              <a:gdLst>
                <a:gd name="connsiteX0" fmla="*/ 0 w 17570"/>
                <a:gd name="connsiteY0" fmla="*/ 11715 h 11714"/>
                <a:gd name="connsiteX1" fmla="*/ 1286 w 17570"/>
                <a:gd name="connsiteY1" fmla="*/ 11715 h 11714"/>
                <a:gd name="connsiteX2" fmla="*/ 17570 w 17570"/>
                <a:gd name="connsiteY2" fmla="*/ 0 h 11714"/>
                <a:gd name="connsiteX3" fmla="*/ 16499 w 17570"/>
                <a:gd name="connsiteY3" fmla="*/ 0 h 11714"/>
                <a:gd name="connsiteX4" fmla="*/ 0 w 17570"/>
                <a:gd name="connsiteY4" fmla="*/ 11715 h 1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570" h="11714">
                  <a:moveTo>
                    <a:pt x="0" y="11715"/>
                  </a:moveTo>
                  <a:cubicBezTo>
                    <a:pt x="428" y="11715"/>
                    <a:pt x="857" y="11715"/>
                    <a:pt x="1286" y="11715"/>
                  </a:cubicBezTo>
                  <a:cubicBezTo>
                    <a:pt x="6642" y="7881"/>
                    <a:pt x="12213" y="3834"/>
                    <a:pt x="17570" y="0"/>
                  </a:cubicBezTo>
                  <a:cubicBezTo>
                    <a:pt x="17142" y="0"/>
                    <a:pt x="16927" y="0"/>
                    <a:pt x="16499" y="0"/>
                  </a:cubicBezTo>
                  <a:cubicBezTo>
                    <a:pt x="10928" y="3834"/>
                    <a:pt x="5571" y="7881"/>
                    <a:pt x="0" y="11715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3" name="任意多边形: 形状 242"/>
            <p:cNvSpPr/>
            <p:nvPr/>
          </p:nvSpPr>
          <p:spPr>
            <a:xfrm>
              <a:off x="4847444" y="6364797"/>
              <a:ext cx="105635" cy="13158"/>
            </a:xfrm>
            <a:custGeom>
              <a:avLst/>
              <a:gdLst>
                <a:gd name="connsiteX0" fmla="*/ 0 w 105635"/>
                <a:gd name="connsiteY0" fmla="*/ 11715 h 13158"/>
                <a:gd name="connsiteX1" fmla="*/ 88923 w 105635"/>
                <a:gd name="connsiteY1" fmla="*/ 12567 h 13158"/>
                <a:gd name="connsiteX2" fmla="*/ 105636 w 105635"/>
                <a:gd name="connsiteY2" fmla="*/ 639 h 13158"/>
                <a:gd name="connsiteX3" fmla="*/ 49496 w 105635"/>
                <a:gd name="connsiteY3" fmla="*/ 1491 h 13158"/>
                <a:gd name="connsiteX4" fmla="*/ 4071 w 105635"/>
                <a:gd name="connsiteY4" fmla="*/ 0 h 13158"/>
                <a:gd name="connsiteX5" fmla="*/ 0 w 105635"/>
                <a:gd name="connsiteY5" fmla="*/ 11715 h 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5635" h="13158">
                  <a:moveTo>
                    <a:pt x="0" y="11715"/>
                  </a:moveTo>
                  <a:cubicBezTo>
                    <a:pt x="29569" y="13206"/>
                    <a:pt x="59139" y="13632"/>
                    <a:pt x="88923" y="12567"/>
                  </a:cubicBezTo>
                  <a:cubicBezTo>
                    <a:pt x="94493" y="8520"/>
                    <a:pt x="100064" y="4686"/>
                    <a:pt x="105636" y="639"/>
                  </a:cubicBezTo>
                  <a:cubicBezTo>
                    <a:pt x="86566" y="1491"/>
                    <a:pt x="67710" y="1491"/>
                    <a:pt x="49496" y="1491"/>
                  </a:cubicBezTo>
                  <a:cubicBezTo>
                    <a:pt x="34283" y="1491"/>
                    <a:pt x="19285" y="639"/>
                    <a:pt x="4071" y="0"/>
                  </a:cubicBezTo>
                  <a:cubicBezTo>
                    <a:pt x="2786" y="4047"/>
                    <a:pt x="1286" y="7881"/>
                    <a:pt x="0" y="11715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4" name="任意多边形: 形状 243"/>
            <p:cNvSpPr/>
            <p:nvPr/>
          </p:nvSpPr>
          <p:spPr>
            <a:xfrm>
              <a:off x="4795376" y="6361176"/>
              <a:ext cx="37925" cy="14271"/>
            </a:xfrm>
            <a:custGeom>
              <a:avLst/>
              <a:gdLst>
                <a:gd name="connsiteX0" fmla="*/ 9642 w 37925"/>
                <a:gd name="connsiteY0" fmla="*/ 12354 h 14271"/>
                <a:gd name="connsiteX1" fmla="*/ 33855 w 37925"/>
                <a:gd name="connsiteY1" fmla="*/ 14271 h 14271"/>
                <a:gd name="connsiteX2" fmla="*/ 37926 w 37925"/>
                <a:gd name="connsiteY2" fmla="*/ 3195 h 14271"/>
                <a:gd name="connsiteX3" fmla="*/ 0 w 37925"/>
                <a:gd name="connsiteY3" fmla="*/ 0 h 14271"/>
                <a:gd name="connsiteX4" fmla="*/ 9642 w 37925"/>
                <a:gd name="connsiteY4" fmla="*/ 12354 h 1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25" h="14271">
                  <a:moveTo>
                    <a:pt x="9642" y="12354"/>
                  </a:moveTo>
                  <a:cubicBezTo>
                    <a:pt x="17785" y="12993"/>
                    <a:pt x="25712" y="13845"/>
                    <a:pt x="33855" y="14271"/>
                  </a:cubicBezTo>
                  <a:cubicBezTo>
                    <a:pt x="35355" y="10650"/>
                    <a:pt x="36640" y="6816"/>
                    <a:pt x="37926" y="3195"/>
                  </a:cubicBezTo>
                  <a:cubicBezTo>
                    <a:pt x="25284" y="2556"/>
                    <a:pt x="12642" y="1065"/>
                    <a:pt x="0" y="0"/>
                  </a:cubicBezTo>
                  <a:cubicBezTo>
                    <a:pt x="3428" y="4047"/>
                    <a:pt x="6642" y="8307"/>
                    <a:pt x="9642" y="12354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5" name="任意多边形: 形状 244"/>
            <p:cNvSpPr/>
            <p:nvPr/>
          </p:nvSpPr>
          <p:spPr>
            <a:xfrm>
              <a:off x="4838444" y="6364797"/>
              <a:ext cx="13070" cy="11714"/>
            </a:xfrm>
            <a:custGeom>
              <a:avLst/>
              <a:gdLst>
                <a:gd name="connsiteX0" fmla="*/ 0 w 13070"/>
                <a:gd name="connsiteY0" fmla="*/ 11289 h 11714"/>
                <a:gd name="connsiteX1" fmla="*/ 8999 w 13070"/>
                <a:gd name="connsiteY1" fmla="*/ 11715 h 11714"/>
                <a:gd name="connsiteX2" fmla="*/ 13071 w 13070"/>
                <a:gd name="connsiteY2" fmla="*/ 213 h 11714"/>
                <a:gd name="connsiteX3" fmla="*/ 3857 w 13070"/>
                <a:gd name="connsiteY3" fmla="*/ 0 h 11714"/>
                <a:gd name="connsiteX4" fmla="*/ 0 w 13070"/>
                <a:gd name="connsiteY4" fmla="*/ 11289 h 1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0" h="11714">
                  <a:moveTo>
                    <a:pt x="0" y="11289"/>
                  </a:moveTo>
                  <a:cubicBezTo>
                    <a:pt x="3000" y="11501"/>
                    <a:pt x="6000" y="11501"/>
                    <a:pt x="8999" y="11715"/>
                  </a:cubicBezTo>
                  <a:cubicBezTo>
                    <a:pt x="10285" y="7881"/>
                    <a:pt x="11785" y="4047"/>
                    <a:pt x="13071" y="213"/>
                  </a:cubicBezTo>
                  <a:cubicBezTo>
                    <a:pt x="10071" y="0"/>
                    <a:pt x="7071" y="0"/>
                    <a:pt x="3857" y="0"/>
                  </a:cubicBezTo>
                  <a:cubicBezTo>
                    <a:pt x="2571" y="3834"/>
                    <a:pt x="1500" y="7668"/>
                    <a:pt x="0" y="11289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6" name="任意多边形: 形状 245"/>
            <p:cNvSpPr/>
            <p:nvPr/>
          </p:nvSpPr>
          <p:spPr>
            <a:xfrm>
              <a:off x="4829231" y="6364370"/>
              <a:ext cx="13070" cy="11715"/>
            </a:xfrm>
            <a:custGeom>
              <a:avLst/>
              <a:gdLst>
                <a:gd name="connsiteX0" fmla="*/ 0 w 13070"/>
                <a:gd name="connsiteY0" fmla="*/ 11076 h 11715"/>
                <a:gd name="connsiteX1" fmla="*/ 6856 w 13070"/>
                <a:gd name="connsiteY1" fmla="*/ 11715 h 11715"/>
                <a:gd name="connsiteX2" fmla="*/ 9213 w 13070"/>
                <a:gd name="connsiteY2" fmla="*/ 11715 h 11715"/>
                <a:gd name="connsiteX3" fmla="*/ 13071 w 13070"/>
                <a:gd name="connsiteY3" fmla="*/ 213 h 11715"/>
                <a:gd name="connsiteX4" fmla="*/ 4071 w 13070"/>
                <a:gd name="connsiteY4" fmla="*/ 0 h 11715"/>
                <a:gd name="connsiteX5" fmla="*/ 0 w 13070"/>
                <a:gd name="connsiteY5" fmla="*/ 11076 h 1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70" h="11715">
                  <a:moveTo>
                    <a:pt x="0" y="11076"/>
                  </a:moveTo>
                  <a:cubicBezTo>
                    <a:pt x="2357" y="11289"/>
                    <a:pt x="4500" y="11502"/>
                    <a:pt x="6856" y="11715"/>
                  </a:cubicBezTo>
                  <a:cubicBezTo>
                    <a:pt x="7714" y="11715"/>
                    <a:pt x="8357" y="11715"/>
                    <a:pt x="9213" y="11715"/>
                  </a:cubicBezTo>
                  <a:cubicBezTo>
                    <a:pt x="10714" y="7881"/>
                    <a:pt x="11785" y="4047"/>
                    <a:pt x="13071" y="213"/>
                  </a:cubicBezTo>
                  <a:cubicBezTo>
                    <a:pt x="10071" y="0"/>
                    <a:pt x="7071" y="0"/>
                    <a:pt x="4071" y="0"/>
                  </a:cubicBezTo>
                  <a:cubicBezTo>
                    <a:pt x="2785" y="3834"/>
                    <a:pt x="1500" y="7455"/>
                    <a:pt x="0" y="11076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7" name="任意多边形: 形状 246"/>
            <p:cNvSpPr/>
            <p:nvPr/>
          </p:nvSpPr>
          <p:spPr>
            <a:xfrm>
              <a:off x="4670028" y="6344988"/>
              <a:ext cx="112277" cy="26837"/>
            </a:xfrm>
            <a:custGeom>
              <a:avLst/>
              <a:gdLst>
                <a:gd name="connsiteX0" fmla="*/ 10285 w 112277"/>
                <a:gd name="connsiteY0" fmla="*/ 4046 h 26837"/>
                <a:gd name="connsiteX1" fmla="*/ 12214 w 112277"/>
                <a:gd name="connsiteY1" fmla="*/ 4046 h 26837"/>
                <a:gd name="connsiteX2" fmla="*/ 47568 w 112277"/>
                <a:gd name="connsiteY2" fmla="*/ 17679 h 26837"/>
                <a:gd name="connsiteX3" fmla="*/ 112278 w 112277"/>
                <a:gd name="connsiteY3" fmla="*/ 26837 h 26837"/>
                <a:gd name="connsiteX4" fmla="*/ 101136 w 112277"/>
                <a:gd name="connsiteY4" fmla="*/ 14057 h 26837"/>
                <a:gd name="connsiteX5" fmla="*/ 19070 w 112277"/>
                <a:gd name="connsiteY5" fmla="*/ 852 h 26837"/>
                <a:gd name="connsiteX6" fmla="*/ 0 w 112277"/>
                <a:gd name="connsiteY6" fmla="*/ 0 h 26837"/>
                <a:gd name="connsiteX7" fmla="*/ 10285 w 112277"/>
                <a:gd name="connsiteY7" fmla="*/ 4046 h 26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277" h="26837">
                  <a:moveTo>
                    <a:pt x="10285" y="4046"/>
                  </a:moveTo>
                  <a:cubicBezTo>
                    <a:pt x="10928" y="4046"/>
                    <a:pt x="11571" y="3621"/>
                    <a:pt x="12214" y="4046"/>
                  </a:cubicBezTo>
                  <a:cubicBezTo>
                    <a:pt x="23784" y="8946"/>
                    <a:pt x="35783" y="13206"/>
                    <a:pt x="47568" y="17679"/>
                  </a:cubicBezTo>
                  <a:cubicBezTo>
                    <a:pt x="68995" y="21300"/>
                    <a:pt x="90636" y="24495"/>
                    <a:pt x="112278" y="26837"/>
                  </a:cubicBezTo>
                  <a:cubicBezTo>
                    <a:pt x="108850" y="22578"/>
                    <a:pt x="104993" y="18317"/>
                    <a:pt x="101136" y="14057"/>
                  </a:cubicBezTo>
                  <a:cubicBezTo>
                    <a:pt x="73495" y="10862"/>
                    <a:pt x="46068" y="6603"/>
                    <a:pt x="19070" y="852"/>
                  </a:cubicBezTo>
                  <a:cubicBezTo>
                    <a:pt x="12642" y="639"/>
                    <a:pt x="6428" y="426"/>
                    <a:pt x="0" y="0"/>
                  </a:cubicBezTo>
                  <a:cubicBezTo>
                    <a:pt x="3428" y="1278"/>
                    <a:pt x="6857" y="2768"/>
                    <a:pt x="10285" y="4046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8" name="任意多边形: 形状 247"/>
            <p:cNvSpPr/>
            <p:nvPr/>
          </p:nvSpPr>
          <p:spPr>
            <a:xfrm>
              <a:off x="4783377" y="6360111"/>
              <a:ext cx="21855" cy="13418"/>
            </a:xfrm>
            <a:custGeom>
              <a:avLst/>
              <a:gdLst>
                <a:gd name="connsiteX0" fmla="*/ 10499 w 21855"/>
                <a:gd name="connsiteY0" fmla="*/ 12567 h 13418"/>
                <a:gd name="connsiteX1" fmla="*/ 21855 w 21855"/>
                <a:gd name="connsiteY1" fmla="*/ 13419 h 13418"/>
                <a:gd name="connsiteX2" fmla="*/ 12213 w 21855"/>
                <a:gd name="connsiteY2" fmla="*/ 1065 h 13418"/>
                <a:gd name="connsiteX3" fmla="*/ 0 w 21855"/>
                <a:gd name="connsiteY3" fmla="*/ 0 h 13418"/>
                <a:gd name="connsiteX4" fmla="*/ 10499 w 21855"/>
                <a:gd name="connsiteY4" fmla="*/ 12567 h 13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855" h="13418">
                  <a:moveTo>
                    <a:pt x="10499" y="12567"/>
                  </a:moveTo>
                  <a:cubicBezTo>
                    <a:pt x="14356" y="12993"/>
                    <a:pt x="17999" y="13206"/>
                    <a:pt x="21855" y="13419"/>
                  </a:cubicBezTo>
                  <a:cubicBezTo>
                    <a:pt x="18856" y="9372"/>
                    <a:pt x="15642" y="5112"/>
                    <a:pt x="12213" y="1065"/>
                  </a:cubicBezTo>
                  <a:cubicBezTo>
                    <a:pt x="8142" y="639"/>
                    <a:pt x="4071" y="426"/>
                    <a:pt x="0" y="0"/>
                  </a:cubicBezTo>
                  <a:cubicBezTo>
                    <a:pt x="3643" y="4047"/>
                    <a:pt x="7071" y="8307"/>
                    <a:pt x="10499" y="12567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9" name="任意多边形: 形状 248"/>
            <p:cNvSpPr/>
            <p:nvPr/>
          </p:nvSpPr>
          <p:spPr>
            <a:xfrm>
              <a:off x="4771378" y="6359045"/>
              <a:ext cx="22498" cy="13632"/>
            </a:xfrm>
            <a:custGeom>
              <a:avLst/>
              <a:gdLst>
                <a:gd name="connsiteX0" fmla="*/ 22498 w 22498"/>
                <a:gd name="connsiteY0" fmla="*/ 13632 h 13632"/>
                <a:gd name="connsiteX1" fmla="*/ 11999 w 22498"/>
                <a:gd name="connsiteY1" fmla="*/ 1065 h 13632"/>
                <a:gd name="connsiteX2" fmla="*/ 0 w 22498"/>
                <a:gd name="connsiteY2" fmla="*/ 0 h 13632"/>
                <a:gd name="connsiteX3" fmla="*/ 11142 w 22498"/>
                <a:gd name="connsiteY3" fmla="*/ 12780 h 13632"/>
                <a:gd name="connsiteX4" fmla="*/ 22498 w 22498"/>
                <a:gd name="connsiteY4" fmla="*/ 13632 h 13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98" h="13632">
                  <a:moveTo>
                    <a:pt x="22498" y="13632"/>
                  </a:moveTo>
                  <a:cubicBezTo>
                    <a:pt x="19285" y="9372"/>
                    <a:pt x="15642" y="5325"/>
                    <a:pt x="11999" y="1065"/>
                  </a:cubicBezTo>
                  <a:cubicBezTo>
                    <a:pt x="7928" y="639"/>
                    <a:pt x="4071" y="426"/>
                    <a:pt x="0" y="0"/>
                  </a:cubicBezTo>
                  <a:cubicBezTo>
                    <a:pt x="3857" y="4260"/>
                    <a:pt x="7714" y="8520"/>
                    <a:pt x="11142" y="12780"/>
                  </a:cubicBezTo>
                  <a:cubicBezTo>
                    <a:pt x="14785" y="12993"/>
                    <a:pt x="18642" y="13206"/>
                    <a:pt x="22498" y="13632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0" name="任意多边形: 形状 249"/>
            <p:cNvSpPr/>
            <p:nvPr/>
          </p:nvSpPr>
          <p:spPr>
            <a:xfrm>
              <a:off x="4953293" y="6363519"/>
              <a:ext cx="32354" cy="12992"/>
            </a:xfrm>
            <a:custGeom>
              <a:avLst/>
              <a:gdLst>
                <a:gd name="connsiteX0" fmla="*/ 15856 w 32354"/>
                <a:gd name="connsiteY0" fmla="*/ 11715 h 12992"/>
                <a:gd name="connsiteX1" fmla="*/ 32355 w 32354"/>
                <a:gd name="connsiteY1" fmla="*/ 0 h 12992"/>
                <a:gd name="connsiteX2" fmla="*/ 16499 w 32354"/>
                <a:gd name="connsiteY2" fmla="*/ 1065 h 12992"/>
                <a:gd name="connsiteX3" fmla="*/ 0 w 32354"/>
                <a:gd name="connsiteY3" fmla="*/ 12993 h 12992"/>
                <a:gd name="connsiteX4" fmla="*/ 15856 w 32354"/>
                <a:gd name="connsiteY4" fmla="*/ 11715 h 12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54" h="12992">
                  <a:moveTo>
                    <a:pt x="15856" y="11715"/>
                  </a:moveTo>
                  <a:cubicBezTo>
                    <a:pt x="21427" y="7881"/>
                    <a:pt x="26784" y="3834"/>
                    <a:pt x="32355" y="0"/>
                  </a:cubicBezTo>
                  <a:cubicBezTo>
                    <a:pt x="26998" y="426"/>
                    <a:pt x="21856" y="639"/>
                    <a:pt x="16499" y="1065"/>
                  </a:cubicBezTo>
                  <a:cubicBezTo>
                    <a:pt x="10928" y="5112"/>
                    <a:pt x="5357" y="8946"/>
                    <a:pt x="0" y="12993"/>
                  </a:cubicBezTo>
                  <a:cubicBezTo>
                    <a:pt x="5357" y="12567"/>
                    <a:pt x="10499" y="12140"/>
                    <a:pt x="15856" y="11715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1" name="任意多边形: 形状 250"/>
            <p:cNvSpPr/>
            <p:nvPr/>
          </p:nvSpPr>
          <p:spPr>
            <a:xfrm>
              <a:off x="4952222" y="6364584"/>
              <a:ext cx="17784" cy="11927"/>
            </a:xfrm>
            <a:custGeom>
              <a:avLst/>
              <a:gdLst>
                <a:gd name="connsiteX0" fmla="*/ 0 w 17784"/>
                <a:gd name="connsiteY0" fmla="*/ 11928 h 11927"/>
                <a:gd name="connsiteX1" fmla="*/ 1286 w 17784"/>
                <a:gd name="connsiteY1" fmla="*/ 11928 h 11927"/>
                <a:gd name="connsiteX2" fmla="*/ 17785 w 17784"/>
                <a:gd name="connsiteY2" fmla="*/ 0 h 11927"/>
                <a:gd name="connsiteX3" fmla="*/ 16928 w 17784"/>
                <a:gd name="connsiteY3" fmla="*/ 0 h 11927"/>
                <a:gd name="connsiteX4" fmla="*/ 0 w 17784"/>
                <a:gd name="connsiteY4" fmla="*/ 11928 h 11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84" h="11927">
                  <a:moveTo>
                    <a:pt x="0" y="11928"/>
                  </a:moveTo>
                  <a:cubicBezTo>
                    <a:pt x="429" y="11928"/>
                    <a:pt x="857" y="11928"/>
                    <a:pt x="1286" y="11928"/>
                  </a:cubicBezTo>
                  <a:cubicBezTo>
                    <a:pt x="6642" y="8094"/>
                    <a:pt x="12214" y="4047"/>
                    <a:pt x="17785" y="0"/>
                  </a:cubicBezTo>
                  <a:cubicBezTo>
                    <a:pt x="17570" y="0"/>
                    <a:pt x="17142" y="0"/>
                    <a:pt x="16928" y="0"/>
                  </a:cubicBezTo>
                  <a:cubicBezTo>
                    <a:pt x="11142" y="4047"/>
                    <a:pt x="5571" y="7881"/>
                    <a:pt x="0" y="11928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2" name="任意多边形: 形状 251"/>
            <p:cNvSpPr/>
            <p:nvPr/>
          </p:nvSpPr>
          <p:spPr>
            <a:xfrm>
              <a:off x="4936152" y="6365436"/>
              <a:ext cx="17998" cy="11927"/>
            </a:xfrm>
            <a:custGeom>
              <a:avLst/>
              <a:gdLst>
                <a:gd name="connsiteX0" fmla="*/ 0 w 17998"/>
                <a:gd name="connsiteY0" fmla="*/ 11928 h 11927"/>
                <a:gd name="connsiteX1" fmla="*/ 1500 w 17998"/>
                <a:gd name="connsiteY1" fmla="*/ 11928 h 11927"/>
                <a:gd name="connsiteX2" fmla="*/ 17999 w 17998"/>
                <a:gd name="connsiteY2" fmla="*/ 0 h 11927"/>
                <a:gd name="connsiteX3" fmla="*/ 16713 w 17998"/>
                <a:gd name="connsiteY3" fmla="*/ 0 h 11927"/>
                <a:gd name="connsiteX4" fmla="*/ 0 w 17998"/>
                <a:gd name="connsiteY4" fmla="*/ 11928 h 11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98" h="11927">
                  <a:moveTo>
                    <a:pt x="0" y="11928"/>
                  </a:moveTo>
                  <a:cubicBezTo>
                    <a:pt x="429" y="11928"/>
                    <a:pt x="1071" y="11928"/>
                    <a:pt x="1500" y="11928"/>
                  </a:cubicBezTo>
                  <a:cubicBezTo>
                    <a:pt x="6857" y="8094"/>
                    <a:pt x="12428" y="4047"/>
                    <a:pt x="17999" y="0"/>
                  </a:cubicBezTo>
                  <a:cubicBezTo>
                    <a:pt x="17570" y="0"/>
                    <a:pt x="17142" y="0"/>
                    <a:pt x="16713" y="0"/>
                  </a:cubicBezTo>
                  <a:cubicBezTo>
                    <a:pt x="11142" y="4047"/>
                    <a:pt x="5571" y="8094"/>
                    <a:pt x="0" y="11928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3" name="任意多边形: 形状 252"/>
            <p:cNvSpPr/>
            <p:nvPr/>
          </p:nvSpPr>
          <p:spPr>
            <a:xfrm>
              <a:off x="4937866" y="6365436"/>
              <a:ext cx="18427" cy="11927"/>
            </a:xfrm>
            <a:custGeom>
              <a:avLst/>
              <a:gdLst>
                <a:gd name="connsiteX0" fmla="*/ 0 w 18427"/>
                <a:gd name="connsiteY0" fmla="*/ 11928 h 11927"/>
                <a:gd name="connsiteX1" fmla="*/ 1286 w 18427"/>
                <a:gd name="connsiteY1" fmla="*/ 11928 h 11927"/>
                <a:gd name="connsiteX2" fmla="*/ 18427 w 18427"/>
                <a:gd name="connsiteY2" fmla="*/ 0 h 11927"/>
                <a:gd name="connsiteX3" fmla="*/ 16499 w 18427"/>
                <a:gd name="connsiteY3" fmla="*/ 0 h 11927"/>
                <a:gd name="connsiteX4" fmla="*/ 0 w 18427"/>
                <a:gd name="connsiteY4" fmla="*/ 11928 h 11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27" h="11927">
                  <a:moveTo>
                    <a:pt x="0" y="11928"/>
                  </a:moveTo>
                  <a:cubicBezTo>
                    <a:pt x="429" y="11928"/>
                    <a:pt x="857" y="11928"/>
                    <a:pt x="1286" y="11928"/>
                  </a:cubicBezTo>
                  <a:cubicBezTo>
                    <a:pt x="7071" y="7881"/>
                    <a:pt x="12642" y="4047"/>
                    <a:pt x="18427" y="0"/>
                  </a:cubicBezTo>
                  <a:cubicBezTo>
                    <a:pt x="17785" y="0"/>
                    <a:pt x="17142" y="0"/>
                    <a:pt x="16499" y="0"/>
                  </a:cubicBezTo>
                  <a:cubicBezTo>
                    <a:pt x="10928" y="4047"/>
                    <a:pt x="5357" y="8094"/>
                    <a:pt x="0" y="11928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4" name="任意多边形: 形状 253"/>
            <p:cNvSpPr/>
            <p:nvPr/>
          </p:nvSpPr>
          <p:spPr>
            <a:xfrm>
              <a:off x="4939152" y="6364584"/>
              <a:ext cx="29998" cy="12779"/>
            </a:xfrm>
            <a:custGeom>
              <a:avLst/>
              <a:gdLst>
                <a:gd name="connsiteX0" fmla="*/ 13071 w 29998"/>
                <a:gd name="connsiteY0" fmla="*/ 11928 h 12779"/>
                <a:gd name="connsiteX1" fmla="*/ 29998 w 29998"/>
                <a:gd name="connsiteY1" fmla="*/ 0 h 12779"/>
                <a:gd name="connsiteX2" fmla="*/ 17142 w 29998"/>
                <a:gd name="connsiteY2" fmla="*/ 852 h 12779"/>
                <a:gd name="connsiteX3" fmla="*/ 0 w 29998"/>
                <a:gd name="connsiteY3" fmla="*/ 12780 h 12779"/>
                <a:gd name="connsiteX4" fmla="*/ 13071 w 29998"/>
                <a:gd name="connsiteY4" fmla="*/ 11928 h 12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98" h="12779">
                  <a:moveTo>
                    <a:pt x="13071" y="11928"/>
                  </a:moveTo>
                  <a:cubicBezTo>
                    <a:pt x="18642" y="7881"/>
                    <a:pt x="24427" y="4047"/>
                    <a:pt x="29998" y="0"/>
                  </a:cubicBezTo>
                  <a:cubicBezTo>
                    <a:pt x="25713" y="213"/>
                    <a:pt x="21427" y="639"/>
                    <a:pt x="17142" y="852"/>
                  </a:cubicBezTo>
                  <a:cubicBezTo>
                    <a:pt x="11356" y="4899"/>
                    <a:pt x="5785" y="8733"/>
                    <a:pt x="0" y="12780"/>
                  </a:cubicBezTo>
                  <a:cubicBezTo>
                    <a:pt x="4286" y="12567"/>
                    <a:pt x="8571" y="12141"/>
                    <a:pt x="13071" y="11928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5" name="任意多边形: 形状 254"/>
            <p:cNvSpPr/>
            <p:nvPr/>
          </p:nvSpPr>
          <p:spPr>
            <a:xfrm>
              <a:off x="5129424" y="6330078"/>
              <a:ext cx="5705" cy="9158"/>
            </a:xfrm>
            <a:custGeom>
              <a:avLst/>
              <a:gdLst>
                <a:gd name="connsiteX0" fmla="*/ 0 w 5705"/>
                <a:gd name="connsiteY0" fmla="*/ 3834 h 9158"/>
                <a:gd name="connsiteX1" fmla="*/ 2143 w 5705"/>
                <a:gd name="connsiteY1" fmla="*/ 9159 h 9158"/>
                <a:gd name="connsiteX2" fmla="*/ 2786 w 5705"/>
                <a:gd name="connsiteY2" fmla="*/ 8946 h 9158"/>
                <a:gd name="connsiteX3" fmla="*/ 3643 w 5705"/>
                <a:gd name="connsiteY3" fmla="*/ 0 h 9158"/>
                <a:gd name="connsiteX4" fmla="*/ 857 w 5705"/>
                <a:gd name="connsiteY4" fmla="*/ 1065 h 9158"/>
                <a:gd name="connsiteX5" fmla="*/ 0 w 5705"/>
                <a:gd name="connsiteY5" fmla="*/ 3834 h 9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05" h="9158">
                  <a:moveTo>
                    <a:pt x="0" y="3834"/>
                  </a:moveTo>
                  <a:cubicBezTo>
                    <a:pt x="1071" y="5538"/>
                    <a:pt x="1286" y="7455"/>
                    <a:pt x="2143" y="9159"/>
                  </a:cubicBezTo>
                  <a:cubicBezTo>
                    <a:pt x="2357" y="9159"/>
                    <a:pt x="2571" y="8946"/>
                    <a:pt x="2786" y="8946"/>
                  </a:cubicBezTo>
                  <a:cubicBezTo>
                    <a:pt x="6857" y="6816"/>
                    <a:pt x="6214" y="2556"/>
                    <a:pt x="3643" y="0"/>
                  </a:cubicBezTo>
                  <a:cubicBezTo>
                    <a:pt x="2786" y="426"/>
                    <a:pt x="1714" y="852"/>
                    <a:pt x="857" y="1065"/>
                  </a:cubicBezTo>
                  <a:cubicBezTo>
                    <a:pt x="214" y="2769"/>
                    <a:pt x="0" y="3834"/>
                    <a:pt x="0" y="3834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6" name="任意多边形: 形状 255"/>
            <p:cNvSpPr/>
            <p:nvPr/>
          </p:nvSpPr>
          <p:spPr>
            <a:xfrm>
              <a:off x="5129853" y="6328587"/>
              <a:ext cx="2999" cy="2769"/>
            </a:xfrm>
            <a:custGeom>
              <a:avLst/>
              <a:gdLst>
                <a:gd name="connsiteX0" fmla="*/ 3000 w 2999"/>
                <a:gd name="connsiteY0" fmla="*/ 1491 h 2769"/>
                <a:gd name="connsiteX1" fmla="*/ 643 w 2999"/>
                <a:gd name="connsiteY1" fmla="*/ 0 h 2769"/>
                <a:gd name="connsiteX2" fmla="*/ 0 w 2999"/>
                <a:gd name="connsiteY2" fmla="*/ 2769 h 2769"/>
                <a:gd name="connsiteX3" fmla="*/ 3000 w 2999"/>
                <a:gd name="connsiteY3" fmla="*/ 1491 h 2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99" h="2769">
                  <a:moveTo>
                    <a:pt x="3000" y="1491"/>
                  </a:moveTo>
                  <a:cubicBezTo>
                    <a:pt x="2357" y="852"/>
                    <a:pt x="1714" y="213"/>
                    <a:pt x="643" y="0"/>
                  </a:cubicBezTo>
                  <a:cubicBezTo>
                    <a:pt x="428" y="1065"/>
                    <a:pt x="214" y="1917"/>
                    <a:pt x="0" y="2769"/>
                  </a:cubicBezTo>
                  <a:cubicBezTo>
                    <a:pt x="1071" y="2130"/>
                    <a:pt x="2143" y="1917"/>
                    <a:pt x="3000" y="1491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7" name="任意多边形: 形状 256"/>
            <p:cNvSpPr/>
            <p:nvPr/>
          </p:nvSpPr>
          <p:spPr>
            <a:xfrm>
              <a:off x="5120853" y="6331143"/>
              <a:ext cx="10713" cy="11502"/>
            </a:xfrm>
            <a:custGeom>
              <a:avLst/>
              <a:gdLst>
                <a:gd name="connsiteX0" fmla="*/ 9213 w 10713"/>
                <a:gd name="connsiteY0" fmla="*/ 0 h 11502"/>
                <a:gd name="connsiteX1" fmla="*/ 0 w 10713"/>
                <a:gd name="connsiteY1" fmla="*/ 3834 h 11502"/>
                <a:gd name="connsiteX2" fmla="*/ 857 w 10713"/>
                <a:gd name="connsiteY2" fmla="*/ 6816 h 11502"/>
                <a:gd name="connsiteX3" fmla="*/ 2785 w 10713"/>
                <a:gd name="connsiteY3" fmla="*/ 11502 h 11502"/>
                <a:gd name="connsiteX4" fmla="*/ 10714 w 10713"/>
                <a:gd name="connsiteY4" fmla="*/ 8094 h 11502"/>
                <a:gd name="connsiteX5" fmla="*/ 8571 w 10713"/>
                <a:gd name="connsiteY5" fmla="*/ 2769 h 11502"/>
                <a:gd name="connsiteX6" fmla="*/ 9213 w 10713"/>
                <a:gd name="connsiteY6" fmla="*/ 0 h 11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13" h="11502">
                  <a:moveTo>
                    <a:pt x="9213" y="0"/>
                  </a:moveTo>
                  <a:cubicBezTo>
                    <a:pt x="6214" y="1278"/>
                    <a:pt x="3000" y="2556"/>
                    <a:pt x="0" y="3834"/>
                  </a:cubicBezTo>
                  <a:cubicBezTo>
                    <a:pt x="214" y="4899"/>
                    <a:pt x="428" y="5964"/>
                    <a:pt x="857" y="6816"/>
                  </a:cubicBezTo>
                  <a:cubicBezTo>
                    <a:pt x="1714" y="8520"/>
                    <a:pt x="2143" y="10011"/>
                    <a:pt x="2785" y="11502"/>
                  </a:cubicBezTo>
                  <a:cubicBezTo>
                    <a:pt x="5357" y="10224"/>
                    <a:pt x="8142" y="9372"/>
                    <a:pt x="10714" y="8094"/>
                  </a:cubicBezTo>
                  <a:cubicBezTo>
                    <a:pt x="9856" y="6390"/>
                    <a:pt x="9642" y="4473"/>
                    <a:pt x="8571" y="2769"/>
                  </a:cubicBezTo>
                  <a:cubicBezTo>
                    <a:pt x="8571" y="2769"/>
                    <a:pt x="8785" y="1704"/>
                    <a:pt x="9213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8" name="任意多边形: 形状 257"/>
            <p:cNvSpPr/>
            <p:nvPr/>
          </p:nvSpPr>
          <p:spPr>
            <a:xfrm>
              <a:off x="5120639" y="6328077"/>
              <a:ext cx="9856" cy="6900"/>
            </a:xfrm>
            <a:custGeom>
              <a:avLst/>
              <a:gdLst>
                <a:gd name="connsiteX0" fmla="*/ 429 w 9856"/>
                <a:gd name="connsiteY0" fmla="*/ 3066 h 6900"/>
                <a:gd name="connsiteX1" fmla="*/ 0 w 9856"/>
                <a:gd name="connsiteY1" fmla="*/ 6900 h 6900"/>
                <a:gd name="connsiteX2" fmla="*/ 9214 w 9856"/>
                <a:gd name="connsiteY2" fmla="*/ 3066 h 6900"/>
                <a:gd name="connsiteX3" fmla="*/ 9857 w 9856"/>
                <a:gd name="connsiteY3" fmla="*/ 297 h 6900"/>
                <a:gd name="connsiteX4" fmla="*/ 5785 w 9856"/>
                <a:gd name="connsiteY4" fmla="*/ 510 h 6900"/>
                <a:gd name="connsiteX5" fmla="*/ 429 w 9856"/>
                <a:gd name="connsiteY5" fmla="*/ 3066 h 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856" h="6900">
                  <a:moveTo>
                    <a:pt x="429" y="3066"/>
                  </a:moveTo>
                  <a:cubicBezTo>
                    <a:pt x="0" y="4344"/>
                    <a:pt x="0" y="5622"/>
                    <a:pt x="0" y="6900"/>
                  </a:cubicBezTo>
                  <a:cubicBezTo>
                    <a:pt x="3000" y="5622"/>
                    <a:pt x="6214" y="4344"/>
                    <a:pt x="9214" y="3066"/>
                  </a:cubicBezTo>
                  <a:cubicBezTo>
                    <a:pt x="9428" y="2427"/>
                    <a:pt x="9642" y="1362"/>
                    <a:pt x="9857" y="297"/>
                  </a:cubicBezTo>
                  <a:cubicBezTo>
                    <a:pt x="8571" y="-129"/>
                    <a:pt x="7285" y="-129"/>
                    <a:pt x="5785" y="510"/>
                  </a:cubicBezTo>
                  <a:cubicBezTo>
                    <a:pt x="4285" y="1575"/>
                    <a:pt x="2357" y="2214"/>
                    <a:pt x="429" y="3066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9" name="任意多边形: 形状 258"/>
            <p:cNvSpPr/>
            <p:nvPr/>
          </p:nvSpPr>
          <p:spPr>
            <a:xfrm>
              <a:off x="4654386" y="6343284"/>
              <a:ext cx="25926" cy="10436"/>
            </a:xfrm>
            <a:custGeom>
              <a:avLst/>
              <a:gdLst>
                <a:gd name="connsiteX0" fmla="*/ 25927 w 25926"/>
                <a:gd name="connsiteY0" fmla="*/ 5751 h 10436"/>
                <a:gd name="connsiteX1" fmla="*/ 15642 w 25926"/>
                <a:gd name="connsiteY1" fmla="*/ 1491 h 10436"/>
                <a:gd name="connsiteX2" fmla="*/ 0 w 25926"/>
                <a:gd name="connsiteY2" fmla="*/ 0 h 10436"/>
                <a:gd name="connsiteX3" fmla="*/ 20998 w 25926"/>
                <a:gd name="connsiteY3" fmla="*/ 10437 h 10436"/>
                <a:gd name="connsiteX4" fmla="*/ 25927 w 25926"/>
                <a:gd name="connsiteY4" fmla="*/ 5751 h 10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926" h="10436">
                  <a:moveTo>
                    <a:pt x="25927" y="5751"/>
                  </a:moveTo>
                  <a:cubicBezTo>
                    <a:pt x="22498" y="4260"/>
                    <a:pt x="19070" y="2982"/>
                    <a:pt x="15642" y="1491"/>
                  </a:cubicBezTo>
                  <a:cubicBezTo>
                    <a:pt x="10499" y="1065"/>
                    <a:pt x="5143" y="426"/>
                    <a:pt x="0" y="0"/>
                  </a:cubicBezTo>
                  <a:cubicBezTo>
                    <a:pt x="7071" y="3408"/>
                    <a:pt x="13927" y="6816"/>
                    <a:pt x="20998" y="10437"/>
                  </a:cubicBezTo>
                  <a:cubicBezTo>
                    <a:pt x="21427" y="7668"/>
                    <a:pt x="23141" y="5751"/>
                    <a:pt x="25927" y="5751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0" name="任意多边形: 形状 259"/>
            <p:cNvSpPr/>
            <p:nvPr/>
          </p:nvSpPr>
          <p:spPr>
            <a:xfrm>
              <a:off x="4680313" y="6348940"/>
              <a:ext cx="37283" cy="13726"/>
            </a:xfrm>
            <a:custGeom>
              <a:avLst/>
              <a:gdLst>
                <a:gd name="connsiteX0" fmla="*/ 37283 w 37283"/>
                <a:gd name="connsiteY0" fmla="*/ 13727 h 13726"/>
                <a:gd name="connsiteX1" fmla="*/ 1929 w 37283"/>
                <a:gd name="connsiteY1" fmla="*/ 94 h 13726"/>
                <a:gd name="connsiteX2" fmla="*/ 0 w 37283"/>
                <a:gd name="connsiteY2" fmla="*/ 94 h 13726"/>
                <a:gd name="connsiteX3" fmla="*/ 25498 w 37283"/>
                <a:gd name="connsiteY3" fmla="*/ 11383 h 13726"/>
                <a:gd name="connsiteX4" fmla="*/ 37283 w 37283"/>
                <a:gd name="connsiteY4" fmla="*/ 13727 h 13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283" h="13726">
                  <a:moveTo>
                    <a:pt x="37283" y="13727"/>
                  </a:moveTo>
                  <a:cubicBezTo>
                    <a:pt x="25498" y="9254"/>
                    <a:pt x="13499" y="4994"/>
                    <a:pt x="1929" y="94"/>
                  </a:cubicBezTo>
                  <a:cubicBezTo>
                    <a:pt x="1071" y="-118"/>
                    <a:pt x="643" y="94"/>
                    <a:pt x="0" y="94"/>
                  </a:cubicBezTo>
                  <a:cubicBezTo>
                    <a:pt x="8571" y="3716"/>
                    <a:pt x="17142" y="7550"/>
                    <a:pt x="25498" y="11383"/>
                  </a:cubicBezTo>
                  <a:cubicBezTo>
                    <a:pt x="29569" y="12235"/>
                    <a:pt x="33427" y="13088"/>
                    <a:pt x="37283" y="13727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1" name="任意多边形: 形状 260"/>
            <p:cNvSpPr/>
            <p:nvPr/>
          </p:nvSpPr>
          <p:spPr>
            <a:xfrm>
              <a:off x="4675384" y="6349035"/>
              <a:ext cx="30426" cy="11288"/>
            </a:xfrm>
            <a:custGeom>
              <a:avLst/>
              <a:gdLst>
                <a:gd name="connsiteX0" fmla="*/ 0 w 30426"/>
                <a:gd name="connsiteY0" fmla="*/ 4473 h 11288"/>
                <a:gd name="connsiteX1" fmla="*/ 3000 w 30426"/>
                <a:gd name="connsiteY1" fmla="*/ 5964 h 11288"/>
                <a:gd name="connsiteX2" fmla="*/ 30426 w 30426"/>
                <a:gd name="connsiteY2" fmla="*/ 11289 h 11288"/>
                <a:gd name="connsiteX3" fmla="*/ 4928 w 30426"/>
                <a:gd name="connsiteY3" fmla="*/ 0 h 11288"/>
                <a:gd name="connsiteX4" fmla="*/ 0 w 30426"/>
                <a:gd name="connsiteY4" fmla="*/ 4473 h 11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26" h="11288">
                  <a:moveTo>
                    <a:pt x="0" y="4473"/>
                  </a:moveTo>
                  <a:cubicBezTo>
                    <a:pt x="1071" y="4899"/>
                    <a:pt x="1928" y="5538"/>
                    <a:pt x="3000" y="5964"/>
                  </a:cubicBezTo>
                  <a:cubicBezTo>
                    <a:pt x="11999" y="7881"/>
                    <a:pt x="21213" y="9585"/>
                    <a:pt x="30426" y="11289"/>
                  </a:cubicBezTo>
                  <a:cubicBezTo>
                    <a:pt x="21856" y="7455"/>
                    <a:pt x="13285" y="3621"/>
                    <a:pt x="4928" y="0"/>
                  </a:cubicBezTo>
                  <a:cubicBezTo>
                    <a:pt x="2143" y="0"/>
                    <a:pt x="429" y="1918"/>
                    <a:pt x="0" y="4473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2" name="任意多边形: 形状 261"/>
            <p:cNvSpPr/>
            <p:nvPr/>
          </p:nvSpPr>
          <p:spPr>
            <a:xfrm>
              <a:off x="4860086" y="6204410"/>
              <a:ext cx="231197" cy="127798"/>
            </a:xfrm>
            <a:custGeom>
              <a:avLst/>
              <a:gdLst>
                <a:gd name="connsiteX0" fmla="*/ 118706 w 231197"/>
                <a:gd name="connsiteY0" fmla="*/ 72845 h 127798"/>
                <a:gd name="connsiteX1" fmla="*/ 2571 w 231197"/>
                <a:gd name="connsiteY1" fmla="*/ 115232 h 127798"/>
                <a:gd name="connsiteX2" fmla="*/ 0 w 231197"/>
                <a:gd name="connsiteY2" fmla="*/ 127799 h 127798"/>
                <a:gd name="connsiteX3" fmla="*/ 124063 w 231197"/>
                <a:gd name="connsiteY3" fmla="*/ 83069 h 127798"/>
                <a:gd name="connsiteX4" fmla="*/ 231198 w 231197"/>
                <a:gd name="connsiteY4" fmla="*/ 10011 h 127798"/>
                <a:gd name="connsiteX5" fmla="*/ 224984 w 231197"/>
                <a:gd name="connsiteY5" fmla="*/ 0 h 127798"/>
                <a:gd name="connsiteX6" fmla="*/ 118706 w 231197"/>
                <a:gd name="connsiteY6" fmla="*/ 72845 h 127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197" h="127798">
                  <a:moveTo>
                    <a:pt x="118706" y="72845"/>
                  </a:moveTo>
                  <a:cubicBezTo>
                    <a:pt x="81851" y="90311"/>
                    <a:pt x="42426" y="105221"/>
                    <a:pt x="2571" y="115232"/>
                  </a:cubicBezTo>
                  <a:cubicBezTo>
                    <a:pt x="1714" y="119491"/>
                    <a:pt x="1071" y="123538"/>
                    <a:pt x="0" y="127799"/>
                  </a:cubicBezTo>
                  <a:cubicBezTo>
                    <a:pt x="42426" y="117788"/>
                    <a:pt x="84851" y="101600"/>
                    <a:pt x="124063" y="83069"/>
                  </a:cubicBezTo>
                  <a:cubicBezTo>
                    <a:pt x="163274" y="64538"/>
                    <a:pt x="200986" y="41322"/>
                    <a:pt x="231198" y="10011"/>
                  </a:cubicBezTo>
                  <a:cubicBezTo>
                    <a:pt x="229270" y="6815"/>
                    <a:pt x="227127" y="3408"/>
                    <a:pt x="224984" y="0"/>
                  </a:cubicBezTo>
                  <a:cubicBezTo>
                    <a:pt x="195200" y="31311"/>
                    <a:pt x="157703" y="54527"/>
                    <a:pt x="118706" y="72845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3" name="任意多边形: 形状 262"/>
            <p:cNvSpPr/>
            <p:nvPr/>
          </p:nvSpPr>
          <p:spPr>
            <a:xfrm>
              <a:off x="4769878" y="6323901"/>
              <a:ext cx="74351" cy="20235"/>
            </a:xfrm>
            <a:custGeom>
              <a:avLst/>
              <a:gdLst>
                <a:gd name="connsiteX0" fmla="*/ 71566 w 74351"/>
                <a:gd name="connsiteY0" fmla="*/ 12141 h 20235"/>
                <a:gd name="connsiteX1" fmla="*/ 74352 w 74351"/>
                <a:gd name="connsiteY1" fmla="*/ 0 h 20235"/>
                <a:gd name="connsiteX2" fmla="*/ 0 w 74351"/>
                <a:gd name="connsiteY2" fmla="*/ 9372 h 20235"/>
                <a:gd name="connsiteX3" fmla="*/ 10285 w 74351"/>
                <a:gd name="connsiteY3" fmla="*/ 20235 h 20235"/>
                <a:gd name="connsiteX4" fmla="*/ 71566 w 74351"/>
                <a:gd name="connsiteY4" fmla="*/ 12141 h 20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20235">
                  <a:moveTo>
                    <a:pt x="71566" y="12141"/>
                  </a:moveTo>
                  <a:cubicBezTo>
                    <a:pt x="72638" y="8094"/>
                    <a:pt x="73495" y="4047"/>
                    <a:pt x="74352" y="0"/>
                  </a:cubicBezTo>
                  <a:cubicBezTo>
                    <a:pt x="49925" y="4899"/>
                    <a:pt x="25070" y="7881"/>
                    <a:pt x="0" y="9372"/>
                  </a:cubicBezTo>
                  <a:cubicBezTo>
                    <a:pt x="3643" y="12993"/>
                    <a:pt x="6856" y="16614"/>
                    <a:pt x="10285" y="20235"/>
                  </a:cubicBezTo>
                  <a:cubicBezTo>
                    <a:pt x="30855" y="18531"/>
                    <a:pt x="51425" y="15975"/>
                    <a:pt x="71566" y="12141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4" name="任意多边形: 形状 263"/>
            <p:cNvSpPr/>
            <p:nvPr/>
          </p:nvSpPr>
          <p:spPr>
            <a:xfrm>
              <a:off x="4850658" y="6319428"/>
              <a:ext cx="11999" cy="14696"/>
            </a:xfrm>
            <a:custGeom>
              <a:avLst/>
              <a:gdLst>
                <a:gd name="connsiteX0" fmla="*/ 3000 w 11999"/>
                <a:gd name="connsiteY0" fmla="*/ 2556 h 14696"/>
                <a:gd name="connsiteX1" fmla="*/ 2785 w 11999"/>
                <a:gd name="connsiteY1" fmla="*/ 2556 h 14696"/>
                <a:gd name="connsiteX2" fmla="*/ 0 w 11999"/>
                <a:gd name="connsiteY2" fmla="*/ 14697 h 14696"/>
                <a:gd name="connsiteX3" fmla="*/ 5571 w 11999"/>
                <a:gd name="connsiteY3" fmla="*/ 13632 h 14696"/>
                <a:gd name="connsiteX4" fmla="*/ 9428 w 11999"/>
                <a:gd name="connsiteY4" fmla="*/ 12567 h 14696"/>
                <a:gd name="connsiteX5" fmla="*/ 11999 w 11999"/>
                <a:gd name="connsiteY5" fmla="*/ 0 h 14696"/>
                <a:gd name="connsiteX6" fmla="*/ 3000 w 11999"/>
                <a:gd name="connsiteY6" fmla="*/ 2556 h 14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999" h="14696">
                  <a:moveTo>
                    <a:pt x="3000" y="2556"/>
                  </a:moveTo>
                  <a:cubicBezTo>
                    <a:pt x="3000" y="2556"/>
                    <a:pt x="2785" y="2556"/>
                    <a:pt x="2785" y="2556"/>
                  </a:cubicBezTo>
                  <a:cubicBezTo>
                    <a:pt x="1928" y="6603"/>
                    <a:pt x="1071" y="10650"/>
                    <a:pt x="0" y="14697"/>
                  </a:cubicBezTo>
                  <a:cubicBezTo>
                    <a:pt x="1928" y="14270"/>
                    <a:pt x="3643" y="14058"/>
                    <a:pt x="5571" y="13632"/>
                  </a:cubicBezTo>
                  <a:cubicBezTo>
                    <a:pt x="6856" y="13419"/>
                    <a:pt x="8142" y="12993"/>
                    <a:pt x="9428" y="12567"/>
                  </a:cubicBezTo>
                  <a:cubicBezTo>
                    <a:pt x="10285" y="8307"/>
                    <a:pt x="11142" y="4260"/>
                    <a:pt x="11999" y="0"/>
                  </a:cubicBezTo>
                  <a:cubicBezTo>
                    <a:pt x="8999" y="852"/>
                    <a:pt x="6000" y="1917"/>
                    <a:pt x="3000" y="2556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5" name="任意多边形: 形状 264"/>
            <p:cNvSpPr/>
            <p:nvPr/>
          </p:nvSpPr>
          <p:spPr>
            <a:xfrm>
              <a:off x="4841444" y="6322197"/>
              <a:ext cx="12213" cy="13844"/>
            </a:xfrm>
            <a:custGeom>
              <a:avLst/>
              <a:gdLst>
                <a:gd name="connsiteX0" fmla="*/ 0 w 12213"/>
                <a:gd name="connsiteY0" fmla="*/ 13845 h 13844"/>
                <a:gd name="connsiteX1" fmla="*/ 9428 w 12213"/>
                <a:gd name="connsiteY1" fmla="*/ 12141 h 13844"/>
                <a:gd name="connsiteX2" fmla="*/ 12214 w 12213"/>
                <a:gd name="connsiteY2" fmla="*/ 0 h 13844"/>
                <a:gd name="connsiteX3" fmla="*/ 3000 w 12213"/>
                <a:gd name="connsiteY3" fmla="*/ 1704 h 13844"/>
                <a:gd name="connsiteX4" fmla="*/ 0 w 12213"/>
                <a:gd name="connsiteY4" fmla="*/ 13845 h 1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3" h="13844">
                  <a:moveTo>
                    <a:pt x="0" y="13845"/>
                  </a:moveTo>
                  <a:cubicBezTo>
                    <a:pt x="3214" y="13206"/>
                    <a:pt x="6214" y="12780"/>
                    <a:pt x="9428" y="12141"/>
                  </a:cubicBezTo>
                  <a:cubicBezTo>
                    <a:pt x="10285" y="8094"/>
                    <a:pt x="11356" y="4047"/>
                    <a:pt x="12214" y="0"/>
                  </a:cubicBezTo>
                  <a:cubicBezTo>
                    <a:pt x="9214" y="639"/>
                    <a:pt x="6000" y="1065"/>
                    <a:pt x="3000" y="1704"/>
                  </a:cubicBezTo>
                  <a:cubicBezTo>
                    <a:pt x="1928" y="5751"/>
                    <a:pt x="857" y="9798"/>
                    <a:pt x="0" y="13845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6" name="任意多边形: 形状 265"/>
            <p:cNvSpPr/>
            <p:nvPr/>
          </p:nvSpPr>
          <p:spPr>
            <a:xfrm>
              <a:off x="4662528" y="6334338"/>
              <a:ext cx="95779" cy="11927"/>
            </a:xfrm>
            <a:custGeom>
              <a:avLst/>
              <a:gdLst>
                <a:gd name="connsiteX0" fmla="*/ 26569 w 95779"/>
                <a:gd name="connsiteY0" fmla="*/ 11289 h 11927"/>
                <a:gd name="connsiteX1" fmla="*/ 64495 w 95779"/>
                <a:gd name="connsiteY1" fmla="*/ 11928 h 11927"/>
                <a:gd name="connsiteX2" fmla="*/ 95779 w 95779"/>
                <a:gd name="connsiteY2" fmla="*/ 11076 h 11927"/>
                <a:gd name="connsiteX3" fmla="*/ 84422 w 95779"/>
                <a:gd name="connsiteY3" fmla="*/ 0 h 11927"/>
                <a:gd name="connsiteX4" fmla="*/ 65138 w 95779"/>
                <a:gd name="connsiteY4" fmla="*/ 426 h 11927"/>
                <a:gd name="connsiteX5" fmla="*/ 49282 w 95779"/>
                <a:gd name="connsiteY5" fmla="*/ 426 h 11927"/>
                <a:gd name="connsiteX6" fmla="*/ 0 w 95779"/>
                <a:gd name="connsiteY6" fmla="*/ 4685 h 11927"/>
                <a:gd name="connsiteX7" fmla="*/ 26569 w 95779"/>
                <a:gd name="connsiteY7" fmla="*/ 11289 h 11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5779" h="11927">
                  <a:moveTo>
                    <a:pt x="26569" y="11289"/>
                  </a:moveTo>
                  <a:cubicBezTo>
                    <a:pt x="39211" y="11715"/>
                    <a:pt x="52068" y="11928"/>
                    <a:pt x="64495" y="11928"/>
                  </a:cubicBezTo>
                  <a:cubicBezTo>
                    <a:pt x="74780" y="11928"/>
                    <a:pt x="85280" y="11501"/>
                    <a:pt x="95779" y="11076"/>
                  </a:cubicBezTo>
                  <a:cubicBezTo>
                    <a:pt x="92136" y="7454"/>
                    <a:pt x="88279" y="3621"/>
                    <a:pt x="84422" y="0"/>
                  </a:cubicBezTo>
                  <a:cubicBezTo>
                    <a:pt x="77995" y="213"/>
                    <a:pt x="71566" y="426"/>
                    <a:pt x="65138" y="426"/>
                  </a:cubicBezTo>
                  <a:cubicBezTo>
                    <a:pt x="59781" y="426"/>
                    <a:pt x="54425" y="426"/>
                    <a:pt x="49282" y="426"/>
                  </a:cubicBezTo>
                  <a:cubicBezTo>
                    <a:pt x="31069" y="3195"/>
                    <a:pt x="14570" y="4473"/>
                    <a:pt x="0" y="4685"/>
                  </a:cubicBezTo>
                  <a:cubicBezTo>
                    <a:pt x="8785" y="6815"/>
                    <a:pt x="17570" y="9371"/>
                    <a:pt x="26569" y="11289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7" name="任意多边形: 形状 266"/>
            <p:cNvSpPr/>
            <p:nvPr/>
          </p:nvSpPr>
          <p:spPr>
            <a:xfrm>
              <a:off x="4758522" y="6333060"/>
              <a:ext cx="21641" cy="11715"/>
            </a:xfrm>
            <a:custGeom>
              <a:avLst/>
              <a:gdLst>
                <a:gd name="connsiteX0" fmla="*/ 10714 w 21641"/>
                <a:gd name="connsiteY0" fmla="*/ 11715 h 11715"/>
                <a:gd name="connsiteX1" fmla="*/ 21641 w 21641"/>
                <a:gd name="connsiteY1" fmla="*/ 10863 h 11715"/>
                <a:gd name="connsiteX2" fmla="*/ 11356 w 21641"/>
                <a:gd name="connsiteY2" fmla="*/ 0 h 11715"/>
                <a:gd name="connsiteX3" fmla="*/ 0 w 21641"/>
                <a:gd name="connsiteY3" fmla="*/ 852 h 11715"/>
                <a:gd name="connsiteX4" fmla="*/ 10714 w 21641"/>
                <a:gd name="connsiteY4" fmla="*/ 11715 h 1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641" h="11715">
                  <a:moveTo>
                    <a:pt x="10714" y="11715"/>
                  </a:moveTo>
                  <a:cubicBezTo>
                    <a:pt x="14356" y="11502"/>
                    <a:pt x="17999" y="11289"/>
                    <a:pt x="21641" y="10863"/>
                  </a:cubicBezTo>
                  <a:cubicBezTo>
                    <a:pt x="18213" y="7242"/>
                    <a:pt x="14999" y="3621"/>
                    <a:pt x="11356" y="0"/>
                  </a:cubicBezTo>
                  <a:cubicBezTo>
                    <a:pt x="7499" y="213"/>
                    <a:pt x="3857" y="639"/>
                    <a:pt x="0" y="852"/>
                  </a:cubicBezTo>
                  <a:cubicBezTo>
                    <a:pt x="3643" y="4473"/>
                    <a:pt x="7285" y="8094"/>
                    <a:pt x="10714" y="11715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8" name="任意多边形: 形状 267"/>
            <p:cNvSpPr/>
            <p:nvPr/>
          </p:nvSpPr>
          <p:spPr>
            <a:xfrm>
              <a:off x="4746951" y="6333912"/>
              <a:ext cx="22284" cy="11502"/>
            </a:xfrm>
            <a:custGeom>
              <a:avLst/>
              <a:gdLst>
                <a:gd name="connsiteX0" fmla="*/ 11357 w 22284"/>
                <a:gd name="connsiteY0" fmla="*/ 11502 h 11502"/>
                <a:gd name="connsiteX1" fmla="*/ 22284 w 22284"/>
                <a:gd name="connsiteY1" fmla="*/ 10863 h 11502"/>
                <a:gd name="connsiteX2" fmla="*/ 11571 w 22284"/>
                <a:gd name="connsiteY2" fmla="*/ 0 h 11502"/>
                <a:gd name="connsiteX3" fmla="*/ 0 w 22284"/>
                <a:gd name="connsiteY3" fmla="*/ 213 h 11502"/>
                <a:gd name="connsiteX4" fmla="*/ 11357 w 22284"/>
                <a:gd name="connsiteY4" fmla="*/ 11502 h 11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84" h="11502">
                  <a:moveTo>
                    <a:pt x="11357" y="11502"/>
                  </a:moveTo>
                  <a:cubicBezTo>
                    <a:pt x="14999" y="11289"/>
                    <a:pt x="18642" y="11076"/>
                    <a:pt x="22284" y="10863"/>
                  </a:cubicBezTo>
                  <a:cubicBezTo>
                    <a:pt x="18856" y="7242"/>
                    <a:pt x="15213" y="3621"/>
                    <a:pt x="11571" y="0"/>
                  </a:cubicBezTo>
                  <a:cubicBezTo>
                    <a:pt x="7714" y="213"/>
                    <a:pt x="3857" y="213"/>
                    <a:pt x="0" y="213"/>
                  </a:cubicBezTo>
                  <a:cubicBezTo>
                    <a:pt x="3857" y="4047"/>
                    <a:pt x="7714" y="7881"/>
                    <a:pt x="11357" y="11502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9" name="任意多边形: 形状 268"/>
            <p:cNvSpPr/>
            <p:nvPr/>
          </p:nvSpPr>
          <p:spPr>
            <a:xfrm>
              <a:off x="5091712" y="6197389"/>
              <a:ext cx="8652" cy="10641"/>
            </a:xfrm>
            <a:custGeom>
              <a:avLst/>
              <a:gdLst>
                <a:gd name="connsiteX0" fmla="*/ 7071 w 8652"/>
                <a:gd name="connsiteY0" fmla="*/ 9790 h 10641"/>
                <a:gd name="connsiteX1" fmla="*/ 0 w 8652"/>
                <a:gd name="connsiteY1" fmla="*/ 1057 h 10641"/>
                <a:gd name="connsiteX2" fmla="*/ 6214 w 8652"/>
                <a:gd name="connsiteY2" fmla="*/ 10641 h 10641"/>
                <a:gd name="connsiteX3" fmla="*/ 7071 w 8652"/>
                <a:gd name="connsiteY3" fmla="*/ 9790 h 10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52" h="10641">
                  <a:moveTo>
                    <a:pt x="7071" y="9790"/>
                  </a:moveTo>
                  <a:cubicBezTo>
                    <a:pt x="11785" y="4677"/>
                    <a:pt x="4928" y="-2778"/>
                    <a:pt x="0" y="1057"/>
                  </a:cubicBezTo>
                  <a:cubicBezTo>
                    <a:pt x="2143" y="4251"/>
                    <a:pt x="4285" y="7446"/>
                    <a:pt x="6214" y="10641"/>
                  </a:cubicBezTo>
                  <a:cubicBezTo>
                    <a:pt x="6428" y="10429"/>
                    <a:pt x="6642" y="10215"/>
                    <a:pt x="7071" y="979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0" name="任意多边形: 形状 269"/>
            <p:cNvSpPr/>
            <p:nvPr/>
          </p:nvSpPr>
          <p:spPr>
            <a:xfrm>
              <a:off x="4623317" y="6327309"/>
              <a:ext cx="7070" cy="2130"/>
            </a:xfrm>
            <a:custGeom>
              <a:avLst/>
              <a:gdLst>
                <a:gd name="connsiteX0" fmla="*/ 7071 w 7070"/>
                <a:gd name="connsiteY0" fmla="*/ 2130 h 2130"/>
                <a:gd name="connsiteX1" fmla="*/ 6428 w 7070"/>
                <a:gd name="connsiteY1" fmla="*/ 1065 h 2130"/>
                <a:gd name="connsiteX2" fmla="*/ 0 w 7070"/>
                <a:gd name="connsiteY2" fmla="*/ 0 h 2130"/>
                <a:gd name="connsiteX3" fmla="*/ 6214 w 7070"/>
                <a:gd name="connsiteY3" fmla="*/ 2130 h 2130"/>
                <a:gd name="connsiteX4" fmla="*/ 7071 w 7070"/>
                <a:gd name="connsiteY4" fmla="*/ 2130 h 2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0" h="2130">
                  <a:moveTo>
                    <a:pt x="7071" y="2130"/>
                  </a:moveTo>
                  <a:cubicBezTo>
                    <a:pt x="6856" y="1704"/>
                    <a:pt x="6642" y="1278"/>
                    <a:pt x="6428" y="1065"/>
                  </a:cubicBezTo>
                  <a:cubicBezTo>
                    <a:pt x="4285" y="639"/>
                    <a:pt x="2143" y="426"/>
                    <a:pt x="0" y="0"/>
                  </a:cubicBezTo>
                  <a:cubicBezTo>
                    <a:pt x="2143" y="639"/>
                    <a:pt x="4071" y="1491"/>
                    <a:pt x="6214" y="2130"/>
                  </a:cubicBezTo>
                  <a:cubicBezTo>
                    <a:pt x="6642" y="1917"/>
                    <a:pt x="6856" y="1917"/>
                    <a:pt x="7071" y="213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1" name="任意多边形: 形状 270"/>
            <p:cNvSpPr/>
            <p:nvPr/>
          </p:nvSpPr>
          <p:spPr>
            <a:xfrm>
              <a:off x="4629745" y="6328161"/>
              <a:ext cx="9427" cy="1703"/>
            </a:xfrm>
            <a:custGeom>
              <a:avLst/>
              <a:gdLst>
                <a:gd name="connsiteX0" fmla="*/ 9428 w 9427"/>
                <a:gd name="connsiteY0" fmla="*/ 1704 h 1703"/>
                <a:gd name="connsiteX1" fmla="*/ 0 w 9427"/>
                <a:gd name="connsiteY1" fmla="*/ 0 h 1703"/>
                <a:gd name="connsiteX2" fmla="*/ 643 w 9427"/>
                <a:gd name="connsiteY2" fmla="*/ 1065 h 1703"/>
                <a:gd name="connsiteX3" fmla="*/ 9428 w 9427"/>
                <a:gd name="connsiteY3" fmla="*/ 1704 h 1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27" h="1703">
                  <a:moveTo>
                    <a:pt x="9428" y="1704"/>
                  </a:moveTo>
                  <a:cubicBezTo>
                    <a:pt x="6214" y="1278"/>
                    <a:pt x="3214" y="639"/>
                    <a:pt x="0" y="0"/>
                  </a:cubicBezTo>
                  <a:cubicBezTo>
                    <a:pt x="214" y="426"/>
                    <a:pt x="428" y="852"/>
                    <a:pt x="643" y="1065"/>
                  </a:cubicBezTo>
                  <a:cubicBezTo>
                    <a:pt x="3428" y="1491"/>
                    <a:pt x="6428" y="1491"/>
                    <a:pt x="9428" y="1704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2" name="任意多边形: 形状 271"/>
            <p:cNvSpPr/>
            <p:nvPr/>
          </p:nvSpPr>
          <p:spPr>
            <a:xfrm>
              <a:off x="5085070" y="6198446"/>
              <a:ext cx="12641" cy="15974"/>
            </a:xfrm>
            <a:custGeom>
              <a:avLst/>
              <a:gdLst>
                <a:gd name="connsiteX0" fmla="*/ 0 w 12641"/>
                <a:gd name="connsiteY0" fmla="*/ 5964 h 15974"/>
                <a:gd name="connsiteX1" fmla="*/ 6214 w 12641"/>
                <a:gd name="connsiteY1" fmla="*/ 15975 h 15974"/>
                <a:gd name="connsiteX2" fmla="*/ 12642 w 12641"/>
                <a:gd name="connsiteY2" fmla="*/ 9585 h 15974"/>
                <a:gd name="connsiteX3" fmla="*/ 6428 w 12641"/>
                <a:gd name="connsiteY3" fmla="*/ 0 h 15974"/>
                <a:gd name="connsiteX4" fmla="*/ 5571 w 12641"/>
                <a:gd name="connsiteY4" fmla="*/ 426 h 15974"/>
                <a:gd name="connsiteX5" fmla="*/ 0 w 12641"/>
                <a:gd name="connsiteY5" fmla="*/ 5964 h 15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641" h="15974">
                  <a:moveTo>
                    <a:pt x="0" y="5964"/>
                  </a:moveTo>
                  <a:cubicBezTo>
                    <a:pt x="2143" y="9372"/>
                    <a:pt x="4285" y="12779"/>
                    <a:pt x="6214" y="15975"/>
                  </a:cubicBezTo>
                  <a:cubicBezTo>
                    <a:pt x="8357" y="13845"/>
                    <a:pt x="10714" y="11928"/>
                    <a:pt x="12642" y="9585"/>
                  </a:cubicBezTo>
                  <a:cubicBezTo>
                    <a:pt x="10714" y="6390"/>
                    <a:pt x="8571" y="3195"/>
                    <a:pt x="6428" y="0"/>
                  </a:cubicBezTo>
                  <a:cubicBezTo>
                    <a:pt x="6214" y="213"/>
                    <a:pt x="5785" y="0"/>
                    <a:pt x="5571" y="426"/>
                  </a:cubicBezTo>
                  <a:cubicBezTo>
                    <a:pt x="3857" y="2343"/>
                    <a:pt x="1928" y="4047"/>
                    <a:pt x="0" y="5964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3" name="任意多边形: 形状 272"/>
            <p:cNvSpPr/>
            <p:nvPr/>
          </p:nvSpPr>
          <p:spPr>
            <a:xfrm>
              <a:off x="4640673" y="6330078"/>
              <a:ext cx="70923" cy="8945"/>
            </a:xfrm>
            <a:custGeom>
              <a:avLst/>
              <a:gdLst>
                <a:gd name="connsiteX0" fmla="*/ 21641 w 70923"/>
                <a:gd name="connsiteY0" fmla="*/ 8946 h 8945"/>
                <a:gd name="connsiteX1" fmla="*/ 70924 w 70923"/>
                <a:gd name="connsiteY1" fmla="*/ 4686 h 8945"/>
                <a:gd name="connsiteX2" fmla="*/ 0 w 70923"/>
                <a:gd name="connsiteY2" fmla="*/ 0 h 8945"/>
                <a:gd name="connsiteX3" fmla="*/ 1714 w 70923"/>
                <a:gd name="connsiteY3" fmla="*/ 3621 h 8945"/>
                <a:gd name="connsiteX4" fmla="*/ 4285 w 70923"/>
                <a:gd name="connsiteY4" fmla="*/ 4473 h 8945"/>
                <a:gd name="connsiteX5" fmla="*/ 21641 w 70923"/>
                <a:gd name="connsiteY5" fmla="*/ 8946 h 8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923" h="8945">
                  <a:moveTo>
                    <a:pt x="21641" y="8946"/>
                  </a:moveTo>
                  <a:cubicBezTo>
                    <a:pt x="36212" y="8733"/>
                    <a:pt x="52710" y="7455"/>
                    <a:pt x="70924" y="4686"/>
                  </a:cubicBezTo>
                  <a:cubicBezTo>
                    <a:pt x="47139" y="4473"/>
                    <a:pt x="23355" y="3408"/>
                    <a:pt x="0" y="0"/>
                  </a:cubicBezTo>
                  <a:cubicBezTo>
                    <a:pt x="643" y="1278"/>
                    <a:pt x="1286" y="2556"/>
                    <a:pt x="1714" y="3621"/>
                  </a:cubicBezTo>
                  <a:cubicBezTo>
                    <a:pt x="2571" y="4047"/>
                    <a:pt x="3428" y="4260"/>
                    <a:pt x="4285" y="4473"/>
                  </a:cubicBezTo>
                  <a:cubicBezTo>
                    <a:pt x="10071" y="6177"/>
                    <a:pt x="15856" y="7455"/>
                    <a:pt x="21641" y="8946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4" name="任意多边形: 形状 273"/>
            <p:cNvSpPr/>
            <p:nvPr/>
          </p:nvSpPr>
          <p:spPr>
            <a:xfrm>
              <a:off x="4629745" y="6329439"/>
              <a:ext cx="856" cy="213"/>
            </a:xfrm>
            <a:custGeom>
              <a:avLst/>
              <a:gdLst>
                <a:gd name="connsiteX0" fmla="*/ 643 w 856"/>
                <a:gd name="connsiteY0" fmla="*/ 0 h 213"/>
                <a:gd name="connsiteX1" fmla="*/ 0 w 856"/>
                <a:gd name="connsiteY1" fmla="*/ 0 h 213"/>
                <a:gd name="connsiteX2" fmla="*/ 857 w 856"/>
                <a:gd name="connsiteY2" fmla="*/ 213 h 213"/>
                <a:gd name="connsiteX3" fmla="*/ 643 w 856"/>
                <a:gd name="connsiteY3" fmla="*/ 0 h 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6" h="213">
                  <a:moveTo>
                    <a:pt x="643" y="0"/>
                  </a:moveTo>
                  <a:cubicBezTo>
                    <a:pt x="428" y="0"/>
                    <a:pt x="214" y="0"/>
                    <a:pt x="0" y="0"/>
                  </a:cubicBezTo>
                  <a:cubicBezTo>
                    <a:pt x="214" y="0"/>
                    <a:pt x="643" y="213"/>
                    <a:pt x="857" y="213"/>
                  </a:cubicBezTo>
                  <a:cubicBezTo>
                    <a:pt x="643" y="0"/>
                    <a:pt x="643" y="0"/>
                    <a:pt x="643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5" name="任意多边形: 形状 274"/>
            <p:cNvSpPr/>
            <p:nvPr/>
          </p:nvSpPr>
          <p:spPr>
            <a:xfrm>
              <a:off x="4630388" y="6329439"/>
              <a:ext cx="11999" cy="4259"/>
            </a:xfrm>
            <a:custGeom>
              <a:avLst/>
              <a:gdLst>
                <a:gd name="connsiteX0" fmla="*/ 11999 w 11999"/>
                <a:gd name="connsiteY0" fmla="*/ 4260 h 4259"/>
                <a:gd name="connsiteX1" fmla="*/ 10285 w 11999"/>
                <a:gd name="connsiteY1" fmla="*/ 639 h 4259"/>
                <a:gd name="connsiteX2" fmla="*/ 8785 w 11999"/>
                <a:gd name="connsiteY2" fmla="*/ 426 h 4259"/>
                <a:gd name="connsiteX3" fmla="*/ 0 w 11999"/>
                <a:gd name="connsiteY3" fmla="*/ 0 h 4259"/>
                <a:gd name="connsiteX4" fmla="*/ 214 w 11999"/>
                <a:gd name="connsiteY4" fmla="*/ 213 h 4259"/>
                <a:gd name="connsiteX5" fmla="*/ 11999 w 11999"/>
                <a:gd name="connsiteY5" fmla="*/ 4260 h 4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999" h="4259">
                  <a:moveTo>
                    <a:pt x="11999" y="4260"/>
                  </a:moveTo>
                  <a:cubicBezTo>
                    <a:pt x="11356" y="2982"/>
                    <a:pt x="10714" y="1704"/>
                    <a:pt x="10285" y="639"/>
                  </a:cubicBezTo>
                  <a:cubicBezTo>
                    <a:pt x="9856" y="639"/>
                    <a:pt x="9428" y="426"/>
                    <a:pt x="8785" y="426"/>
                  </a:cubicBezTo>
                  <a:cubicBezTo>
                    <a:pt x="5785" y="213"/>
                    <a:pt x="2785" y="213"/>
                    <a:pt x="0" y="0"/>
                  </a:cubicBezTo>
                  <a:cubicBezTo>
                    <a:pt x="0" y="0"/>
                    <a:pt x="0" y="213"/>
                    <a:pt x="214" y="213"/>
                  </a:cubicBezTo>
                  <a:cubicBezTo>
                    <a:pt x="4071" y="1491"/>
                    <a:pt x="8142" y="2769"/>
                    <a:pt x="11999" y="426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6" name="任意多边形: 形状 275"/>
            <p:cNvSpPr/>
            <p:nvPr/>
          </p:nvSpPr>
          <p:spPr>
            <a:xfrm>
              <a:off x="4616674" y="6326031"/>
              <a:ext cx="2999" cy="1277"/>
            </a:xfrm>
            <a:custGeom>
              <a:avLst/>
              <a:gdLst>
                <a:gd name="connsiteX0" fmla="*/ 2571 w 2999"/>
                <a:gd name="connsiteY0" fmla="*/ 426 h 1277"/>
                <a:gd name="connsiteX1" fmla="*/ 643 w 2999"/>
                <a:gd name="connsiteY1" fmla="*/ 0 h 1277"/>
                <a:gd name="connsiteX2" fmla="*/ 0 w 2999"/>
                <a:gd name="connsiteY2" fmla="*/ 0 h 1277"/>
                <a:gd name="connsiteX3" fmla="*/ 3000 w 2999"/>
                <a:gd name="connsiteY3" fmla="*/ 1278 h 1277"/>
                <a:gd name="connsiteX4" fmla="*/ 2571 w 2999"/>
                <a:gd name="connsiteY4" fmla="*/ 426 h 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99" h="1277">
                  <a:moveTo>
                    <a:pt x="2571" y="426"/>
                  </a:moveTo>
                  <a:cubicBezTo>
                    <a:pt x="1928" y="213"/>
                    <a:pt x="1286" y="213"/>
                    <a:pt x="643" y="0"/>
                  </a:cubicBezTo>
                  <a:cubicBezTo>
                    <a:pt x="428" y="0"/>
                    <a:pt x="214" y="213"/>
                    <a:pt x="0" y="0"/>
                  </a:cubicBezTo>
                  <a:cubicBezTo>
                    <a:pt x="1071" y="426"/>
                    <a:pt x="1928" y="852"/>
                    <a:pt x="3000" y="1278"/>
                  </a:cubicBezTo>
                  <a:cubicBezTo>
                    <a:pt x="3000" y="1065"/>
                    <a:pt x="2785" y="639"/>
                    <a:pt x="2571" y="426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7" name="任意多边形: 形状 276"/>
            <p:cNvSpPr/>
            <p:nvPr/>
          </p:nvSpPr>
          <p:spPr>
            <a:xfrm>
              <a:off x="4619246" y="6326244"/>
              <a:ext cx="10499" cy="2981"/>
            </a:xfrm>
            <a:custGeom>
              <a:avLst/>
              <a:gdLst>
                <a:gd name="connsiteX0" fmla="*/ 429 w 10499"/>
                <a:gd name="connsiteY0" fmla="*/ 1278 h 2981"/>
                <a:gd name="connsiteX1" fmla="*/ 3000 w 10499"/>
                <a:gd name="connsiteY1" fmla="*/ 2343 h 2981"/>
                <a:gd name="connsiteX2" fmla="*/ 10499 w 10499"/>
                <a:gd name="connsiteY2" fmla="*/ 2982 h 2981"/>
                <a:gd name="connsiteX3" fmla="*/ 4285 w 10499"/>
                <a:gd name="connsiteY3" fmla="*/ 852 h 2981"/>
                <a:gd name="connsiteX4" fmla="*/ 0 w 10499"/>
                <a:gd name="connsiteY4" fmla="*/ 0 h 2981"/>
                <a:gd name="connsiteX5" fmla="*/ 429 w 10499"/>
                <a:gd name="connsiteY5" fmla="*/ 1278 h 2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499" h="2981">
                  <a:moveTo>
                    <a:pt x="429" y="1278"/>
                  </a:moveTo>
                  <a:cubicBezTo>
                    <a:pt x="1286" y="1704"/>
                    <a:pt x="2143" y="2129"/>
                    <a:pt x="3000" y="2343"/>
                  </a:cubicBezTo>
                  <a:cubicBezTo>
                    <a:pt x="5143" y="2556"/>
                    <a:pt x="7928" y="2769"/>
                    <a:pt x="10499" y="2982"/>
                  </a:cubicBezTo>
                  <a:cubicBezTo>
                    <a:pt x="8357" y="2343"/>
                    <a:pt x="6428" y="1490"/>
                    <a:pt x="4285" y="852"/>
                  </a:cubicBezTo>
                  <a:cubicBezTo>
                    <a:pt x="2786" y="639"/>
                    <a:pt x="1500" y="426"/>
                    <a:pt x="0" y="0"/>
                  </a:cubicBezTo>
                  <a:cubicBezTo>
                    <a:pt x="214" y="426"/>
                    <a:pt x="429" y="852"/>
                    <a:pt x="429" y="1278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8" name="任意多边形: 形状 277"/>
            <p:cNvSpPr/>
            <p:nvPr/>
          </p:nvSpPr>
          <p:spPr>
            <a:xfrm>
              <a:off x="4642601" y="6333912"/>
              <a:ext cx="2571" cy="852"/>
            </a:xfrm>
            <a:custGeom>
              <a:avLst/>
              <a:gdLst>
                <a:gd name="connsiteX0" fmla="*/ 2571 w 2571"/>
                <a:gd name="connsiteY0" fmla="*/ 852 h 852"/>
                <a:gd name="connsiteX1" fmla="*/ 0 w 2571"/>
                <a:gd name="connsiteY1" fmla="*/ 0 h 852"/>
                <a:gd name="connsiteX2" fmla="*/ 214 w 2571"/>
                <a:gd name="connsiteY2" fmla="*/ 213 h 852"/>
                <a:gd name="connsiteX3" fmla="*/ 2571 w 2571"/>
                <a:gd name="connsiteY3" fmla="*/ 852 h 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1" h="852">
                  <a:moveTo>
                    <a:pt x="2571" y="852"/>
                  </a:moveTo>
                  <a:cubicBezTo>
                    <a:pt x="1714" y="426"/>
                    <a:pt x="857" y="213"/>
                    <a:pt x="0" y="0"/>
                  </a:cubicBezTo>
                  <a:cubicBezTo>
                    <a:pt x="0" y="0"/>
                    <a:pt x="0" y="213"/>
                    <a:pt x="214" y="213"/>
                  </a:cubicBezTo>
                  <a:cubicBezTo>
                    <a:pt x="857" y="426"/>
                    <a:pt x="1714" y="639"/>
                    <a:pt x="2571" y="852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9" name="任意多边形: 形状 278"/>
            <p:cNvSpPr/>
            <p:nvPr/>
          </p:nvSpPr>
          <p:spPr>
            <a:xfrm>
              <a:off x="4622245" y="6328587"/>
              <a:ext cx="9213" cy="2555"/>
            </a:xfrm>
            <a:custGeom>
              <a:avLst/>
              <a:gdLst>
                <a:gd name="connsiteX0" fmla="*/ 3857 w 9213"/>
                <a:gd name="connsiteY0" fmla="*/ 1278 h 2555"/>
                <a:gd name="connsiteX1" fmla="*/ 9213 w 9213"/>
                <a:gd name="connsiteY1" fmla="*/ 2556 h 2555"/>
                <a:gd name="connsiteX2" fmla="*/ 8357 w 9213"/>
                <a:gd name="connsiteY2" fmla="*/ 852 h 2555"/>
                <a:gd name="connsiteX3" fmla="*/ 7500 w 9213"/>
                <a:gd name="connsiteY3" fmla="*/ 639 h 2555"/>
                <a:gd name="connsiteX4" fmla="*/ 0 w 9213"/>
                <a:gd name="connsiteY4" fmla="*/ 0 h 2555"/>
                <a:gd name="connsiteX5" fmla="*/ 3214 w 9213"/>
                <a:gd name="connsiteY5" fmla="*/ 1491 h 2555"/>
                <a:gd name="connsiteX6" fmla="*/ 3857 w 9213"/>
                <a:gd name="connsiteY6" fmla="*/ 1278 h 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13" h="2555">
                  <a:moveTo>
                    <a:pt x="3857" y="1278"/>
                  </a:moveTo>
                  <a:cubicBezTo>
                    <a:pt x="5571" y="1704"/>
                    <a:pt x="7285" y="2130"/>
                    <a:pt x="9213" y="2556"/>
                  </a:cubicBezTo>
                  <a:cubicBezTo>
                    <a:pt x="8999" y="1917"/>
                    <a:pt x="8571" y="1491"/>
                    <a:pt x="8357" y="852"/>
                  </a:cubicBezTo>
                  <a:cubicBezTo>
                    <a:pt x="8142" y="852"/>
                    <a:pt x="7714" y="639"/>
                    <a:pt x="7500" y="639"/>
                  </a:cubicBezTo>
                  <a:cubicBezTo>
                    <a:pt x="4928" y="426"/>
                    <a:pt x="2357" y="213"/>
                    <a:pt x="0" y="0"/>
                  </a:cubicBezTo>
                  <a:cubicBezTo>
                    <a:pt x="1071" y="426"/>
                    <a:pt x="2143" y="852"/>
                    <a:pt x="3214" y="1491"/>
                  </a:cubicBezTo>
                  <a:cubicBezTo>
                    <a:pt x="3428" y="1491"/>
                    <a:pt x="3643" y="1278"/>
                    <a:pt x="3857" y="1278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0" name="任意多边形: 形状 279"/>
            <p:cNvSpPr/>
            <p:nvPr/>
          </p:nvSpPr>
          <p:spPr>
            <a:xfrm>
              <a:off x="4630388" y="6329439"/>
              <a:ext cx="12159" cy="4472"/>
            </a:xfrm>
            <a:custGeom>
              <a:avLst/>
              <a:gdLst>
                <a:gd name="connsiteX0" fmla="*/ 11999 w 12159"/>
                <a:gd name="connsiteY0" fmla="*/ 4260 h 4472"/>
                <a:gd name="connsiteX1" fmla="*/ 0 w 12159"/>
                <a:gd name="connsiteY1" fmla="*/ 0 h 4472"/>
                <a:gd name="connsiteX2" fmla="*/ 857 w 12159"/>
                <a:gd name="connsiteY2" fmla="*/ 1704 h 4472"/>
                <a:gd name="connsiteX3" fmla="*/ 11999 w 12159"/>
                <a:gd name="connsiteY3" fmla="*/ 4473 h 4472"/>
                <a:gd name="connsiteX4" fmla="*/ 11999 w 12159"/>
                <a:gd name="connsiteY4" fmla="*/ 4260 h 4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59" h="4472">
                  <a:moveTo>
                    <a:pt x="11999" y="4260"/>
                  </a:moveTo>
                  <a:cubicBezTo>
                    <a:pt x="8142" y="2769"/>
                    <a:pt x="4071" y="1491"/>
                    <a:pt x="0" y="0"/>
                  </a:cubicBezTo>
                  <a:cubicBezTo>
                    <a:pt x="214" y="639"/>
                    <a:pt x="643" y="1065"/>
                    <a:pt x="857" y="1704"/>
                  </a:cubicBezTo>
                  <a:cubicBezTo>
                    <a:pt x="4500" y="2769"/>
                    <a:pt x="8357" y="3408"/>
                    <a:pt x="11999" y="4473"/>
                  </a:cubicBezTo>
                  <a:cubicBezTo>
                    <a:pt x="12213" y="4473"/>
                    <a:pt x="12213" y="4473"/>
                    <a:pt x="11999" y="426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1" name="任意多边形: 形状 280"/>
            <p:cNvSpPr/>
            <p:nvPr/>
          </p:nvSpPr>
          <p:spPr>
            <a:xfrm>
              <a:off x="4656100" y="6339024"/>
              <a:ext cx="32997" cy="6603"/>
            </a:xfrm>
            <a:custGeom>
              <a:avLst/>
              <a:gdLst>
                <a:gd name="connsiteX0" fmla="*/ 13927 w 32997"/>
                <a:gd name="connsiteY0" fmla="*/ 5751 h 6603"/>
                <a:gd name="connsiteX1" fmla="*/ 32998 w 32997"/>
                <a:gd name="connsiteY1" fmla="*/ 6604 h 6603"/>
                <a:gd name="connsiteX2" fmla="*/ 6214 w 32997"/>
                <a:gd name="connsiteY2" fmla="*/ 0 h 6603"/>
                <a:gd name="connsiteX3" fmla="*/ 0 w 32997"/>
                <a:gd name="connsiteY3" fmla="*/ 0 h 6603"/>
                <a:gd name="connsiteX4" fmla="*/ 13927 w 32997"/>
                <a:gd name="connsiteY4" fmla="*/ 5751 h 6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997" h="6603">
                  <a:moveTo>
                    <a:pt x="13927" y="5751"/>
                  </a:moveTo>
                  <a:cubicBezTo>
                    <a:pt x="20356" y="6177"/>
                    <a:pt x="26569" y="6390"/>
                    <a:pt x="32998" y="6604"/>
                  </a:cubicBezTo>
                  <a:cubicBezTo>
                    <a:pt x="23998" y="4686"/>
                    <a:pt x="15213" y="2130"/>
                    <a:pt x="6214" y="0"/>
                  </a:cubicBezTo>
                  <a:cubicBezTo>
                    <a:pt x="3857" y="0"/>
                    <a:pt x="2143" y="0"/>
                    <a:pt x="0" y="0"/>
                  </a:cubicBezTo>
                  <a:cubicBezTo>
                    <a:pt x="4714" y="1918"/>
                    <a:pt x="9213" y="3834"/>
                    <a:pt x="13927" y="5751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2" name="任意多边形: 形状 281"/>
            <p:cNvSpPr/>
            <p:nvPr/>
          </p:nvSpPr>
          <p:spPr>
            <a:xfrm>
              <a:off x="4644958" y="6334764"/>
              <a:ext cx="17355" cy="4259"/>
            </a:xfrm>
            <a:custGeom>
              <a:avLst/>
              <a:gdLst>
                <a:gd name="connsiteX0" fmla="*/ 17356 w 17355"/>
                <a:gd name="connsiteY0" fmla="*/ 4260 h 4259"/>
                <a:gd name="connsiteX1" fmla="*/ 0 w 17355"/>
                <a:gd name="connsiteY1" fmla="*/ 0 h 4259"/>
                <a:gd name="connsiteX2" fmla="*/ 10928 w 17355"/>
                <a:gd name="connsiteY2" fmla="*/ 4260 h 4259"/>
                <a:gd name="connsiteX3" fmla="*/ 17356 w 17355"/>
                <a:gd name="connsiteY3" fmla="*/ 4260 h 4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55" h="4259">
                  <a:moveTo>
                    <a:pt x="17356" y="4260"/>
                  </a:moveTo>
                  <a:cubicBezTo>
                    <a:pt x="11571" y="2769"/>
                    <a:pt x="5785" y="1491"/>
                    <a:pt x="0" y="0"/>
                  </a:cubicBezTo>
                  <a:cubicBezTo>
                    <a:pt x="3643" y="1491"/>
                    <a:pt x="7285" y="2769"/>
                    <a:pt x="10928" y="4260"/>
                  </a:cubicBezTo>
                  <a:cubicBezTo>
                    <a:pt x="13285" y="4260"/>
                    <a:pt x="15213" y="4260"/>
                    <a:pt x="17356" y="426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3" name="任意多边形: 形状 282"/>
            <p:cNvSpPr/>
            <p:nvPr/>
          </p:nvSpPr>
          <p:spPr>
            <a:xfrm>
              <a:off x="4644958" y="6338811"/>
              <a:ext cx="25069" cy="5963"/>
            </a:xfrm>
            <a:custGeom>
              <a:avLst/>
              <a:gdLst>
                <a:gd name="connsiteX0" fmla="*/ 9428 w 25069"/>
                <a:gd name="connsiteY0" fmla="*/ 4473 h 5963"/>
                <a:gd name="connsiteX1" fmla="*/ 25070 w 25069"/>
                <a:gd name="connsiteY1" fmla="*/ 5964 h 5963"/>
                <a:gd name="connsiteX2" fmla="*/ 11142 w 25069"/>
                <a:gd name="connsiteY2" fmla="*/ 0 h 5963"/>
                <a:gd name="connsiteX3" fmla="*/ 0 w 25069"/>
                <a:gd name="connsiteY3" fmla="*/ 0 h 5963"/>
                <a:gd name="connsiteX4" fmla="*/ 0 w 25069"/>
                <a:gd name="connsiteY4" fmla="*/ 0 h 5963"/>
                <a:gd name="connsiteX5" fmla="*/ 9428 w 25069"/>
                <a:gd name="connsiteY5" fmla="*/ 4473 h 5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069" h="5963">
                  <a:moveTo>
                    <a:pt x="9428" y="4473"/>
                  </a:moveTo>
                  <a:cubicBezTo>
                    <a:pt x="14571" y="5112"/>
                    <a:pt x="19713" y="5751"/>
                    <a:pt x="25070" y="5964"/>
                  </a:cubicBezTo>
                  <a:cubicBezTo>
                    <a:pt x="20356" y="4047"/>
                    <a:pt x="15856" y="1917"/>
                    <a:pt x="11142" y="0"/>
                  </a:cubicBezTo>
                  <a:cubicBezTo>
                    <a:pt x="7285" y="0"/>
                    <a:pt x="3428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214" y="1704"/>
                    <a:pt x="6428" y="2982"/>
                    <a:pt x="9428" y="4473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4" name="任意多边形: 形状 283"/>
            <p:cNvSpPr/>
            <p:nvPr/>
          </p:nvSpPr>
          <p:spPr>
            <a:xfrm>
              <a:off x="4644958" y="6338811"/>
              <a:ext cx="21427" cy="212"/>
            </a:xfrm>
            <a:custGeom>
              <a:avLst/>
              <a:gdLst>
                <a:gd name="connsiteX0" fmla="*/ 0 w 21427"/>
                <a:gd name="connsiteY0" fmla="*/ 0 h 212"/>
                <a:gd name="connsiteX1" fmla="*/ 0 w 21427"/>
                <a:gd name="connsiteY1" fmla="*/ 0 h 212"/>
                <a:gd name="connsiteX2" fmla="*/ 0 w 21427"/>
                <a:gd name="connsiteY2" fmla="*/ 213 h 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427" h="212">
                  <a:moveTo>
                    <a:pt x="0" y="0"/>
                  </a:moveTo>
                  <a:lnTo>
                    <a:pt x="0" y="0"/>
                  </a:lnTo>
                  <a:lnTo>
                    <a:pt x="0" y="213"/>
                  </a:ln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5" name="任意多边形: 形状 284"/>
            <p:cNvSpPr/>
            <p:nvPr/>
          </p:nvSpPr>
          <p:spPr>
            <a:xfrm>
              <a:off x="4642815" y="6334125"/>
              <a:ext cx="13499" cy="4993"/>
            </a:xfrm>
            <a:custGeom>
              <a:avLst/>
              <a:gdLst>
                <a:gd name="connsiteX0" fmla="*/ 2357 w 13499"/>
                <a:gd name="connsiteY0" fmla="*/ 639 h 4993"/>
                <a:gd name="connsiteX1" fmla="*/ 0 w 13499"/>
                <a:gd name="connsiteY1" fmla="*/ 0 h 4993"/>
                <a:gd name="connsiteX2" fmla="*/ 2357 w 13499"/>
                <a:gd name="connsiteY2" fmla="*/ 4899 h 4993"/>
                <a:gd name="connsiteX3" fmla="*/ 13499 w 13499"/>
                <a:gd name="connsiteY3" fmla="*/ 4899 h 4993"/>
                <a:gd name="connsiteX4" fmla="*/ 2357 w 13499"/>
                <a:gd name="connsiteY4" fmla="*/ 639 h 4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9" h="4993">
                  <a:moveTo>
                    <a:pt x="2357" y="639"/>
                  </a:moveTo>
                  <a:cubicBezTo>
                    <a:pt x="1500" y="426"/>
                    <a:pt x="643" y="213"/>
                    <a:pt x="0" y="0"/>
                  </a:cubicBezTo>
                  <a:cubicBezTo>
                    <a:pt x="857" y="1491"/>
                    <a:pt x="1500" y="3195"/>
                    <a:pt x="2357" y="4899"/>
                  </a:cubicBezTo>
                  <a:cubicBezTo>
                    <a:pt x="5785" y="5112"/>
                    <a:pt x="9642" y="4899"/>
                    <a:pt x="13499" y="4899"/>
                  </a:cubicBezTo>
                  <a:cubicBezTo>
                    <a:pt x="9642" y="3408"/>
                    <a:pt x="6000" y="1917"/>
                    <a:pt x="2357" y="639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6" name="任意多边形: 形状 285"/>
            <p:cNvSpPr/>
            <p:nvPr/>
          </p:nvSpPr>
          <p:spPr>
            <a:xfrm>
              <a:off x="4625245" y="6330078"/>
              <a:ext cx="7070" cy="3194"/>
            </a:xfrm>
            <a:custGeom>
              <a:avLst/>
              <a:gdLst>
                <a:gd name="connsiteX0" fmla="*/ 6214 w 7070"/>
                <a:gd name="connsiteY0" fmla="*/ 1278 h 3194"/>
                <a:gd name="connsiteX1" fmla="*/ 857 w 7070"/>
                <a:gd name="connsiteY1" fmla="*/ 0 h 3194"/>
                <a:gd name="connsiteX2" fmla="*/ 0 w 7070"/>
                <a:gd name="connsiteY2" fmla="*/ 0 h 3194"/>
                <a:gd name="connsiteX3" fmla="*/ 7071 w 7070"/>
                <a:gd name="connsiteY3" fmla="*/ 3195 h 3194"/>
                <a:gd name="connsiteX4" fmla="*/ 6214 w 7070"/>
                <a:gd name="connsiteY4" fmla="*/ 1278 h 3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0" h="3194">
                  <a:moveTo>
                    <a:pt x="6214" y="1278"/>
                  </a:moveTo>
                  <a:cubicBezTo>
                    <a:pt x="4500" y="852"/>
                    <a:pt x="2786" y="426"/>
                    <a:pt x="857" y="0"/>
                  </a:cubicBezTo>
                  <a:cubicBezTo>
                    <a:pt x="643" y="0"/>
                    <a:pt x="429" y="213"/>
                    <a:pt x="0" y="0"/>
                  </a:cubicBezTo>
                  <a:cubicBezTo>
                    <a:pt x="2357" y="1065"/>
                    <a:pt x="4714" y="2130"/>
                    <a:pt x="7071" y="3195"/>
                  </a:cubicBezTo>
                  <a:cubicBezTo>
                    <a:pt x="6856" y="2556"/>
                    <a:pt x="6428" y="1917"/>
                    <a:pt x="6214" y="1278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7" name="任意多边形: 形状 286"/>
            <p:cNvSpPr/>
            <p:nvPr/>
          </p:nvSpPr>
          <p:spPr>
            <a:xfrm>
              <a:off x="4631459" y="6331143"/>
              <a:ext cx="13499" cy="7668"/>
            </a:xfrm>
            <a:custGeom>
              <a:avLst/>
              <a:gdLst>
                <a:gd name="connsiteX0" fmla="*/ 13499 w 13499"/>
                <a:gd name="connsiteY0" fmla="*/ 7668 h 7668"/>
                <a:gd name="connsiteX1" fmla="*/ 13499 w 13499"/>
                <a:gd name="connsiteY1" fmla="*/ 7668 h 7668"/>
                <a:gd name="connsiteX2" fmla="*/ 11142 w 13499"/>
                <a:gd name="connsiteY2" fmla="*/ 2769 h 7668"/>
                <a:gd name="connsiteX3" fmla="*/ 0 w 13499"/>
                <a:gd name="connsiteY3" fmla="*/ 0 h 7668"/>
                <a:gd name="connsiteX4" fmla="*/ 1071 w 13499"/>
                <a:gd name="connsiteY4" fmla="*/ 1917 h 7668"/>
                <a:gd name="connsiteX5" fmla="*/ 13499 w 13499"/>
                <a:gd name="connsiteY5" fmla="*/ 7668 h 7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99" h="7668">
                  <a:moveTo>
                    <a:pt x="13499" y="7668"/>
                  </a:moveTo>
                  <a:cubicBezTo>
                    <a:pt x="13499" y="7668"/>
                    <a:pt x="13499" y="7668"/>
                    <a:pt x="13499" y="7668"/>
                  </a:cubicBezTo>
                  <a:cubicBezTo>
                    <a:pt x="12856" y="5964"/>
                    <a:pt x="11999" y="4473"/>
                    <a:pt x="11142" y="2769"/>
                  </a:cubicBezTo>
                  <a:cubicBezTo>
                    <a:pt x="7500" y="1704"/>
                    <a:pt x="3643" y="1065"/>
                    <a:pt x="0" y="0"/>
                  </a:cubicBezTo>
                  <a:cubicBezTo>
                    <a:pt x="429" y="639"/>
                    <a:pt x="643" y="1278"/>
                    <a:pt x="1071" y="1917"/>
                  </a:cubicBezTo>
                  <a:cubicBezTo>
                    <a:pt x="5143" y="4047"/>
                    <a:pt x="9214" y="5751"/>
                    <a:pt x="13499" y="7668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8" name="任意多边形: 形状 287"/>
            <p:cNvSpPr/>
            <p:nvPr/>
          </p:nvSpPr>
          <p:spPr>
            <a:xfrm>
              <a:off x="4967221" y="6575451"/>
              <a:ext cx="14998" cy="10437"/>
            </a:xfrm>
            <a:custGeom>
              <a:avLst/>
              <a:gdLst>
                <a:gd name="connsiteX0" fmla="*/ 4285 w 14998"/>
                <a:gd name="connsiteY0" fmla="*/ 10437 h 10437"/>
                <a:gd name="connsiteX1" fmla="*/ 14999 w 14998"/>
                <a:gd name="connsiteY1" fmla="*/ 5325 h 10437"/>
                <a:gd name="connsiteX2" fmla="*/ 10499 w 14998"/>
                <a:gd name="connsiteY2" fmla="*/ 0 h 10437"/>
                <a:gd name="connsiteX3" fmla="*/ 0 w 14998"/>
                <a:gd name="connsiteY3" fmla="*/ 5538 h 10437"/>
                <a:gd name="connsiteX4" fmla="*/ 4285 w 14998"/>
                <a:gd name="connsiteY4" fmla="*/ 10437 h 1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998" h="10437">
                  <a:moveTo>
                    <a:pt x="4285" y="10437"/>
                  </a:moveTo>
                  <a:cubicBezTo>
                    <a:pt x="7928" y="8733"/>
                    <a:pt x="11356" y="7029"/>
                    <a:pt x="14999" y="5325"/>
                  </a:cubicBezTo>
                  <a:cubicBezTo>
                    <a:pt x="13499" y="3408"/>
                    <a:pt x="11999" y="1704"/>
                    <a:pt x="10499" y="0"/>
                  </a:cubicBezTo>
                  <a:cubicBezTo>
                    <a:pt x="7071" y="1917"/>
                    <a:pt x="3428" y="3621"/>
                    <a:pt x="0" y="5538"/>
                  </a:cubicBezTo>
                  <a:cubicBezTo>
                    <a:pt x="1500" y="7029"/>
                    <a:pt x="3000" y="8733"/>
                    <a:pt x="4285" y="10437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9" name="任意多边形: 形状 288"/>
            <p:cNvSpPr/>
            <p:nvPr/>
          </p:nvSpPr>
          <p:spPr>
            <a:xfrm>
              <a:off x="4849372" y="6466397"/>
              <a:ext cx="117420" cy="101173"/>
            </a:xfrm>
            <a:custGeom>
              <a:avLst/>
              <a:gdLst>
                <a:gd name="connsiteX0" fmla="*/ 106921 w 117420"/>
                <a:gd name="connsiteY0" fmla="*/ 101174 h 101173"/>
                <a:gd name="connsiteX1" fmla="*/ 117420 w 117420"/>
                <a:gd name="connsiteY1" fmla="*/ 95636 h 101173"/>
                <a:gd name="connsiteX2" fmla="*/ 10285 w 117420"/>
                <a:gd name="connsiteY2" fmla="*/ 0 h 101173"/>
                <a:gd name="connsiteX3" fmla="*/ 0 w 117420"/>
                <a:gd name="connsiteY3" fmla="*/ 6816 h 101173"/>
                <a:gd name="connsiteX4" fmla="*/ 106921 w 117420"/>
                <a:gd name="connsiteY4" fmla="*/ 101174 h 101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20" h="101173">
                  <a:moveTo>
                    <a:pt x="106921" y="101174"/>
                  </a:moveTo>
                  <a:cubicBezTo>
                    <a:pt x="110349" y="99257"/>
                    <a:pt x="113992" y="97553"/>
                    <a:pt x="117420" y="95636"/>
                  </a:cubicBezTo>
                  <a:cubicBezTo>
                    <a:pt x="85494" y="59852"/>
                    <a:pt x="48425" y="28116"/>
                    <a:pt x="10285" y="0"/>
                  </a:cubicBezTo>
                  <a:cubicBezTo>
                    <a:pt x="6856" y="2130"/>
                    <a:pt x="3428" y="4473"/>
                    <a:pt x="0" y="6816"/>
                  </a:cubicBezTo>
                  <a:cubicBezTo>
                    <a:pt x="37712" y="34506"/>
                    <a:pt x="74995" y="65816"/>
                    <a:pt x="106921" y="101174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0" name="任意多边形: 形状 289"/>
            <p:cNvSpPr/>
            <p:nvPr/>
          </p:nvSpPr>
          <p:spPr>
            <a:xfrm>
              <a:off x="4982648" y="6594408"/>
              <a:ext cx="37497" cy="50693"/>
            </a:xfrm>
            <a:custGeom>
              <a:avLst/>
              <a:gdLst>
                <a:gd name="connsiteX0" fmla="*/ 31926 w 37497"/>
                <a:gd name="connsiteY0" fmla="*/ 46859 h 50693"/>
                <a:gd name="connsiteX1" fmla="*/ 37497 w 37497"/>
                <a:gd name="connsiteY1" fmla="*/ 41322 h 50693"/>
                <a:gd name="connsiteX2" fmla="*/ 10499 w 37497"/>
                <a:gd name="connsiteY2" fmla="*/ 0 h 50693"/>
                <a:gd name="connsiteX3" fmla="*/ 0 w 37497"/>
                <a:gd name="connsiteY3" fmla="*/ 5112 h 50693"/>
                <a:gd name="connsiteX4" fmla="*/ 29784 w 37497"/>
                <a:gd name="connsiteY4" fmla="*/ 50694 h 50693"/>
                <a:gd name="connsiteX5" fmla="*/ 31926 w 37497"/>
                <a:gd name="connsiteY5" fmla="*/ 46859 h 50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497" h="50693">
                  <a:moveTo>
                    <a:pt x="31926" y="46859"/>
                  </a:moveTo>
                  <a:cubicBezTo>
                    <a:pt x="31926" y="46859"/>
                    <a:pt x="34283" y="44730"/>
                    <a:pt x="37497" y="41322"/>
                  </a:cubicBezTo>
                  <a:cubicBezTo>
                    <a:pt x="29355" y="27050"/>
                    <a:pt x="20356" y="13206"/>
                    <a:pt x="10499" y="0"/>
                  </a:cubicBezTo>
                  <a:cubicBezTo>
                    <a:pt x="7071" y="1704"/>
                    <a:pt x="3428" y="3408"/>
                    <a:pt x="0" y="5112"/>
                  </a:cubicBezTo>
                  <a:cubicBezTo>
                    <a:pt x="10928" y="19809"/>
                    <a:pt x="20999" y="34931"/>
                    <a:pt x="29784" y="50694"/>
                  </a:cubicBezTo>
                  <a:cubicBezTo>
                    <a:pt x="29998" y="49416"/>
                    <a:pt x="30641" y="47924"/>
                    <a:pt x="31926" y="46859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1" name="任意多边形: 形状 290"/>
            <p:cNvSpPr/>
            <p:nvPr/>
          </p:nvSpPr>
          <p:spPr>
            <a:xfrm>
              <a:off x="4842944" y="6461285"/>
              <a:ext cx="16713" cy="11714"/>
            </a:xfrm>
            <a:custGeom>
              <a:avLst/>
              <a:gdLst>
                <a:gd name="connsiteX0" fmla="*/ 0 w 16713"/>
                <a:gd name="connsiteY0" fmla="*/ 7242 h 11714"/>
                <a:gd name="connsiteX1" fmla="*/ 6428 w 16713"/>
                <a:gd name="connsiteY1" fmla="*/ 11715 h 11714"/>
                <a:gd name="connsiteX2" fmla="*/ 16713 w 16713"/>
                <a:gd name="connsiteY2" fmla="*/ 4899 h 11714"/>
                <a:gd name="connsiteX3" fmla="*/ 9856 w 16713"/>
                <a:gd name="connsiteY3" fmla="*/ 0 h 11714"/>
                <a:gd name="connsiteX4" fmla="*/ 0 w 16713"/>
                <a:gd name="connsiteY4" fmla="*/ 7242 h 1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13" h="11714">
                  <a:moveTo>
                    <a:pt x="0" y="7242"/>
                  </a:moveTo>
                  <a:cubicBezTo>
                    <a:pt x="2143" y="8733"/>
                    <a:pt x="4285" y="10223"/>
                    <a:pt x="6428" y="11715"/>
                  </a:cubicBezTo>
                  <a:cubicBezTo>
                    <a:pt x="9856" y="9372"/>
                    <a:pt x="13285" y="7242"/>
                    <a:pt x="16713" y="4899"/>
                  </a:cubicBezTo>
                  <a:cubicBezTo>
                    <a:pt x="14356" y="3195"/>
                    <a:pt x="12213" y="1704"/>
                    <a:pt x="9856" y="0"/>
                  </a:cubicBezTo>
                  <a:cubicBezTo>
                    <a:pt x="6642" y="2556"/>
                    <a:pt x="3214" y="4899"/>
                    <a:pt x="0" y="7242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2" name="任意多边形: 形状 291"/>
            <p:cNvSpPr/>
            <p:nvPr/>
          </p:nvSpPr>
          <p:spPr>
            <a:xfrm>
              <a:off x="4971507" y="6580564"/>
              <a:ext cx="21427" cy="18956"/>
            </a:xfrm>
            <a:custGeom>
              <a:avLst/>
              <a:gdLst>
                <a:gd name="connsiteX0" fmla="*/ 10928 w 21427"/>
                <a:gd name="connsiteY0" fmla="*/ 18956 h 18956"/>
                <a:gd name="connsiteX1" fmla="*/ 21427 w 21427"/>
                <a:gd name="connsiteY1" fmla="*/ 13845 h 18956"/>
                <a:gd name="connsiteX2" fmla="*/ 10714 w 21427"/>
                <a:gd name="connsiteY2" fmla="*/ 0 h 18956"/>
                <a:gd name="connsiteX3" fmla="*/ 0 w 21427"/>
                <a:gd name="connsiteY3" fmla="*/ 5112 h 18956"/>
                <a:gd name="connsiteX4" fmla="*/ 10928 w 21427"/>
                <a:gd name="connsiteY4" fmla="*/ 18956 h 18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27" h="18956">
                  <a:moveTo>
                    <a:pt x="10928" y="18956"/>
                  </a:moveTo>
                  <a:cubicBezTo>
                    <a:pt x="14356" y="17253"/>
                    <a:pt x="17999" y="15548"/>
                    <a:pt x="21427" y="13845"/>
                  </a:cubicBezTo>
                  <a:cubicBezTo>
                    <a:pt x="17999" y="9159"/>
                    <a:pt x="14356" y="4686"/>
                    <a:pt x="10714" y="0"/>
                  </a:cubicBezTo>
                  <a:cubicBezTo>
                    <a:pt x="7071" y="1704"/>
                    <a:pt x="3643" y="3407"/>
                    <a:pt x="0" y="5112"/>
                  </a:cubicBezTo>
                  <a:cubicBezTo>
                    <a:pt x="3643" y="9798"/>
                    <a:pt x="7285" y="14484"/>
                    <a:pt x="10928" y="18956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3" name="任意多边形: 形状 292"/>
            <p:cNvSpPr/>
            <p:nvPr/>
          </p:nvSpPr>
          <p:spPr>
            <a:xfrm>
              <a:off x="4956293" y="6562032"/>
              <a:ext cx="21427" cy="18743"/>
            </a:xfrm>
            <a:custGeom>
              <a:avLst/>
              <a:gdLst>
                <a:gd name="connsiteX0" fmla="*/ 10928 w 21427"/>
                <a:gd name="connsiteY0" fmla="*/ 18744 h 18743"/>
                <a:gd name="connsiteX1" fmla="*/ 21427 w 21427"/>
                <a:gd name="connsiteY1" fmla="*/ 13206 h 18743"/>
                <a:gd name="connsiteX2" fmla="*/ 10499 w 21427"/>
                <a:gd name="connsiteY2" fmla="*/ 0 h 18743"/>
                <a:gd name="connsiteX3" fmla="*/ 0 w 21427"/>
                <a:gd name="connsiteY3" fmla="*/ 5538 h 18743"/>
                <a:gd name="connsiteX4" fmla="*/ 10928 w 21427"/>
                <a:gd name="connsiteY4" fmla="*/ 18744 h 1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27" h="18743">
                  <a:moveTo>
                    <a:pt x="10928" y="18744"/>
                  </a:moveTo>
                  <a:cubicBezTo>
                    <a:pt x="14356" y="17040"/>
                    <a:pt x="17999" y="15123"/>
                    <a:pt x="21427" y="13206"/>
                  </a:cubicBezTo>
                  <a:cubicBezTo>
                    <a:pt x="17785" y="8733"/>
                    <a:pt x="14142" y="4260"/>
                    <a:pt x="10499" y="0"/>
                  </a:cubicBezTo>
                  <a:cubicBezTo>
                    <a:pt x="7071" y="1918"/>
                    <a:pt x="3428" y="3834"/>
                    <a:pt x="0" y="5538"/>
                  </a:cubicBezTo>
                  <a:cubicBezTo>
                    <a:pt x="3857" y="9798"/>
                    <a:pt x="7285" y="14271"/>
                    <a:pt x="10928" y="18744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4" name="任意多边形: 形状 293"/>
            <p:cNvSpPr/>
            <p:nvPr/>
          </p:nvSpPr>
          <p:spPr>
            <a:xfrm>
              <a:off x="4842944" y="6461497"/>
              <a:ext cx="9856" cy="7029"/>
            </a:xfrm>
            <a:custGeom>
              <a:avLst/>
              <a:gdLst>
                <a:gd name="connsiteX0" fmla="*/ 0 w 9856"/>
                <a:gd name="connsiteY0" fmla="*/ 7029 h 7029"/>
                <a:gd name="connsiteX1" fmla="*/ 0 w 9856"/>
                <a:gd name="connsiteY1" fmla="*/ 7029 h 7029"/>
                <a:gd name="connsiteX2" fmla="*/ 9856 w 9856"/>
                <a:gd name="connsiteY2" fmla="*/ 0 h 7029"/>
                <a:gd name="connsiteX3" fmla="*/ 9856 w 9856"/>
                <a:gd name="connsiteY3" fmla="*/ 0 h 7029"/>
                <a:gd name="connsiteX4" fmla="*/ 0 w 9856"/>
                <a:gd name="connsiteY4" fmla="*/ 7029 h 7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6" h="7029">
                  <a:moveTo>
                    <a:pt x="0" y="7029"/>
                  </a:moveTo>
                  <a:cubicBezTo>
                    <a:pt x="0" y="7029"/>
                    <a:pt x="0" y="7029"/>
                    <a:pt x="0" y="7029"/>
                  </a:cubicBezTo>
                  <a:cubicBezTo>
                    <a:pt x="3214" y="4686"/>
                    <a:pt x="6642" y="2343"/>
                    <a:pt x="9856" y="0"/>
                  </a:cubicBezTo>
                  <a:cubicBezTo>
                    <a:pt x="9856" y="0"/>
                    <a:pt x="9856" y="0"/>
                    <a:pt x="9856" y="0"/>
                  </a:cubicBezTo>
                  <a:cubicBezTo>
                    <a:pt x="6428" y="2343"/>
                    <a:pt x="3214" y="4473"/>
                    <a:pt x="0" y="7029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5" name="任意多边形: 形状 294"/>
            <p:cNvSpPr/>
            <p:nvPr/>
          </p:nvSpPr>
          <p:spPr>
            <a:xfrm>
              <a:off x="4841873" y="6460858"/>
              <a:ext cx="10713" cy="7668"/>
            </a:xfrm>
            <a:custGeom>
              <a:avLst/>
              <a:gdLst>
                <a:gd name="connsiteX0" fmla="*/ 1071 w 10713"/>
                <a:gd name="connsiteY0" fmla="*/ 7668 h 7668"/>
                <a:gd name="connsiteX1" fmla="*/ 10714 w 10713"/>
                <a:gd name="connsiteY1" fmla="*/ 639 h 7668"/>
                <a:gd name="connsiteX2" fmla="*/ 9642 w 10713"/>
                <a:gd name="connsiteY2" fmla="*/ 0 h 7668"/>
                <a:gd name="connsiteX3" fmla="*/ 0 w 10713"/>
                <a:gd name="connsiteY3" fmla="*/ 7242 h 7668"/>
                <a:gd name="connsiteX4" fmla="*/ 1071 w 10713"/>
                <a:gd name="connsiteY4" fmla="*/ 7668 h 7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13" h="7668">
                  <a:moveTo>
                    <a:pt x="1071" y="7668"/>
                  </a:moveTo>
                  <a:cubicBezTo>
                    <a:pt x="4285" y="5325"/>
                    <a:pt x="7500" y="2982"/>
                    <a:pt x="10714" y="639"/>
                  </a:cubicBezTo>
                  <a:cubicBezTo>
                    <a:pt x="10285" y="426"/>
                    <a:pt x="10071" y="213"/>
                    <a:pt x="9642" y="0"/>
                  </a:cubicBezTo>
                  <a:cubicBezTo>
                    <a:pt x="6428" y="2343"/>
                    <a:pt x="3214" y="4686"/>
                    <a:pt x="0" y="7242"/>
                  </a:cubicBezTo>
                  <a:cubicBezTo>
                    <a:pt x="429" y="7242"/>
                    <a:pt x="643" y="7455"/>
                    <a:pt x="1071" y="7668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6" name="任意多边形: 形状 295"/>
            <p:cNvSpPr/>
            <p:nvPr/>
          </p:nvSpPr>
          <p:spPr>
            <a:xfrm>
              <a:off x="4833302" y="6447653"/>
              <a:ext cx="3642" cy="5112"/>
            </a:xfrm>
            <a:custGeom>
              <a:avLst/>
              <a:gdLst>
                <a:gd name="connsiteX0" fmla="*/ 214 w 3642"/>
                <a:gd name="connsiteY0" fmla="*/ 0 h 5112"/>
                <a:gd name="connsiteX1" fmla="*/ 0 w 3642"/>
                <a:gd name="connsiteY1" fmla="*/ 5112 h 5112"/>
                <a:gd name="connsiteX2" fmla="*/ 3643 w 3642"/>
                <a:gd name="connsiteY2" fmla="*/ 2343 h 5112"/>
                <a:gd name="connsiteX3" fmla="*/ 1928 w 3642"/>
                <a:gd name="connsiteY3" fmla="*/ 1065 h 5112"/>
                <a:gd name="connsiteX4" fmla="*/ 214 w 3642"/>
                <a:gd name="connsiteY4" fmla="*/ 0 h 5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2" h="5112">
                  <a:moveTo>
                    <a:pt x="214" y="0"/>
                  </a:moveTo>
                  <a:cubicBezTo>
                    <a:pt x="0" y="1704"/>
                    <a:pt x="214" y="3408"/>
                    <a:pt x="0" y="5112"/>
                  </a:cubicBezTo>
                  <a:cubicBezTo>
                    <a:pt x="1286" y="4260"/>
                    <a:pt x="2571" y="3195"/>
                    <a:pt x="3643" y="2343"/>
                  </a:cubicBezTo>
                  <a:cubicBezTo>
                    <a:pt x="3000" y="1917"/>
                    <a:pt x="2571" y="1491"/>
                    <a:pt x="1928" y="1065"/>
                  </a:cubicBezTo>
                  <a:cubicBezTo>
                    <a:pt x="1286" y="852"/>
                    <a:pt x="857" y="426"/>
                    <a:pt x="214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7" name="任意多边形: 形状 296"/>
            <p:cNvSpPr/>
            <p:nvPr/>
          </p:nvSpPr>
          <p:spPr>
            <a:xfrm>
              <a:off x="4810804" y="6437642"/>
              <a:ext cx="6056" cy="12141"/>
            </a:xfrm>
            <a:custGeom>
              <a:avLst/>
              <a:gdLst>
                <a:gd name="connsiteX0" fmla="*/ 5357 w 6056"/>
                <a:gd name="connsiteY0" fmla="*/ 12141 h 12141"/>
                <a:gd name="connsiteX1" fmla="*/ 6000 w 6056"/>
                <a:gd name="connsiteY1" fmla="*/ 1704 h 12141"/>
                <a:gd name="connsiteX2" fmla="*/ 5785 w 6056"/>
                <a:gd name="connsiteY2" fmla="*/ 0 h 12141"/>
                <a:gd name="connsiteX3" fmla="*/ 0 w 6056"/>
                <a:gd name="connsiteY3" fmla="*/ 8520 h 12141"/>
                <a:gd name="connsiteX4" fmla="*/ 5357 w 6056"/>
                <a:gd name="connsiteY4" fmla="*/ 12141 h 12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6" h="12141">
                  <a:moveTo>
                    <a:pt x="5357" y="12141"/>
                  </a:moveTo>
                  <a:cubicBezTo>
                    <a:pt x="5785" y="8733"/>
                    <a:pt x="6214" y="5325"/>
                    <a:pt x="6000" y="1704"/>
                  </a:cubicBezTo>
                  <a:cubicBezTo>
                    <a:pt x="6000" y="1065"/>
                    <a:pt x="5785" y="639"/>
                    <a:pt x="5785" y="0"/>
                  </a:cubicBezTo>
                  <a:cubicBezTo>
                    <a:pt x="3857" y="2982"/>
                    <a:pt x="1928" y="5751"/>
                    <a:pt x="0" y="8520"/>
                  </a:cubicBezTo>
                  <a:cubicBezTo>
                    <a:pt x="1500" y="9798"/>
                    <a:pt x="3428" y="10863"/>
                    <a:pt x="5357" y="12141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8" name="任意多边形: 形状 297"/>
            <p:cNvSpPr/>
            <p:nvPr/>
          </p:nvSpPr>
          <p:spPr>
            <a:xfrm>
              <a:off x="4675384" y="6359472"/>
              <a:ext cx="127062" cy="76891"/>
            </a:xfrm>
            <a:custGeom>
              <a:avLst/>
              <a:gdLst>
                <a:gd name="connsiteX0" fmla="*/ 127063 w 127062"/>
                <a:gd name="connsiteY0" fmla="*/ 67520 h 76891"/>
                <a:gd name="connsiteX1" fmla="*/ 71566 w 127062"/>
                <a:gd name="connsiteY1" fmla="*/ 33014 h 76891"/>
                <a:gd name="connsiteX2" fmla="*/ 0 w 127062"/>
                <a:gd name="connsiteY2" fmla="*/ 0 h 76891"/>
                <a:gd name="connsiteX3" fmla="*/ 36640 w 127062"/>
                <a:gd name="connsiteY3" fmla="*/ 25986 h 76891"/>
                <a:gd name="connsiteX4" fmla="*/ 120420 w 127062"/>
                <a:gd name="connsiteY4" fmla="*/ 76892 h 76891"/>
                <a:gd name="connsiteX5" fmla="*/ 127063 w 127062"/>
                <a:gd name="connsiteY5" fmla="*/ 67520 h 76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062" h="76891">
                  <a:moveTo>
                    <a:pt x="127063" y="67520"/>
                  </a:moveTo>
                  <a:cubicBezTo>
                    <a:pt x="108850" y="55592"/>
                    <a:pt x="90422" y="44091"/>
                    <a:pt x="71566" y="33014"/>
                  </a:cubicBezTo>
                  <a:cubicBezTo>
                    <a:pt x="47997" y="21512"/>
                    <a:pt x="24213" y="10437"/>
                    <a:pt x="0" y="0"/>
                  </a:cubicBezTo>
                  <a:cubicBezTo>
                    <a:pt x="12642" y="8094"/>
                    <a:pt x="24855" y="16826"/>
                    <a:pt x="36640" y="25986"/>
                  </a:cubicBezTo>
                  <a:cubicBezTo>
                    <a:pt x="65353" y="41747"/>
                    <a:pt x="92993" y="59000"/>
                    <a:pt x="120420" y="76892"/>
                  </a:cubicBezTo>
                  <a:cubicBezTo>
                    <a:pt x="122563" y="73910"/>
                    <a:pt x="124706" y="70715"/>
                    <a:pt x="127063" y="6752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9" name="任意多边形: 形状 298"/>
            <p:cNvSpPr/>
            <p:nvPr/>
          </p:nvSpPr>
          <p:spPr>
            <a:xfrm>
              <a:off x="4803304" y="6431891"/>
              <a:ext cx="12856" cy="14271"/>
            </a:xfrm>
            <a:custGeom>
              <a:avLst/>
              <a:gdLst>
                <a:gd name="connsiteX0" fmla="*/ 6428 w 12856"/>
                <a:gd name="connsiteY0" fmla="*/ 0 h 14271"/>
                <a:gd name="connsiteX1" fmla="*/ 0 w 12856"/>
                <a:gd name="connsiteY1" fmla="*/ 9585 h 14271"/>
                <a:gd name="connsiteX2" fmla="*/ 7071 w 12856"/>
                <a:gd name="connsiteY2" fmla="*/ 14271 h 14271"/>
                <a:gd name="connsiteX3" fmla="*/ 12856 w 12856"/>
                <a:gd name="connsiteY3" fmla="*/ 5751 h 14271"/>
                <a:gd name="connsiteX4" fmla="*/ 12642 w 12856"/>
                <a:gd name="connsiteY4" fmla="*/ 4047 h 14271"/>
                <a:gd name="connsiteX5" fmla="*/ 6428 w 12856"/>
                <a:gd name="connsiteY5" fmla="*/ 0 h 1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56" h="14271">
                  <a:moveTo>
                    <a:pt x="6428" y="0"/>
                  </a:moveTo>
                  <a:cubicBezTo>
                    <a:pt x="4285" y="3195"/>
                    <a:pt x="2143" y="6603"/>
                    <a:pt x="0" y="9585"/>
                  </a:cubicBezTo>
                  <a:cubicBezTo>
                    <a:pt x="2357" y="11076"/>
                    <a:pt x="4714" y="12780"/>
                    <a:pt x="7071" y="14271"/>
                  </a:cubicBezTo>
                  <a:cubicBezTo>
                    <a:pt x="8999" y="11502"/>
                    <a:pt x="10928" y="8733"/>
                    <a:pt x="12856" y="5751"/>
                  </a:cubicBezTo>
                  <a:cubicBezTo>
                    <a:pt x="12856" y="5325"/>
                    <a:pt x="12642" y="4686"/>
                    <a:pt x="12642" y="4047"/>
                  </a:cubicBezTo>
                  <a:cubicBezTo>
                    <a:pt x="10714" y="2769"/>
                    <a:pt x="8571" y="1491"/>
                    <a:pt x="6428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0" name="任意多边形: 形状 299"/>
            <p:cNvSpPr/>
            <p:nvPr/>
          </p:nvSpPr>
          <p:spPr>
            <a:xfrm>
              <a:off x="4795805" y="6426992"/>
              <a:ext cx="13927" cy="14484"/>
            </a:xfrm>
            <a:custGeom>
              <a:avLst/>
              <a:gdLst>
                <a:gd name="connsiteX0" fmla="*/ 0 w 13927"/>
                <a:gd name="connsiteY0" fmla="*/ 9585 h 14484"/>
                <a:gd name="connsiteX1" fmla="*/ 7499 w 13927"/>
                <a:gd name="connsiteY1" fmla="*/ 14484 h 14484"/>
                <a:gd name="connsiteX2" fmla="*/ 13927 w 13927"/>
                <a:gd name="connsiteY2" fmla="*/ 4899 h 14484"/>
                <a:gd name="connsiteX3" fmla="*/ 6642 w 13927"/>
                <a:gd name="connsiteY3" fmla="*/ 0 h 14484"/>
                <a:gd name="connsiteX4" fmla="*/ 0 w 13927"/>
                <a:gd name="connsiteY4" fmla="*/ 9585 h 14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27" h="14484">
                  <a:moveTo>
                    <a:pt x="0" y="9585"/>
                  </a:moveTo>
                  <a:cubicBezTo>
                    <a:pt x="2571" y="11289"/>
                    <a:pt x="5142" y="12993"/>
                    <a:pt x="7499" y="14484"/>
                  </a:cubicBezTo>
                  <a:cubicBezTo>
                    <a:pt x="9642" y="11502"/>
                    <a:pt x="11785" y="8094"/>
                    <a:pt x="13927" y="4899"/>
                  </a:cubicBezTo>
                  <a:cubicBezTo>
                    <a:pt x="11570" y="3195"/>
                    <a:pt x="8999" y="1704"/>
                    <a:pt x="6642" y="0"/>
                  </a:cubicBezTo>
                  <a:cubicBezTo>
                    <a:pt x="4285" y="3195"/>
                    <a:pt x="2143" y="6390"/>
                    <a:pt x="0" y="9585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1" name="任意多边形: 形状 300"/>
            <p:cNvSpPr/>
            <p:nvPr/>
          </p:nvSpPr>
          <p:spPr>
            <a:xfrm>
              <a:off x="4824088" y="6442328"/>
              <a:ext cx="9427" cy="14910"/>
            </a:xfrm>
            <a:custGeom>
              <a:avLst/>
              <a:gdLst>
                <a:gd name="connsiteX0" fmla="*/ 0 w 9427"/>
                <a:gd name="connsiteY0" fmla="*/ 12780 h 14910"/>
                <a:gd name="connsiteX1" fmla="*/ 1714 w 9427"/>
                <a:gd name="connsiteY1" fmla="*/ 13845 h 14910"/>
                <a:gd name="connsiteX2" fmla="*/ 3214 w 9427"/>
                <a:gd name="connsiteY2" fmla="*/ 14910 h 14910"/>
                <a:gd name="connsiteX3" fmla="*/ 9214 w 9427"/>
                <a:gd name="connsiteY3" fmla="*/ 10437 h 14910"/>
                <a:gd name="connsiteX4" fmla="*/ 9428 w 9427"/>
                <a:gd name="connsiteY4" fmla="*/ 5325 h 14910"/>
                <a:gd name="connsiteX5" fmla="*/ 1286 w 9427"/>
                <a:gd name="connsiteY5" fmla="*/ 0 h 14910"/>
                <a:gd name="connsiteX6" fmla="*/ 0 w 9427"/>
                <a:gd name="connsiteY6" fmla="*/ 12780 h 14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27" h="14910">
                  <a:moveTo>
                    <a:pt x="0" y="12780"/>
                  </a:moveTo>
                  <a:cubicBezTo>
                    <a:pt x="643" y="13206"/>
                    <a:pt x="1071" y="13419"/>
                    <a:pt x="1714" y="13845"/>
                  </a:cubicBezTo>
                  <a:cubicBezTo>
                    <a:pt x="2143" y="14271"/>
                    <a:pt x="2786" y="14484"/>
                    <a:pt x="3214" y="14910"/>
                  </a:cubicBezTo>
                  <a:cubicBezTo>
                    <a:pt x="5143" y="13419"/>
                    <a:pt x="7285" y="11928"/>
                    <a:pt x="9214" y="10437"/>
                  </a:cubicBezTo>
                  <a:cubicBezTo>
                    <a:pt x="9428" y="8733"/>
                    <a:pt x="9428" y="7029"/>
                    <a:pt x="9428" y="5325"/>
                  </a:cubicBezTo>
                  <a:cubicBezTo>
                    <a:pt x="6857" y="3408"/>
                    <a:pt x="4071" y="1704"/>
                    <a:pt x="1286" y="0"/>
                  </a:cubicBezTo>
                  <a:cubicBezTo>
                    <a:pt x="1286" y="4260"/>
                    <a:pt x="857" y="8520"/>
                    <a:pt x="0" y="1278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2" name="任意多边形: 形状 301"/>
            <p:cNvSpPr/>
            <p:nvPr/>
          </p:nvSpPr>
          <p:spPr>
            <a:xfrm>
              <a:off x="4815946" y="6436790"/>
              <a:ext cx="9427" cy="18317"/>
            </a:xfrm>
            <a:custGeom>
              <a:avLst/>
              <a:gdLst>
                <a:gd name="connsiteX0" fmla="*/ 429 w 9427"/>
                <a:gd name="connsiteY0" fmla="*/ 1065 h 18317"/>
                <a:gd name="connsiteX1" fmla="*/ 643 w 9427"/>
                <a:gd name="connsiteY1" fmla="*/ 2768 h 18317"/>
                <a:gd name="connsiteX2" fmla="*/ 0 w 9427"/>
                <a:gd name="connsiteY2" fmla="*/ 13206 h 18317"/>
                <a:gd name="connsiteX3" fmla="*/ 7928 w 9427"/>
                <a:gd name="connsiteY3" fmla="*/ 18317 h 18317"/>
                <a:gd name="connsiteX4" fmla="*/ 9428 w 9427"/>
                <a:gd name="connsiteY4" fmla="*/ 5537 h 18317"/>
                <a:gd name="connsiteX5" fmla="*/ 1071 w 9427"/>
                <a:gd name="connsiteY5" fmla="*/ 0 h 18317"/>
                <a:gd name="connsiteX6" fmla="*/ 429 w 9427"/>
                <a:gd name="connsiteY6" fmla="*/ 1065 h 18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27" h="18317">
                  <a:moveTo>
                    <a:pt x="429" y="1065"/>
                  </a:moveTo>
                  <a:cubicBezTo>
                    <a:pt x="429" y="1704"/>
                    <a:pt x="643" y="2129"/>
                    <a:pt x="643" y="2768"/>
                  </a:cubicBezTo>
                  <a:cubicBezTo>
                    <a:pt x="857" y="6390"/>
                    <a:pt x="643" y="9798"/>
                    <a:pt x="0" y="13206"/>
                  </a:cubicBezTo>
                  <a:cubicBezTo>
                    <a:pt x="2571" y="14909"/>
                    <a:pt x="5357" y="16614"/>
                    <a:pt x="7928" y="18317"/>
                  </a:cubicBezTo>
                  <a:cubicBezTo>
                    <a:pt x="8999" y="14270"/>
                    <a:pt x="9428" y="10011"/>
                    <a:pt x="9428" y="5537"/>
                  </a:cubicBezTo>
                  <a:cubicBezTo>
                    <a:pt x="6643" y="3621"/>
                    <a:pt x="3857" y="1917"/>
                    <a:pt x="1071" y="0"/>
                  </a:cubicBezTo>
                  <a:cubicBezTo>
                    <a:pt x="857" y="213"/>
                    <a:pt x="643" y="639"/>
                    <a:pt x="429" y="1065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3" name="任意多边形: 形状 302"/>
            <p:cNvSpPr/>
            <p:nvPr/>
          </p:nvSpPr>
          <p:spPr>
            <a:xfrm>
              <a:off x="4816160" y="6436151"/>
              <a:ext cx="856" cy="1703"/>
            </a:xfrm>
            <a:custGeom>
              <a:avLst/>
              <a:gdLst>
                <a:gd name="connsiteX0" fmla="*/ 214 w 856"/>
                <a:gd name="connsiteY0" fmla="*/ 1704 h 1703"/>
                <a:gd name="connsiteX1" fmla="*/ 857 w 856"/>
                <a:gd name="connsiteY1" fmla="*/ 639 h 1703"/>
                <a:gd name="connsiteX2" fmla="*/ 0 w 856"/>
                <a:gd name="connsiteY2" fmla="*/ 0 h 1703"/>
                <a:gd name="connsiteX3" fmla="*/ 214 w 856"/>
                <a:gd name="connsiteY3" fmla="*/ 1704 h 1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6" h="1703">
                  <a:moveTo>
                    <a:pt x="214" y="1704"/>
                  </a:moveTo>
                  <a:cubicBezTo>
                    <a:pt x="428" y="1278"/>
                    <a:pt x="643" y="1065"/>
                    <a:pt x="857" y="639"/>
                  </a:cubicBezTo>
                  <a:cubicBezTo>
                    <a:pt x="643" y="426"/>
                    <a:pt x="214" y="213"/>
                    <a:pt x="0" y="0"/>
                  </a:cubicBezTo>
                  <a:cubicBezTo>
                    <a:pt x="0" y="426"/>
                    <a:pt x="214" y="1065"/>
                    <a:pt x="214" y="1704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4" name="任意多边形: 形状 303"/>
            <p:cNvSpPr/>
            <p:nvPr/>
          </p:nvSpPr>
          <p:spPr>
            <a:xfrm>
              <a:off x="4835445" y="6455960"/>
              <a:ext cx="16070" cy="11927"/>
            </a:xfrm>
            <a:custGeom>
              <a:avLst/>
              <a:gdLst>
                <a:gd name="connsiteX0" fmla="*/ 0 w 16070"/>
                <a:gd name="connsiteY0" fmla="*/ 7242 h 11927"/>
                <a:gd name="connsiteX1" fmla="*/ 6428 w 16070"/>
                <a:gd name="connsiteY1" fmla="*/ 11928 h 11927"/>
                <a:gd name="connsiteX2" fmla="*/ 16070 w 16070"/>
                <a:gd name="connsiteY2" fmla="*/ 4686 h 11927"/>
                <a:gd name="connsiteX3" fmla="*/ 9642 w 16070"/>
                <a:gd name="connsiteY3" fmla="*/ 0 h 11927"/>
                <a:gd name="connsiteX4" fmla="*/ 0 w 16070"/>
                <a:gd name="connsiteY4" fmla="*/ 7242 h 11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70" h="11927">
                  <a:moveTo>
                    <a:pt x="0" y="7242"/>
                  </a:moveTo>
                  <a:cubicBezTo>
                    <a:pt x="2143" y="8733"/>
                    <a:pt x="4285" y="10223"/>
                    <a:pt x="6428" y="11928"/>
                  </a:cubicBezTo>
                  <a:cubicBezTo>
                    <a:pt x="9642" y="9585"/>
                    <a:pt x="12856" y="7242"/>
                    <a:pt x="16070" y="4686"/>
                  </a:cubicBezTo>
                  <a:cubicBezTo>
                    <a:pt x="13928" y="3195"/>
                    <a:pt x="11785" y="1491"/>
                    <a:pt x="9642" y="0"/>
                  </a:cubicBezTo>
                  <a:cubicBezTo>
                    <a:pt x="6642" y="2343"/>
                    <a:pt x="3214" y="4899"/>
                    <a:pt x="0" y="7242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5" name="任意多边形: 形状 304"/>
            <p:cNvSpPr/>
            <p:nvPr/>
          </p:nvSpPr>
          <p:spPr>
            <a:xfrm>
              <a:off x="4836302" y="6455108"/>
              <a:ext cx="8356" cy="5963"/>
            </a:xfrm>
            <a:custGeom>
              <a:avLst/>
              <a:gdLst>
                <a:gd name="connsiteX0" fmla="*/ 8357 w 8356"/>
                <a:gd name="connsiteY0" fmla="*/ 426 h 5963"/>
                <a:gd name="connsiteX1" fmla="*/ 7928 w 8356"/>
                <a:gd name="connsiteY1" fmla="*/ 0 h 5963"/>
                <a:gd name="connsiteX2" fmla="*/ 0 w 8356"/>
                <a:gd name="connsiteY2" fmla="*/ 5964 h 5963"/>
                <a:gd name="connsiteX3" fmla="*/ 8357 w 8356"/>
                <a:gd name="connsiteY3" fmla="*/ 426 h 5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56" h="5963">
                  <a:moveTo>
                    <a:pt x="8357" y="426"/>
                  </a:moveTo>
                  <a:cubicBezTo>
                    <a:pt x="8142" y="213"/>
                    <a:pt x="8142" y="213"/>
                    <a:pt x="7928" y="0"/>
                  </a:cubicBezTo>
                  <a:cubicBezTo>
                    <a:pt x="5357" y="1917"/>
                    <a:pt x="2571" y="3834"/>
                    <a:pt x="0" y="5964"/>
                  </a:cubicBezTo>
                  <a:cubicBezTo>
                    <a:pt x="2785" y="4260"/>
                    <a:pt x="5571" y="2343"/>
                    <a:pt x="8357" y="426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6" name="任意多边形: 形状 305"/>
            <p:cNvSpPr/>
            <p:nvPr/>
          </p:nvSpPr>
          <p:spPr>
            <a:xfrm>
              <a:off x="4834588" y="6455533"/>
              <a:ext cx="10713" cy="7668"/>
            </a:xfrm>
            <a:custGeom>
              <a:avLst/>
              <a:gdLst>
                <a:gd name="connsiteX0" fmla="*/ 1714 w 10713"/>
                <a:gd name="connsiteY0" fmla="*/ 5538 h 7668"/>
                <a:gd name="connsiteX1" fmla="*/ 0 w 10713"/>
                <a:gd name="connsiteY1" fmla="*/ 6816 h 7668"/>
                <a:gd name="connsiteX2" fmla="*/ 1071 w 10713"/>
                <a:gd name="connsiteY2" fmla="*/ 7668 h 7668"/>
                <a:gd name="connsiteX3" fmla="*/ 10714 w 10713"/>
                <a:gd name="connsiteY3" fmla="*/ 426 h 7668"/>
                <a:gd name="connsiteX4" fmla="*/ 10071 w 10713"/>
                <a:gd name="connsiteY4" fmla="*/ 0 h 7668"/>
                <a:gd name="connsiteX5" fmla="*/ 1714 w 10713"/>
                <a:gd name="connsiteY5" fmla="*/ 5538 h 7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713" h="7668">
                  <a:moveTo>
                    <a:pt x="1714" y="5538"/>
                  </a:moveTo>
                  <a:cubicBezTo>
                    <a:pt x="1071" y="5964"/>
                    <a:pt x="643" y="6390"/>
                    <a:pt x="0" y="6816"/>
                  </a:cubicBezTo>
                  <a:cubicBezTo>
                    <a:pt x="428" y="7029"/>
                    <a:pt x="643" y="7242"/>
                    <a:pt x="1071" y="7668"/>
                  </a:cubicBezTo>
                  <a:cubicBezTo>
                    <a:pt x="4285" y="5325"/>
                    <a:pt x="7499" y="2769"/>
                    <a:pt x="10714" y="426"/>
                  </a:cubicBezTo>
                  <a:cubicBezTo>
                    <a:pt x="10499" y="213"/>
                    <a:pt x="10285" y="213"/>
                    <a:pt x="10071" y="0"/>
                  </a:cubicBezTo>
                  <a:cubicBezTo>
                    <a:pt x="7285" y="1918"/>
                    <a:pt x="4500" y="3834"/>
                    <a:pt x="1714" y="5538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7" name="任意多边形: 形状 306"/>
            <p:cNvSpPr/>
            <p:nvPr/>
          </p:nvSpPr>
          <p:spPr>
            <a:xfrm>
              <a:off x="4833088" y="6450208"/>
              <a:ext cx="4713" cy="4047"/>
            </a:xfrm>
            <a:custGeom>
              <a:avLst/>
              <a:gdLst>
                <a:gd name="connsiteX0" fmla="*/ 0 w 4713"/>
                <a:gd name="connsiteY0" fmla="*/ 4047 h 4047"/>
                <a:gd name="connsiteX1" fmla="*/ 4714 w 4713"/>
                <a:gd name="connsiteY1" fmla="*/ 639 h 4047"/>
                <a:gd name="connsiteX2" fmla="*/ 3643 w 4713"/>
                <a:gd name="connsiteY2" fmla="*/ 0 h 4047"/>
                <a:gd name="connsiteX3" fmla="*/ 0 w 4713"/>
                <a:gd name="connsiteY3" fmla="*/ 2769 h 4047"/>
                <a:gd name="connsiteX4" fmla="*/ 0 w 4713"/>
                <a:gd name="connsiteY4" fmla="*/ 4047 h 4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13" h="4047">
                  <a:moveTo>
                    <a:pt x="0" y="4047"/>
                  </a:moveTo>
                  <a:cubicBezTo>
                    <a:pt x="1714" y="2769"/>
                    <a:pt x="3214" y="1704"/>
                    <a:pt x="4714" y="639"/>
                  </a:cubicBezTo>
                  <a:cubicBezTo>
                    <a:pt x="4285" y="426"/>
                    <a:pt x="4071" y="213"/>
                    <a:pt x="3643" y="0"/>
                  </a:cubicBezTo>
                  <a:cubicBezTo>
                    <a:pt x="2357" y="852"/>
                    <a:pt x="1071" y="1918"/>
                    <a:pt x="0" y="2769"/>
                  </a:cubicBezTo>
                  <a:cubicBezTo>
                    <a:pt x="0" y="2982"/>
                    <a:pt x="0" y="3621"/>
                    <a:pt x="0" y="4047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8" name="任意多边形: 形状 307"/>
            <p:cNvSpPr/>
            <p:nvPr/>
          </p:nvSpPr>
          <p:spPr>
            <a:xfrm>
              <a:off x="4833088" y="6450847"/>
              <a:ext cx="4928" cy="3621"/>
            </a:xfrm>
            <a:custGeom>
              <a:avLst/>
              <a:gdLst>
                <a:gd name="connsiteX0" fmla="*/ 0 w 4928"/>
                <a:gd name="connsiteY0" fmla="*/ 3408 h 3621"/>
                <a:gd name="connsiteX1" fmla="*/ 0 w 4928"/>
                <a:gd name="connsiteY1" fmla="*/ 3621 h 3621"/>
                <a:gd name="connsiteX2" fmla="*/ 4928 w 4928"/>
                <a:gd name="connsiteY2" fmla="*/ 0 h 3621"/>
                <a:gd name="connsiteX3" fmla="*/ 4928 w 4928"/>
                <a:gd name="connsiteY3" fmla="*/ 0 h 3621"/>
                <a:gd name="connsiteX4" fmla="*/ 0 w 4928"/>
                <a:gd name="connsiteY4" fmla="*/ 3408 h 3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28" h="3621">
                  <a:moveTo>
                    <a:pt x="0" y="3408"/>
                  </a:moveTo>
                  <a:cubicBezTo>
                    <a:pt x="0" y="3408"/>
                    <a:pt x="0" y="3621"/>
                    <a:pt x="0" y="3621"/>
                  </a:cubicBezTo>
                  <a:cubicBezTo>
                    <a:pt x="1714" y="2343"/>
                    <a:pt x="3214" y="1065"/>
                    <a:pt x="4928" y="0"/>
                  </a:cubicBezTo>
                  <a:cubicBezTo>
                    <a:pt x="4928" y="0"/>
                    <a:pt x="4928" y="0"/>
                    <a:pt x="4928" y="0"/>
                  </a:cubicBezTo>
                  <a:cubicBezTo>
                    <a:pt x="3214" y="1065"/>
                    <a:pt x="1714" y="2130"/>
                    <a:pt x="0" y="3408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9" name="任意多边形: 形状 308"/>
            <p:cNvSpPr/>
            <p:nvPr/>
          </p:nvSpPr>
          <p:spPr>
            <a:xfrm>
              <a:off x="4827088" y="6452765"/>
              <a:ext cx="5785" cy="5324"/>
            </a:xfrm>
            <a:custGeom>
              <a:avLst/>
              <a:gdLst>
                <a:gd name="connsiteX0" fmla="*/ 0 w 5785"/>
                <a:gd name="connsiteY0" fmla="*/ 4473 h 5324"/>
                <a:gd name="connsiteX1" fmla="*/ 1071 w 5785"/>
                <a:gd name="connsiteY1" fmla="*/ 5325 h 5324"/>
                <a:gd name="connsiteX2" fmla="*/ 2143 w 5785"/>
                <a:gd name="connsiteY2" fmla="*/ 4473 h 5324"/>
                <a:gd name="connsiteX3" fmla="*/ 2786 w 5785"/>
                <a:gd name="connsiteY3" fmla="*/ 3621 h 5324"/>
                <a:gd name="connsiteX4" fmla="*/ 5785 w 5785"/>
                <a:gd name="connsiteY4" fmla="*/ 1490 h 5324"/>
                <a:gd name="connsiteX5" fmla="*/ 5785 w 5785"/>
                <a:gd name="connsiteY5" fmla="*/ 0 h 5324"/>
                <a:gd name="connsiteX6" fmla="*/ 0 w 5785"/>
                <a:gd name="connsiteY6" fmla="*/ 4473 h 5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85" h="5324">
                  <a:moveTo>
                    <a:pt x="0" y="4473"/>
                  </a:moveTo>
                  <a:cubicBezTo>
                    <a:pt x="429" y="4686"/>
                    <a:pt x="857" y="5112"/>
                    <a:pt x="1071" y="5325"/>
                  </a:cubicBezTo>
                  <a:cubicBezTo>
                    <a:pt x="1500" y="5112"/>
                    <a:pt x="1714" y="4686"/>
                    <a:pt x="2143" y="4473"/>
                  </a:cubicBezTo>
                  <a:cubicBezTo>
                    <a:pt x="2357" y="4260"/>
                    <a:pt x="2571" y="3834"/>
                    <a:pt x="2786" y="3621"/>
                  </a:cubicBezTo>
                  <a:cubicBezTo>
                    <a:pt x="3857" y="2982"/>
                    <a:pt x="4714" y="2129"/>
                    <a:pt x="5785" y="1490"/>
                  </a:cubicBezTo>
                  <a:cubicBezTo>
                    <a:pt x="5785" y="1065"/>
                    <a:pt x="5785" y="426"/>
                    <a:pt x="5785" y="0"/>
                  </a:cubicBezTo>
                  <a:cubicBezTo>
                    <a:pt x="4071" y="1490"/>
                    <a:pt x="2143" y="2982"/>
                    <a:pt x="0" y="4473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0" name="任意多边形: 形状 309"/>
            <p:cNvSpPr/>
            <p:nvPr/>
          </p:nvSpPr>
          <p:spPr>
            <a:xfrm>
              <a:off x="4829445" y="6454255"/>
              <a:ext cx="3642" cy="2982"/>
            </a:xfrm>
            <a:custGeom>
              <a:avLst/>
              <a:gdLst>
                <a:gd name="connsiteX0" fmla="*/ 3643 w 3642"/>
                <a:gd name="connsiteY0" fmla="*/ 0 h 2982"/>
                <a:gd name="connsiteX1" fmla="*/ 643 w 3642"/>
                <a:gd name="connsiteY1" fmla="*/ 2130 h 2982"/>
                <a:gd name="connsiteX2" fmla="*/ 0 w 3642"/>
                <a:gd name="connsiteY2" fmla="*/ 2982 h 2982"/>
                <a:gd name="connsiteX3" fmla="*/ 3643 w 3642"/>
                <a:gd name="connsiteY3" fmla="*/ 213 h 2982"/>
                <a:gd name="connsiteX4" fmla="*/ 3643 w 3642"/>
                <a:gd name="connsiteY4" fmla="*/ 0 h 2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2" h="2982">
                  <a:moveTo>
                    <a:pt x="3643" y="0"/>
                  </a:moveTo>
                  <a:cubicBezTo>
                    <a:pt x="2571" y="639"/>
                    <a:pt x="1714" y="1491"/>
                    <a:pt x="643" y="2130"/>
                  </a:cubicBezTo>
                  <a:cubicBezTo>
                    <a:pt x="429" y="2343"/>
                    <a:pt x="214" y="2769"/>
                    <a:pt x="0" y="2982"/>
                  </a:cubicBezTo>
                  <a:cubicBezTo>
                    <a:pt x="1286" y="2130"/>
                    <a:pt x="2357" y="1065"/>
                    <a:pt x="3643" y="213"/>
                  </a:cubicBezTo>
                  <a:cubicBezTo>
                    <a:pt x="3643" y="213"/>
                    <a:pt x="3643" y="0"/>
                    <a:pt x="3643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1" name="任意多边形: 形状 310"/>
            <p:cNvSpPr/>
            <p:nvPr/>
          </p:nvSpPr>
          <p:spPr>
            <a:xfrm>
              <a:off x="4831159" y="6450635"/>
              <a:ext cx="13070" cy="11714"/>
            </a:xfrm>
            <a:custGeom>
              <a:avLst/>
              <a:gdLst>
                <a:gd name="connsiteX0" fmla="*/ 1928 w 13070"/>
                <a:gd name="connsiteY0" fmla="*/ 3834 h 11714"/>
                <a:gd name="connsiteX1" fmla="*/ 0 w 13070"/>
                <a:gd name="connsiteY1" fmla="*/ 9372 h 11714"/>
                <a:gd name="connsiteX2" fmla="*/ 3214 w 13070"/>
                <a:gd name="connsiteY2" fmla="*/ 11715 h 11714"/>
                <a:gd name="connsiteX3" fmla="*/ 5143 w 13070"/>
                <a:gd name="connsiteY3" fmla="*/ 10437 h 11714"/>
                <a:gd name="connsiteX4" fmla="*/ 13071 w 13070"/>
                <a:gd name="connsiteY4" fmla="*/ 4473 h 11714"/>
                <a:gd name="connsiteX5" fmla="*/ 6856 w 13070"/>
                <a:gd name="connsiteY5" fmla="*/ 0 h 11714"/>
                <a:gd name="connsiteX6" fmla="*/ 1928 w 13070"/>
                <a:gd name="connsiteY6" fmla="*/ 3834 h 1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070" h="11714">
                  <a:moveTo>
                    <a:pt x="1928" y="3834"/>
                  </a:moveTo>
                  <a:cubicBezTo>
                    <a:pt x="1500" y="5751"/>
                    <a:pt x="643" y="7668"/>
                    <a:pt x="0" y="9372"/>
                  </a:cubicBezTo>
                  <a:cubicBezTo>
                    <a:pt x="1071" y="10011"/>
                    <a:pt x="2143" y="10862"/>
                    <a:pt x="3214" y="11715"/>
                  </a:cubicBezTo>
                  <a:cubicBezTo>
                    <a:pt x="3857" y="11289"/>
                    <a:pt x="4500" y="10862"/>
                    <a:pt x="5143" y="10437"/>
                  </a:cubicBezTo>
                  <a:cubicBezTo>
                    <a:pt x="7714" y="8520"/>
                    <a:pt x="10499" y="6603"/>
                    <a:pt x="13071" y="4473"/>
                  </a:cubicBezTo>
                  <a:cubicBezTo>
                    <a:pt x="10928" y="2982"/>
                    <a:pt x="8999" y="1491"/>
                    <a:pt x="6856" y="0"/>
                  </a:cubicBezTo>
                  <a:cubicBezTo>
                    <a:pt x="5143" y="1278"/>
                    <a:pt x="3643" y="2556"/>
                    <a:pt x="1928" y="3834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2" name="任意多边形: 形状 311"/>
            <p:cNvSpPr/>
            <p:nvPr/>
          </p:nvSpPr>
          <p:spPr>
            <a:xfrm>
              <a:off x="4834373" y="6461072"/>
              <a:ext cx="1714" cy="1277"/>
            </a:xfrm>
            <a:custGeom>
              <a:avLst/>
              <a:gdLst>
                <a:gd name="connsiteX0" fmla="*/ 0 w 1714"/>
                <a:gd name="connsiteY0" fmla="*/ 1278 h 1277"/>
                <a:gd name="connsiteX1" fmla="*/ 1714 w 1714"/>
                <a:gd name="connsiteY1" fmla="*/ 0 h 1277"/>
                <a:gd name="connsiteX2" fmla="*/ 0 w 1714"/>
                <a:gd name="connsiteY2" fmla="*/ 1278 h 1277"/>
                <a:gd name="connsiteX3" fmla="*/ 0 w 1714"/>
                <a:gd name="connsiteY3" fmla="*/ 1278 h 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" h="1277">
                  <a:moveTo>
                    <a:pt x="0" y="1278"/>
                  </a:moveTo>
                  <a:cubicBezTo>
                    <a:pt x="643" y="852"/>
                    <a:pt x="1071" y="426"/>
                    <a:pt x="1714" y="0"/>
                  </a:cubicBezTo>
                  <a:cubicBezTo>
                    <a:pt x="1286" y="426"/>
                    <a:pt x="643" y="852"/>
                    <a:pt x="0" y="1278"/>
                  </a:cubicBezTo>
                  <a:cubicBezTo>
                    <a:pt x="0" y="1278"/>
                    <a:pt x="0" y="1278"/>
                    <a:pt x="0" y="1278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3" name="任意多边形: 形状 312"/>
            <p:cNvSpPr/>
            <p:nvPr/>
          </p:nvSpPr>
          <p:spPr>
            <a:xfrm>
              <a:off x="4828374" y="6457238"/>
              <a:ext cx="1071" cy="1064"/>
            </a:xfrm>
            <a:custGeom>
              <a:avLst/>
              <a:gdLst>
                <a:gd name="connsiteX0" fmla="*/ 214 w 1071"/>
                <a:gd name="connsiteY0" fmla="*/ 1065 h 1064"/>
                <a:gd name="connsiteX1" fmla="*/ 1071 w 1071"/>
                <a:gd name="connsiteY1" fmla="*/ 0 h 1064"/>
                <a:gd name="connsiteX2" fmla="*/ 0 w 1071"/>
                <a:gd name="connsiteY2" fmla="*/ 852 h 1064"/>
                <a:gd name="connsiteX3" fmla="*/ 214 w 1071"/>
                <a:gd name="connsiteY3" fmla="*/ 1065 h 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1" h="1064">
                  <a:moveTo>
                    <a:pt x="214" y="1065"/>
                  </a:moveTo>
                  <a:cubicBezTo>
                    <a:pt x="429" y="639"/>
                    <a:pt x="857" y="426"/>
                    <a:pt x="1071" y="0"/>
                  </a:cubicBezTo>
                  <a:cubicBezTo>
                    <a:pt x="643" y="213"/>
                    <a:pt x="429" y="639"/>
                    <a:pt x="0" y="852"/>
                  </a:cubicBezTo>
                  <a:cubicBezTo>
                    <a:pt x="0" y="852"/>
                    <a:pt x="0" y="852"/>
                    <a:pt x="214" y="1065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4" name="任意多边形: 形状 313"/>
            <p:cNvSpPr/>
            <p:nvPr/>
          </p:nvSpPr>
          <p:spPr>
            <a:xfrm>
              <a:off x="4828588" y="6454682"/>
              <a:ext cx="4499" cy="5537"/>
            </a:xfrm>
            <a:custGeom>
              <a:avLst/>
              <a:gdLst>
                <a:gd name="connsiteX0" fmla="*/ 0 w 4499"/>
                <a:gd name="connsiteY0" fmla="*/ 3621 h 5537"/>
                <a:gd name="connsiteX1" fmla="*/ 2571 w 4499"/>
                <a:gd name="connsiteY1" fmla="*/ 5537 h 5537"/>
                <a:gd name="connsiteX2" fmla="*/ 4500 w 4499"/>
                <a:gd name="connsiteY2" fmla="*/ 0 h 5537"/>
                <a:gd name="connsiteX3" fmla="*/ 857 w 4499"/>
                <a:gd name="connsiteY3" fmla="*/ 2769 h 5537"/>
                <a:gd name="connsiteX4" fmla="*/ 0 w 4499"/>
                <a:gd name="connsiteY4" fmla="*/ 3621 h 5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9" h="5537">
                  <a:moveTo>
                    <a:pt x="0" y="3621"/>
                  </a:moveTo>
                  <a:cubicBezTo>
                    <a:pt x="857" y="4260"/>
                    <a:pt x="1714" y="4899"/>
                    <a:pt x="2571" y="5537"/>
                  </a:cubicBezTo>
                  <a:cubicBezTo>
                    <a:pt x="3214" y="3621"/>
                    <a:pt x="4071" y="1917"/>
                    <a:pt x="4500" y="0"/>
                  </a:cubicBezTo>
                  <a:cubicBezTo>
                    <a:pt x="3214" y="852"/>
                    <a:pt x="2143" y="1917"/>
                    <a:pt x="857" y="2769"/>
                  </a:cubicBezTo>
                  <a:cubicBezTo>
                    <a:pt x="428" y="2769"/>
                    <a:pt x="214" y="3195"/>
                    <a:pt x="0" y="3621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5" name="任意多边形: 形状 314"/>
            <p:cNvSpPr/>
            <p:nvPr/>
          </p:nvSpPr>
          <p:spPr>
            <a:xfrm>
              <a:off x="5019718" y="6643611"/>
              <a:ext cx="6458" cy="9592"/>
            </a:xfrm>
            <a:custGeom>
              <a:avLst/>
              <a:gdLst>
                <a:gd name="connsiteX0" fmla="*/ 0 w 6458"/>
                <a:gd name="connsiteY0" fmla="*/ 9585 h 9592"/>
                <a:gd name="connsiteX1" fmla="*/ 5785 w 6458"/>
                <a:gd name="connsiteY1" fmla="*/ 1491 h 9592"/>
                <a:gd name="connsiteX2" fmla="*/ 4928 w 6458"/>
                <a:gd name="connsiteY2" fmla="*/ 0 h 9592"/>
                <a:gd name="connsiteX3" fmla="*/ 643 w 6458"/>
                <a:gd name="connsiteY3" fmla="*/ 4260 h 9592"/>
                <a:gd name="connsiteX4" fmla="*/ 0 w 6458"/>
                <a:gd name="connsiteY4" fmla="*/ 9585 h 9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8" h="9592">
                  <a:moveTo>
                    <a:pt x="0" y="9585"/>
                  </a:moveTo>
                  <a:cubicBezTo>
                    <a:pt x="3857" y="9798"/>
                    <a:pt x="8142" y="5964"/>
                    <a:pt x="5785" y="1491"/>
                  </a:cubicBezTo>
                  <a:cubicBezTo>
                    <a:pt x="5571" y="1065"/>
                    <a:pt x="5142" y="639"/>
                    <a:pt x="4928" y="0"/>
                  </a:cubicBezTo>
                  <a:cubicBezTo>
                    <a:pt x="2357" y="2556"/>
                    <a:pt x="643" y="4260"/>
                    <a:pt x="643" y="4260"/>
                  </a:cubicBezTo>
                  <a:cubicBezTo>
                    <a:pt x="643" y="6177"/>
                    <a:pt x="214" y="7668"/>
                    <a:pt x="0" y="9585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6" name="任意多边形: 形状 315"/>
            <p:cNvSpPr/>
            <p:nvPr/>
          </p:nvSpPr>
          <p:spPr>
            <a:xfrm>
              <a:off x="4599747" y="6330930"/>
              <a:ext cx="28283" cy="12779"/>
            </a:xfrm>
            <a:custGeom>
              <a:avLst/>
              <a:gdLst>
                <a:gd name="connsiteX0" fmla="*/ 22927 w 28283"/>
                <a:gd name="connsiteY0" fmla="*/ 10011 h 12779"/>
                <a:gd name="connsiteX1" fmla="*/ 19499 w 28283"/>
                <a:gd name="connsiteY1" fmla="*/ 7029 h 12779"/>
                <a:gd name="connsiteX2" fmla="*/ 14142 w 28283"/>
                <a:gd name="connsiteY2" fmla="*/ 6176 h 12779"/>
                <a:gd name="connsiteX3" fmla="*/ 11356 w 28283"/>
                <a:gd name="connsiteY3" fmla="*/ 4047 h 12779"/>
                <a:gd name="connsiteX4" fmla="*/ 0 w 28283"/>
                <a:gd name="connsiteY4" fmla="*/ 0 h 12779"/>
                <a:gd name="connsiteX5" fmla="*/ 28284 w 28283"/>
                <a:gd name="connsiteY5" fmla="*/ 12779 h 12779"/>
                <a:gd name="connsiteX6" fmla="*/ 27427 w 28283"/>
                <a:gd name="connsiteY6" fmla="*/ 11076 h 12779"/>
                <a:gd name="connsiteX7" fmla="*/ 22927 w 28283"/>
                <a:gd name="connsiteY7" fmla="*/ 10011 h 12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283" h="12779">
                  <a:moveTo>
                    <a:pt x="22927" y="10011"/>
                  </a:moveTo>
                  <a:cubicBezTo>
                    <a:pt x="21213" y="9372"/>
                    <a:pt x="19927" y="8307"/>
                    <a:pt x="19499" y="7029"/>
                  </a:cubicBezTo>
                  <a:cubicBezTo>
                    <a:pt x="17785" y="6603"/>
                    <a:pt x="15856" y="6390"/>
                    <a:pt x="14142" y="6176"/>
                  </a:cubicBezTo>
                  <a:cubicBezTo>
                    <a:pt x="12642" y="5964"/>
                    <a:pt x="11999" y="4899"/>
                    <a:pt x="11356" y="4047"/>
                  </a:cubicBezTo>
                  <a:cubicBezTo>
                    <a:pt x="7500" y="2768"/>
                    <a:pt x="3857" y="1278"/>
                    <a:pt x="0" y="0"/>
                  </a:cubicBezTo>
                  <a:cubicBezTo>
                    <a:pt x="9642" y="4047"/>
                    <a:pt x="18856" y="8520"/>
                    <a:pt x="28284" y="12779"/>
                  </a:cubicBezTo>
                  <a:cubicBezTo>
                    <a:pt x="28069" y="12140"/>
                    <a:pt x="27641" y="11715"/>
                    <a:pt x="27427" y="11076"/>
                  </a:cubicBezTo>
                  <a:cubicBezTo>
                    <a:pt x="25927" y="10862"/>
                    <a:pt x="24427" y="10437"/>
                    <a:pt x="22927" y="10011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7" name="任意多边形: 形状 316"/>
            <p:cNvSpPr/>
            <p:nvPr/>
          </p:nvSpPr>
          <p:spPr>
            <a:xfrm>
              <a:off x="4596104" y="6319366"/>
              <a:ext cx="6856" cy="4109"/>
            </a:xfrm>
            <a:custGeom>
              <a:avLst/>
              <a:gdLst>
                <a:gd name="connsiteX0" fmla="*/ 6857 w 6856"/>
                <a:gd name="connsiteY0" fmla="*/ 488 h 4109"/>
                <a:gd name="connsiteX1" fmla="*/ 0 w 6856"/>
                <a:gd name="connsiteY1" fmla="*/ 4109 h 4109"/>
                <a:gd name="connsiteX2" fmla="*/ 6857 w 6856"/>
                <a:gd name="connsiteY2" fmla="*/ 488 h 4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56" h="4109">
                  <a:moveTo>
                    <a:pt x="6857" y="488"/>
                  </a:moveTo>
                  <a:cubicBezTo>
                    <a:pt x="3428" y="-1003"/>
                    <a:pt x="857" y="1127"/>
                    <a:pt x="0" y="4109"/>
                  </a:cubicBezTo>
                  <a:cubicBezTo>
                    <a:pt x="1071" y="1553"/>
                    <a:pt x="3428" y="-577"/>
                    <a:pt x="6857" y="488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8" name="任意多边形: 形状 317"/>
            <p:cNvSpPr/>
            <p:nvPr/>
          </p:nvSpPr>
          <p:spPr>
            <a:xfrm>
              <a:off x="4597176" y="6328587"/>
              <a:ext cx="2571" cy="2343"/>
            </a:xfrm>
            <a:custGeom>
              <a:avLst/>
              <a:gdLst>
                <a:gd name="connsiteX0" fmla="*/ 2571 w 2571"/>
                <a:gd name="connsiteY0" fmla="*/ 2343 h 2343"/>
                <a:gd name="connsiteX1" fmla="*/ 0 w 2571"/>
                <a:gd name="connsiteY1" fmla="*/ 0 h 2343"/>
                <a:gd name="connsiteX2" fmla="*/ 2571 w 2571"/>
                <a:gd name="connsiteY2" fmla="*/ 2343 h 2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71" h="2343">
                  <a:moveTo>
                    <a:pt x="2571" y="2343"/>
                  </a:moveTo>
                  <a:cubicBezTo>
                    <a:pt x="1286" y="1917"/>
                    <a:pt x="643" y="1065"/>
                    <a:pt x="0" y="0"/>
                  </a:cubicBezTo>
                  <a:cubicBezTo>
                    <a:pt x="429" y="1065"/>
                    <a:pt x="1286" y="1917"/>
                    <a:pt x="2571" y="2343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9" name="任意多边形: 形状 318"/>
            <p:cNvSpPr/>
            <p:nvPr/>
          </p:nvSpPr>
          <p:spPr>
            <a:xfrm>
              <a:off x="4596009" y="6324540"/>
              <a:ext cx="95" cy="1916"/>
            </a:xfrm>
            <a:custGeom>
              <a:avLst/>
              <a:gdLst>
                <a:gd name="connsiteX0" fmla="*/ 95 w 95"/>
                <a:gd name="connsiteY0" fmla="*/ 1917 h 1916"/>
                <a:gd name="connsiteX1" fmla="*/ 95 w 95"/>
                <a:gd name="connsiteY1" fmla="*/ 0 h 1916"/>
                <a:gd name="connsiteX2" fmla="*/ 95 w 95"/>
                <a:gd name="connsiteY2" fmla="*/ 1917 h 1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916">
                  <a:moveTo>
                    <a:pt x="95" y="1917"/>
                  </a:moveTo>
                  <a:cubicBezTo>
                    <a:pt x="95" y="1278"/>
                    <a:pt x="-119" y="639"/>
                    <a:pt x="95" y="0"/>
                  </a:cubicBezTo>
                  <a:cubicBezTo>
                    <a:pt x="95" y="639"/>
                    <a:pt x="95" y="1278"/>
                    <a:pt x="95" y="1917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0" name="任意多边形: 形状 319"/>
            <p:cNvSpPr/>
            <p:nvPr/>
          </p:nvSpPr>
          <p:spPr>
            <a:xfrm>
              <a:off x="4627174" y="6342219"/>
              <a:ext cx="13070" cy="7241"/>
            </a:xfrm>
            <a:custGeom>
              <a:avLst/>
              <a:gdLst>
                <a:gd name="connsiteX0" fmla="*/ 10071 w 13070"/>
                <a:gd name="connsiteY0" fmla="*/ 2556 h 7241"/>
                <a:gd name="connsiteX1" fmla="*/ 0 w 13070"/>
                <a:gd name="connsiteY1" fmla="*/ 0 h 7241"/>
                <a:gd name="connsiteX2" fmla="*/ 857 w 13070"/>
                <a:gd name="connsiteY2" fmla="*/ 1704 h 7241"/>
                <a:gd name="connsiteX3" fmla="*/ 13071 w 13070"/>
                <a:gd name="connsiteY3" fmla="*/ 7242 h 7241"/>
                <a:gd name="connsiteX4" fmla="*/ 11142 w 13070"/>
                <a:gd name="connsiteY4" fmla="*/ 3408 h 7241"/>
                <a:gd name="connsiteX5" fmla="*/ 10071 w 13070"/>
                <a:gd name="connsiteY5" fmla="*/ 2556 h 7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70" h="7241">
                  <a:moveTo>
                    <a:pt x="10071" y="2556"/>
                  </a:moveTo>
                  <a:cubicBezTo>
                    <a:pt x="6857" y="1704"/>
                    <a:pt x="3428" y="852"/>
                    <a:pt x="0" y="0"/>
                  </a:cubicBezTo>
                  <a:cubicBezTo>
                    <a:pt x="214" y="639"/>
                    <a:pt x="643" y="1065"/>
                    <a:pt x="857" y="1704"/>
                  </a:cubicBezTo>
                  <a:cubicBezTo>
                    <a:pt x="4928" y="3621"/>
                    <a:pt x="8999" y="5325"/>
                    <a:pt x="13071" y="7242"/>
                  </a:cubicBezTo>
                  <a:cubicBezTo>
                    <a:pt x="12428" y="5964"/>
                    <a:pt x="11785" y="4686"/>
                    <a:pt x="11142" y="3408"/>
                  </a:cubicBezTo>
                  <a:cubicBezTo>
                    <a:pt x="10928" y="2982"/>
                    <a:pt x="10499" y="2769"/>
                    <a:pt x="10071" y="2556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1" name="任意多边形: 形状 320"/>
            <p:cNvSpPr/>
            <p:nvPr/>
          </p:nvSpPr>
          <p:spPr>
            <a:xfrm>
              <a:off x="4638530" y="6345414"/>
              <a:ext cx="9213" cy="7241"/>
            </a:xfrm>
            <a:custGeom>
              <a:avLst/>
              <a:gdLst>
                <a:gd name="connsiteX0" fmla="*/ 8142 w 9213"/>
                <a:gd name="connsiteY0" fmla="*/ 6390 h 7241"/>
                <a:gd name="connsiteX1" fmla="*/ 7714 w 9213"/>
                <a:gd name="connsiteY1" fmla="*/ 5325 h 7241"/>
                <a:gd name="connsiteX2" fmla="*/ 0 w 9213"/>
                <a:gd name="connsiteY2" fmla="*/ 0 h 7241"/>
                <a:gd name="connsiteX3" fmla="*/ 1929 w 9213"/>
                <a:gd name="connsiteY3" fmla="*/ 3834 h 7241"/>
                <a:gd name="connsiteX4" fmla="*/ 9214 w 9213"/>
                <a:gd name="connsiteY4" fmla="*/ 7242 h 7241"/>
                <a:gd name="connsiteX5" fmla="*/ 8142 w 9213"/>
                <a:gd name="connsiteY5" fmla="*/ 6390 h 7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213" h="7241">
                  <a:moveTo>
                    <a:pt x="8142" y="6390"/>
                  </a:moveTo>
                  <a:cubicBezTo>
                    <a:pt x="7714" y="5964"/>
                    <a:pt x="7928" y="5751"/>
                    <a:pt x="7714" y="5325"/>
                  </a:cubicBezTo>
                  <a:cubicBezTo>
                    <a:pt x="5143" y="3408"/>
                    <a:pt x="2571" y="1704"/>
                    <a:pt x="0" y="0"/>
                  </a:cubicBezTo>
                  <a:cubicBezTo>
                    <a:pt x="643" y="1278"/>
                    <a:pt x="1286" y="2556"/>
                    <a:pt x="1929" y="3834"/>
                  </a:cubicBezTo>
                  <a:cubicBezTo>
                    <a:pt x="4285" y="4899"/>
                    <a:pt x="6857" y="5964"/>
                    <a:pt x="9214" y="7242"/>
                  </a:cubicBezTo>
                  <a:cubicBezTo>
                    <a:pt x="8785" y="7029"/>
                    <a:pt x="8357" y="6603"/>
                    <a:pt x="8142" y="639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2" name="任意多边形: 形状 321"/>
            <p:cNvSpPr/>
            <p:nvPr/>
          </p:nvSpPr>
          <p:spPr>
            <a:xfrm>
              <a:off x="5012218" y="6635943"/>
              <a:ext cx="12427" cy="17252"/>
            </a:xfrm>
            <a:custGeom>
              <a:avLst/>
              <a:gdLst>
                <a:gd name="connsiteX0" fmla="*/ 7500 w 12427"/>
                <a:gd name="connsiteY0" fmla="*/ 17253 h 17252"/>
                <a:gd name="connsiteX1" fmla="*/ 8142 w 12427"/>
                <a:gd name="connsiteY1" fmla="*/ 11928 h 17252"/>
                <a:gd name="connsiteX2" fmla="*/ 12428 w 12427"/>
                <a:gd name="connsiteY2" fmla="*/ 7668 h 17252"/>
                <a:gd name="connsiteX3" fmla="*/ 7928 w 12427"/>
                <a:gd name="connsiteY3" fmla="*/ 0 h 17252"/>
                <a:gd name="connsiteX4" fmla="*/ 2357 w 12427"/>
                <a:gd name="connsiteY4" fmla="*/ 5538 h 17252"/>
                <a:gd name="connsiteX5" fmla="*/ 0 w 12427"/>
                <a:gd name="connsiteY5" fmla="*/ 9372 h 17252"/>
                <a:gd name="connsiteX6" fmla="*/ 3000 w 12427"/>
                <a:gd name="connsiteY6" fmla="*/ 14484 h 17252"/>
                <a:gd name="connsiteX7" fmla="*/ 7500 w 12427"/>
                <a:gd name="connsiteY7" fmla="*/ 17253 h 17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427" h="17252">
                  <a:moveTo>
                    <a:pt x="7500" y="17253"/>
                  </a:moveTo>
                  <a:cubicBezTo>
                    <a:pt x="7714" y="15336"/>
                    <a:pt x="8142" y="13845"/>
                    <a:pt x="8142" y="11928"/>
                  </a:cubicBezTo>
                  <a:cubicBezTo>
                    <a:pt x="8142" y="11928"/>
                    <a:pt x="9857" y="10437"/>
                    <a:pt x="12428" y="7668"/>
                  </a:cubicBezTo>
                  <a:cubicBezTo>
                    <a:pt x="10928" y="5112"/>
                    <a:pt x="9428" y="2557"/>
                    <a:pt x="7928" y="0"/>
                  </a:cubicBezTo>
                  <a:cubicBezTo>
                    <a:pt x="4714" y="3408"/>
                    <a:pt x="2571" y="5538"/>
                    <a:pt x="2357" y="5538"/>
                  </a:cubicBezTo>
                  <a:cubicBezTo>
                    <a:pt x="1071" y="6603"/>
                    <a:pt x="429" y="8094"/>
                    <a:pt x="0" y="9372"/>
                  </a:cubicBezTo>
                  <a:cubicBezTo>
                    <a:pt x="1071" y="11076"/>
                    <a:pt x="2143" y="12780"/>
                    <a:pt x="3000" y="14484"/>
                  </a:cubicBezTo>
                  <a:cubicBezTo>
                    <a:pt x="4071" y="16401"/>
                    <a:pt x="5785" y="17040"/>
                    <a:pt x="7500" y="17253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3" name="任意多边形: 形状 322"/>
            <p:cNvSpPr/>
            <p:nvPr/>
          </p:nvSpPr>
          <p:spPr>
            <a:xfrm>
              <a:off x="4637244" y="6344775"/>
              <a:ext cx="1285" cy="852"/>
            </a:xfrm>
            <a:custGeom>
              <a:avLst/>
              <a:gdLst>
                <a:gd name="connsiteX0" fmla="*/ 0 w 1285"/>
                <a:gd name="connsiteY0" fmla="*/ 0 h 852"/>
                <a:gd name="connsiteX1" fmla="*/ 1286 w 1285"/>
                <a:gd name="connsiteY1" fmla="*/ 852 h 852"/>
                <a:gd name="connsiteX2" fmla="*/ 1071 w 1285"/>
                <a:gd name="connsiteY2" fmla="*/ 426 h 852"/>
                <a:gd name="connsiteX3" fmla="*/ 0 w 1285"/>
                <a:gd name="connsiteY3" fmla="*/ 0 h 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5" h="852">
                  <a:moveTo>
                    <a:pt x="0" y="0"/>
                  </a:moveTo>
                  <a:cubicBezTo>
                    <a:pt x="429" y="213"/>
                    <a:pt x="857" y="426"/>
                    <a:pt x="1286" y="852"/>
                  </a:cubicBezTo>
                  <a:cubicBezTo>
                    <a:pt x="1286" y="639"/>
                    <a:pt x="1071" y="426"/>
                    <a:pt x="1071" y="426"/>
                  </a:cubicBezTo>
                  <a:cubicBezTo>
                    <a:pt x="643" y="0"/>
                    <a:pt x="214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4" name="任意多边形: 形状 323"/>
            <p:cNvSpPr/>
            <p:nvPr/>
          </p:nvSpPr>
          <p:spPr>
            <a:xfrm>
              <a:off x="4638102" y="6344988"/>
              <a:ext cx="7927" cy="5750"/>
            </a:xfrm>
            <a:custGeom>
              <a:avLst/>
              <a:gdLst>
                <a:gd name="connsiteX0" fmla="*/ 7071 w 7927"/>
                <a:gd name="connsiteY0" fmla="*/ 2129 h 5750"/>
                <a:gd name="connsiteX1" fmla="*/ 4500 w 7927"/>
                <a:gd name="connsiteY1" fmla="*/ 1278 h 5750"/>
                <a:gd name="connsiteX2" fmla="*/ 0 w 7927"/>
                <a:gd name="connsiteY2" fmla="*/ 0 h 5750"/>
                <a:gd name="connsiteX3" fmla="*/ 214 w 7927"/>
                <a:gd name="connsiteY3" fmla="*/ 426 h 5750"/>
                <a:gd name="connsiteX4" fmla="*/ 7928 w 7927"/>
                <a:gd name="connsiteY4" fmla="*/ 5751 h 5750"/>
                <a:gd name="connsiteX5" fmla="*/ 7071 w 7927"/>
                <a:gd name="connsiteY5" fmla="*/ 2129 h 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27" h="5750">
                  <a:moveTo>
                    <a:pt x="7071" y="2129"/>
                  </a:moveTo>
                  <a:cubicBezTo>
                    <a:pt x="6214" y="1704"/>
                    <a:pt x="5357" y="1490"/>
                    <a:pt x="4500" y="1278"/>
                  </a:cubicBezTo>
                  <a:cubicBezTo>
                    <a:pt x="3000" y="852"/>
                    <a:pt x="1500" y="426"/>
                    <a:pt x="0" y="0"/>
                  </a:cubicBezTo>
                  <a:cubicBezTo>
                    <a:pt x="0" y="213"/>
                    <a:pt x="214" y="426"/>
                    <a:pt x="214" y="426"/>
                  </a:cubicBezTo>
                  <a:cubicBezTo>
                    <a:pt x="2785" y="2129"/>
                    <a:pt x="5357" y="3834"/>
                    <a:pt x="7928" y="5751"/>
                  </a:cubicBezTo>
                  <a:cubicBezTo>
                    <a:pt x="7285" y="4473"/>
                    <a:pt x="6856" y="3195"/>
                    <a:pt x="7071" y="2129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5" name="任意多边形: 形状 324"/>
            <p:cNvSpPr/>
            <p:nvPr/>
          </p:nvSpPr>
          <p:spPr>
            <a:xfrm>
              <a:off x="4662957" y="6351591"/>
              <a:ext cx="83994" cy="41108"/>
            </a:xfrm>
            <a:custGeom>
              <a:avLst/>
              <a:gdLst>
                <a:gd name="connsiteX0" fmla="*/ 12428 w 83994"/>
                <a:gd name="connsiteY0" fmla="*/ 8093 h 41108"/>
                <a:gd name="connsiteX1" fmla="*/ 83994 w 83994"/>
                <a:gd name="connsiteY1" fmla="*/ 41108 h 41108"/>
                <a:gd name="connsiteX2" fmla="*/ 49282 w 83994"/>
                <a:gd name="connsiteY2" fmla="*/ 21300 h 41108"/>
                <a:gd name="connsiteX3" fmla="*/ 16070 w 83994"/>
                <a:gd name="connsiteY3" fmla="*/ 8732 h 41108"/>
                <a:gd name="connsiteX4" fmla="*/ 12642 w 83994"/>
                <a:gd name="connsiteY4" fmla="*/ 3195 h 41108"/>
                <a:gd name="connsiteX5" fmla="*/ 0 w 83994"/>
                <a:gd name="connsiteY5" fmla="*/ 0 h 41108"/>
                <a:gd name="connsiteX6" fmla="*/ 2357 w 83994"/>
                <a:gd name="connsiteY6" fmla="*/ 2343 h 41108"/>
                <a:gd name="connsiteX7" fmla="*/ 3643 w 83994"/>
                <a:gd name="connsiteY7" fmla="*/ 2556 h 41108"/>
                <a:gd name="connsiteX8" fmla="*/ 12428 w 83994"/>
                <a:gd name="connsiteY8" fmla="*/ 8093 h 41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994" h="41108">
                  <a:moveTo>
                    <a:pt x="12428" y="8093"/>
                  </a:moveTo>
                  <a:cubicBezTo>
                    <a:pt x="36426" y="18531"/>
                    <a:pt x="60210" y="29393"/>
                    <a:pt x="83994" y="41108"/>
                  </a:cubicBezTo>
                  <a:cubicBezTo>
                    <a:pt x="72424" y="34292"/>
                    <a:pt x="60853" y="27689"/>
                    <a:pt x="49282" y="21300"/>
                  </a:cubicBezTo>
                  <a:cubicBezTo>
                    <a:pt x="38140" y="17040"/>
                    <a:pt x="26998" y="13206"/>
                    <a:pt x="16070" y="8732"/>
                  </a:cubicBezTo>
                  <a:cubicBezTo>
                    <a:pt x="13499" y="7668"/>
                    <a:pt x="12642" y="5537"/>
                    <a:pt x="12642" y="3195"/>
                  </a:cubicBezTo>
                  <a:cubicBezTo>
                    <a:pt x="8357" y="2343"/>
                    <a:pt x="4286" y="1065"/>
                    <a:pt x="0" y="0"/>
                  </a:cubicBezTo>
                  <a:cubicBezTo>
                    <a:pt x="857" y="852"/>
                    <a:pt x="1714" y="1490"/>
                    <a:pt x="2357" y="2343"/>
                  </a:cubicBezTo>
                  <a:cubicBezTo>
                    <a:pt x="2786" y="2556"/>
                    <a:pt x="3214" y="2343"/>
                    <a:pt x="3643" y="2556"/>
                  </a:cubicBezTo>
                  <a:cubicBezTo>
                    <a:pt x="6642" y="4047"/>
                    <a:pt x="9428" y="6176"/>
                    <a:pt x="12428" y="8093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6" name="任意多边形: 形状 325"/>
            <p:cNvSpPr/>
            <p:nvPr/>
          </p:nvSpPr>
          <p:spPr>
            <a:xfrm>
              <a:off x="4595795" y="6319573"/>
              <a:ext cx="20879" cy="15616"/>
            </a:xfrm>
            <a:custGeom>
              <a:avLst/>
              <a:gdLst>
                <a:gd name="connsiteX0" fmla="*/ 14666 w 20879"/>
                <a:gd name="connsiteY0" fmla="*/ 10291 h 15616"/>
                <a:gd name="connsiteX1" fmla="*/ 5452 w 20879"/>
                <a:gd name="connsiteY1" fmla="*/ 5819 h 15616"/>
                <a:gd name="connsiteX2" fmla="*/ 16380 w 20879"/>
                <a:gd name="connsiteY2" fmla="*/ 7736 h 15616"/>
                <a:gd name="connsiteX3" fmla="*/ 20880 w 20879"/>
                <a:gd name="connsiteY3" fmla="*/ 6458 h 15616"/>
                <a:gd name="connsiteX4" fmla="*/ 7166 w 20879"/>
                <a:gd name="connsiteY4" fmla="*/ 281 h 15616"/>
                <a:gd name="connsiteX5" fmla="*/ 309 w 20879"/>
                <a:gd name="connsiteY5" fmla="*/ 3902 h 15616"/>
                <a:gd name="connsiteX6" fmla="*/ 95 w 20879"/>
                <a:gd name="connsiteY6" fmla="*/ 4967 h 15616"/>
                <a:gd name="connsiteX7" fmla="*/ 95 w 20879"/>
                <a:gd name="connsiteY7" fmla="*/ 6883 h 15616"/>
                <a:gd name="connsiteX8" fmla="*/ 952 w 20879"/>
                <a:gd name="connsiteY8" fmla="*/ 9227 h 15616"/>
                <a:gd name="connsiteX9" fmla="*/ 3523 w 20879"/>
                <a:gd name="connsiteY9" fmla="*/ 11569 h 15616"/>
                <a:gd name="connsiteX10" fmla="*/ 14880 w 20879"/>
                <a:gd name="connsiteY10" fmla="*/ 15616 h 15616"/>
                <a:gd name="connsiteX11" fmla="*/ 14666 w 20879"/>
                <a:gd name="connsiteY11" fmla="*/ 10291 h 1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879" h="15616">
                  <a:moveTo>
                    <a:pt x="14666" y="10291"/>
                  </a:moveTo>
                  <a:cubicBezTo>
                    <a:pt x="11666" y="8800"/>
                    <a:pt x="8666" y="7310"/>
                    <a:pt x="5452" y="5819"/>
                  </a:cubicBezTo>
                  <a:cubicBezTo>
                    <a:pt x="5452" y="5819"/>
                    <a:pt x="9309" y="6671"/>
                    <a:pt x="16380" y="7736"/>
                  </a:cubicBezTo>
                  <a:cubicBezTo>
                    <a:pt x="17451" y="6671"/>
                    <a:pt x="18951" y="6244"/>
                    <a:pt x="20880" y="6458"/>
                  </a:cubicBezTo>
                  <a:cubicBezTo>
                    <a:pt x="16380" y="4541"/>
                    <a:pt x="11880" y="2197"/>
                    <a:pt x="7166" y="281"/>
                  </a:cubicBezTo>
                  <a:cubicBezTo>
                    <a:pt x="3738" y="-784"/>
                    <a:pt x="1166" y="1346"/>
                    <a:pt x="309" y="3902"/>
                  </a:cubicBezTo>
                  <a:cubicBezTo>
                    <a:pt x="309" y="4328"/>
                    <a:pt x="309" y="4541"/>
                    <a:pt x="95" y="4967"/>
                  </a:cubicBezTo>
                  <a:cubicBezTo>
                    <a:pt x="-119" y="5606"/>
                    <a:pt x="95" y="6244"/>
                    <a:pt x="95" y="6883"/>
                  </a:cubicBezTo>
                  <a:cubicBezTo>
                    <a:pt x="309" y="7736"/>
                    <a:pt x="524" y="8375"/>
                    <a:pt x="952" y="9227"/>
                  </a:cubicBezTo>
                  <a:cubicBezTo>
                    <a:pt x="1595" y="10079"/>
                    <a:pt x="2238" y="11144"/>
                    <a:pt x="3523" y="11569"/>
                  </a:cubicBezTo>
                  <a:cubicBezTo>
                    <a:pt x="7380" y="12847"/>
                    <a:pt x="11023" y="14338"/>
                    <a:pt x="14880" y="15616"/>
                  </a:cubicBezTo>
                  <a:cubicBezTo>
                    <a:pt x="14237" y="13913"/>
                    <a:pt x="14023" y="12208"/>
                    <a:pt x="14666" y="10291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7" name="任意多边形: 形状 326"/>
            <p:cNvSpPr/>
            <p:nvPr/>
          </p:nvSpPr>
          <p:spPr>
            <a:xfrm>
              <a:off x="4601461" y="6325392"/>
              <a:ext cx="10927" cy="4472"/>
            </a:xfrm>
            <a:custGeom>
              <a:avLst/>
              <a:gdLst>
                <a:gd name="connsiteX0" fmla="*/ 0 w 10927"/>
                <a:gd name="connsiteY0" fmla="*/ 0 h 4472"/>
                <a:gd name="connsiteX1" fmla="*/ 9213 w 10927"/>
                <a:gd name="connsiteY1" fmla="*/ 4473 h 4472"/>
                <a:gd name="connsiteX2" fmla="*/ 10928 w 10927"/>
                <a:gd name="connsiteY2" fmla="*/ 1917 h 4472"/>
                <a:gd name="connsiteX3" fmla="*/ 0 w 10927"/>
                <a:gd name="connsiteY3" fmla="*/ 0 h 4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27" h="4472">
                  <a:moveTo>
                    <a:pt x="0" y="0"/>
                  </a:moveTo>
                  <a:cubicBezTo>
                    <a:pt x="3000" y="1491"/>
                    <a:pt x="6000" y="2982"/>
                    <a:pt x="9213" y="4473"/>
                  </a:cubicBezTo>
                  <a:cubicBezTo>
                    <a:pt x="9642" y="3408"/>
                    <a:pt x="10285" y="2769"/>
                    <a:pt x="10928" y="1917"/>
                  </a:cubicBezTo>
                  <a:cubicBezTo>
                    <a:pt x="3857" y="106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8" name="任意多边形: 形状 327"/>
            <p:cNvSpPr/>
            <p:nvPr/>
          </p:nvSpPr>
          <p:spPr>
            <a:xfrm>
              <a:off x="4642815" y="6346053"/>
              <a:ext cx="2785" cy="852"/>
            </a:xfrm>
            <a:custGeom>
              <a:avLst/>
              <a:gdLst>
                <a:gd name="connsiteX0" fmla="*/ 0 w 2785"/>
                <a:gd name="connsiteY0" fmla="*/ 0 h 852"/>
                <a:gd name="connsiteX1" fmla="*/ 2571 w 2785"/>
                <a:gd name="connsiteY1" fmla="*/ 852 h 852"/>
                <a:gd name="connsiteX2" fmla="*/ 2786 w 2785"/>
                <a:gd name="connsiteY2" fmla="*/ 639 h 852"/>
                <a:gd name="connsiteX3" fmla="*/ 0 w 2785"/>
                <a:gd name="connsiteY3" fmla="*/ 0 h 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85" h="852">
                  <a:moveTo>
                    <a:pt x="0" y="0"/>
                  </a:moveTo>
                  <a:cubicBezTo>
                    <a:pt x="857" y="426"/>
                    <a:pt x="1714" y="639"/>
                    <a:pt x="2571" y="852"/>
                  </a:cubicBezTo>
                  <a:cubicBezTo>
                    <a:pt x="2571" y="852"/>
                    <a:pt x="2571" y="639"/>
                    <a:pt x="2786" y="639"/>
                  </a:cubicBezTo>
                  <a:cubicBezTo>
                    <a:pt x="1714" y="426"/>
                    <a:pt x="857" y="21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9" name="任意多边形: 形状 328"/>
            <p:cNvSpPr/>
            <p:nvPr/>
          </p:nvSpPr>
          <p:spPr>
            <a:xfrm>
              <a:off x="4675599" y="6354573"/>
              <a:ext cx="36640" cy="18104"/>
            </a:xfrm>
            <a:custGeom>
              <a:avLst/>
              <a:gdLst>
                <a:gd name="connsiteX0" fmla="*/ 0 w 36640"/>
                <a:gd name="connsiteY0" fmla="*/ 0 h 18104"/>
                <a:gd name="connsiteX1" fmla="*/ 3428 w 36640"/>
                <a:gd name="connsiteY1" fmla="*/ 5538 h 18104"/>
                <a:gd name="connsiteX2" fmla="*/ 36640 w 36640"/>
                <a:gd name="connsiteY2" fmla="*/ 18105 h 18104"/>
                <a:gd name="connsiteX3" fmla="*/ 3000 w 36640"/>
                <a:gd name="connsiteY3" fmla="*/ 426 h 18104"/>
                <a:gd name="connsiteX4" fmla="*/ 0 w 36640"/>
                <a:gd name="connsiteY4" fmla="*/ 0 h 18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40" h="18104">
                  <a:moveTo>
                    <a:pt x="0" y="0"/>
                  </a:moveTo>
                  <a:cubicBezTo>
                    <a:pt x="0" y="2130"/>
                    <a:pt x="857" y="4473"/>
                    <a:pt x="3428" y="5538"/>
                  </a:cubicBezTo>
                  <a:cubicBezTo>
                    <a:pt x="14356" y="10011"/>
                    <a:pt x="25498" y="14058"/>
                    <a:pt x="36640" y="18105"/>
                  </a:cubicBezTo>
                  <a:cubicBezTo>
                    <a:pt x="25498" y="12141"/>
                    <a:pt x="14356" y="6177"/>
                    <a:pt x="3000" y="426"/>
                  </a:cubicBezTo>
                  <a:cubicBezTo>
                    <a:pt x="1928" y="426"/>
                    <a:pt x="857" y="21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0" name="任意多边形: 形状 329"/>
            <p:cNvSpPr/>
            <p:nvPr/>
          </p:nvSpPr>
          <p:spPr>
            <a:xfrm>
              <a:off x="4619460" y="6337959"/>
              <a:ext cx="7928" cy="4047"/>
            </a:xfrm>
            <a:custGeom>
              <a:avLst/>
              <a:gdLst>
                <a:gd name="connsiteX0" fmla="*/ 643 w 7928"/>
                <a:gd name="connsiteY0" fmla="*/ 213 h 4047"/>
                <a:gd name="connsiteX1" fmla="*/ 0 w 7928"/>
                <a:gd name="connsiteY1" fmla="*/ 0 h 4047"/>
                <a:gd name="connsiteX2" fmla="*/ 3428 w 7928"/>
                <a:gd name="connsiteY2" fmla="*/ 2982 h 4047"/>
                <a:gd name="connsiteX3" fmla="*/ 7928 w 7928"/>
                <a:gd name="connsiteY3" fmla="*/ 4047 h 4047"/>
                <a:gd name="connsiteX4" fmla="*/ 7071 w 7928"/>
                <a:gd name="connsiteY4" fmla="*/ 2343 h 4047"/>
                <a:gd name="connsiteX5" fmla="*/ 643 w 7928"/>
                <a:gd name="connsiteY5" fmla="*/ 213 h 4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28" h="4047">
                  <a:moveTo>
                    <a:pt x="643" y="213"/>
                  </a:moveTo>
                  <a:cubicBezTo>
                    <a:pt x="429" y="213"/>
                    <a:pt x="214" y="213"/>
                    <a:pt x="0" y="0"/>
                  </a:cubicBezTo>
                  <a:cubicBezTo>
                    <a:pt x="643" y="1278"/>
                    <a:pt x="1714" y="2343"/>
                    <a:pt x="3428" y="2982"/>
                  </a:cubicBezTo>
                  <a:cubicBezTo>
                    <a:pt x="4928" y="3408"/>
                    <a:pt x="6428" y="3621"/>
                    <a:pt x="7928" y="4047"/>
                  </a:cubicBezTo>
                  <a:cubicBezTo>
                    <a:pt x="7714" y="3408"/>
                    <a:pt x="7285" y="2769"/>
                    <a:pt x="7071" y="2343"/>
                  </a:cubicBezTo>
                  <a:cubicBezTo>
                    <a:pt x="4714" y="1704"/>
                    <a:pt x="2571" y="852"/>
                    <a:pt x="643" y="213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1" name="任意多边形: 形状 330"/>
            <p:cNvSpPr/>
            <p:nvPr/>
          </p:nvSpPr>
          <p:spPr>
            <a:xfrm>
              <a:off x="4626317" y="6340302"/>
              <a:ext cx="10927" cy="4259"/>
            </a:xfrm>
            <a:custGeom>
              <a:avLst/>
              <a:gdLst>
                <a:gd name="connsiteX0" fmla="*/ 0 w 10927"/>
                <a:gd name="connsiteY0" fmla="*/ 0 h 4259"/>
                <a:gd name="connsiteX1" fmla="*/ 857 w 10927"/>
                <a:gd name="connsiteY1" fmla="*/ 1704 h 4259"/>
                <a:gd name="connsiteX2" fmla="*/ 10928 w 10927"/>
                <a:gd name="connsiteY2" fmla="*/ 4260 h 4259"/>
                <a:gd name="connsiteX3" fmla="*/ 9213 w 10927"/>
                <a:gd name="connsiteY3" fmla="*/ 3195 h 4259"/>
                <a:gd name="connsiteX4" fmla="*/ 0 w 10927"/>
                <a:gd name="connsiteY4" fmla="*/ 0 h 4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27" h="4259">
                  <a:moveTo>
                    <a:pt x="0" y="0"/>
                  </a:moveTo>
                  <a:cubicBezTo>
                    <a:pt x="214" y="639"/>
                    <a:pt x="643" y="1278"/>
                    <a:pt x="857" y="1704"/>
                  </a:cubicBezTo>
                  <a:cubicBezTo>
                    <a:pt x="4071" y="2556"/>
                    <a:pt x="7499" y="3407"/>
                    <a:pt x="10928" y="4260"/>
                  </a:cubicBezTo>
                  <a:cubicBezTo>
                    <a:pt x="10285" y="3834"/>
                    <a:pt x="9642" y="3407"/>
                    <a:pt x="9213" y="3195"/>
                  </a:cubicBezTo>
                  <a:cubicBezTo>
                    <a:pt x="6000" y="2129"/>
                    <a:pt x="3000" y="106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2" name="任意多边形: 形状 331"/>
            <p:cNvSpPr/>
            <p:nvPr/>
          </p:nvSpPr>
          <p:spPr>
            <a:xfrm>
              <a:off x="4635316" y="6343497"/>
              <a:ext cx="2785" cy="1277"/>
            </a:xfrm>
            <a:custGeom>
              <a:avLst/>
              <a:gdLst>
                <a:gd name="connsiteX0" fmla="*/ 2571 w 2785"/>
                <a:gd name="connsiteY0" fmla="*/ 852 h 1277"/>
                <a:gd name="connsiteX1" fmla="*/ 0 w 2785"/>
                <a:gd name="connsiteY1" fmla="*/ 0 h 1277"/>
                <a:gd name="connsiteX2" fmla="*/ 1714 w 2785"/>
                <a:gd name="connsiteY2" fmla="*/ 1065 h 1277"/>
                <a:gd name="connsiteX3" fmla="*/ 2786 w 2785"/>
                <a:gd name="connsiteY3" fmla="*/ 1278 h 1277"/>
                <a:gd name="connsiteX4" fmla="*/ 2571 w 2785"/>
                <a:gd name="connsiteY4" fmla="*/ 852 h 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5" h="1277">
                  <a:moveTo>
                    <a:pt x="2571" y="852"/>
                  </a:moveTo>
                  <a:cubicBezTo>
                    <a:pt x="1714" y="639"/>
                    <a:pt x="857" y="213"/>
                    <a:pt x="0" y="0"/>
                  </a:cubicBezTo>
                  <a:cubicBezTo>
                    <a:pt x="643" y="426"/>
                    <a:pt x="1286" y="852"/>
                    <a:pt x="1714" y="1065"/>
                  </a:cubicBezTo>
                  <a:cubicBezTo>
                    <a:pt x="1928" y="1065"/>
                    <a:pt x="2357" y="1278"/>
                    <a:pt x="2786" y="1278"/>
                  </a:cubicBezTo>
                  <a:cubicBezTo>
                    <a:pt x="2786" y="1278"/>
                    <a:pt x="2786" y="1065"/>
                    <a:pt x="2571" y="852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3" name="任意多边形: 形状 332"/>
            <p:cNvSpPr/>
            <p:nvPr/>
          </p:nvSpPr>
          <p:spPr>
            <a:xfrm>
              <a:off x="4637887" y="6344562"/>
              <a:ext cx="4713" cy="1704"/>
            </a:xfrm>
            <a:custGeom>
              <a:avLst/>
              <a:gdLst>
                <a:gd name="connsiteX0" fmla="*/ 214 w 4713"/>
                <a:gd name="connsiteY0" fmla="*/ 426 h 1704"/>
                <a:gd name="connsiteX1" fmla="*/ 4714 w 4713"/>
                <a:gd name="connsiteY1" fmla="*/ 1704 h 1704"/>
                <a:gd name="connsiteX2" fmla="*/ 0 w 4713"/>
                <a:gd name="connsiteY2" fmla="*/ 0 h 1704"/>
                <a:gd name="connsiteX3" fmla="*/ 214 w 4713"/>
                <a:gd name="connsiteY3" fmla="*/ 426 h 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13" h="1704">
                  <a:moveTo>
                    <a:pt x="214" y="426"/>
                  </a:moveTo>
                  <a:cubicBezTo>
                    <a:pt x="1714" y="852"/>
                    <a:pt x="3214" y="1278"/>
                    <a:pt x="4714" y="1704"/>
                  </a:cubicBezTo>
                  <a:cubicBezTo>
                    <a:pt x="3214" y="1065"/>
                    <a:pt x="1500" y="639"/>
                    <a:pt x="0" y="0"/>
                  </a:cubicBezTo>
                  <a:cubicBezTo>
                    <a:pt x="214" y="0"/>
                    <a:pt x="214" y="213"/>
                    <a:pt x="214" y="426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4" name="任意多边形: 形状 333"/>
            <p:cNvSpPr/>
            <p:nvPr/>
          </p:nvSpPr>
          <p:spPr>
            <a:xfrm>
              <a:off x="4652672" y="6342858"/>
              <a:ext cx="22712" cy="11501"/>
            </a:xfrm>
            <a:custGeom>
              <a:avLst/>
              <a:gdLst>
                <a:gd name="connsiteX0" fmla="*/ 22713 w 22712"/>
                <a:gd name="connsiteY0" fmla="*/ 10650 h 11501"/>
                <a:gd name="connsiteX1" fmla="*/ 1714 w 22712"/>
                <a:gd name="connsiteY1" fmla="*/ 213 h 11501"/>
                <a:gd name="connsiteX2" fmla="*/ 0 w 22712"/>
                <a:gd name="connsiteY2" fmla="*/ 0 h 11501"/>
                <a:gd name="connsiteX3" fmla="*/ 2357 w 22712"/>
                <a:gd name="connsiteY3" fmla="*/ 852 h 11501"/>
                <a:gd name="connsiteX4" fmla="*/ 10071 w 22712"/>
                <a:gd name="connsiteY4" fmla="*/ 8307 h 11501"/>
                <a:gd name="connsiteX5" fmla="*/ 22713 w 22712"/>
                <a:gd name="connsiteY5" fmla="*/ 11501 h 11501"/>
                <a:gd name="connsiteX6" fmla="*/ 22713 w 22712"/>
                <a:gd name="connsiteY6" fmla="*/ 10650 h 1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712" h="11501">
                  <a:moveTo>
                    <a:pt x="22713" y="10650"/>
                  </a:moveTo>
                  <a:cubicBezTo>
                    <a:pt x="15642" y="7242"/>
                    <a:pt x="8785" y="3621"/>
                    <a:pt x="1714" y="213"/>
                  </a:cubicBezTo>
                  <a:cubicBezTo>
                    <a:pt x="1071" y="213"/>
                    <a:pt x="429" y="0"/>
                    <a:pt x="0" y="0"/>
                  </a:cubicBezTo>
                  <a:cubicBezTo>
                    <a:pt x="857" y="213"/>
                    <a:pt x="1714" y="213"/>
                    <a:pt x="2357" y="852"/>
                  </a:cubicBezTo>
                  <a:cubicBezTo>
                    <a:pt x="5143" y="3195"/>
                    <a:pt x="7500" y="5751"/>
                    <a:pt x="10071" y="8307"/>
                  </a:cubicBezTo>
                  <a:cubicBezTo>
                    <a:pt x="14356" y="9372"/>
                    <a:pt x="18427" y="10650"/>
                    <a:pt x="22713" y="11501"/>
                  </a:cubicBezTo>
                  <a:cubicBezTo>
                    <a:pt x="22713" y="11289"/>
                    <a:pt x="22713" y="11076"/>
                    <a:pt x="22713" y="1065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5" name="任意多边形: 形状 334"/>
            <p:cNvSpPr/>
            <p:nvPr/>
          </p:nvSpPr>
          <p:spPr>
            <a:xfrm>
              <a:off x="4649511" y="6342698"/>
              <a:ext cx="160" cy="159"/>
            </a:xfrm>
            <a:custGeom>
              <a:avLst/>
              <a:gdLst>
                <a:gd name="connsiteX0" fmla="*/ 161 w 160"/>
                <a:gd name="connsiteY0" fmla="*/ 160 h 159"/>
                <a:gd name="connsiteX1" fmla="*/ 161 w 160"/>
                <a:gd name="connsiteY1" fmla="*/ 160 h 159"/>
                <a:gd name="connsiteX2" fmla="*/ 161 w 160"/>
                <a:gd name="connsiteY2" fmla="*/ 160 h 159"/>
                <a:gd name="connsiteX3" fmla="*/ 161 w 160"/>
                <a:gd name="connsiteY3" fmla="*/ 160 h 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" h="159">
                  <a:moveTo>
                    <a:pt x="161" y="160"/>
                  </a:moveTo>
                  <a:cubicBezTo>
                    <a:pt x="161" y="160"/>
                    <a:pt x="161" y="160"/>
                    <a:pt x="161" y="160"/>
                  </a:cubicBezTo>
                  <a:cubicBezTo>
                    <a:pt x="161" y="-53"/>
                    <a:pt x="-54" y="-53"/>
                    <a:pt x="161" y="160"/>
                  </a:cubicBezTo>
                  <a:cubicBezTo>
                    <a:pt x="-54" y="160"/>
                    <a:pt x="-54" y="160"/>
                    <a:pt x="161" y="16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6" name="任意多边形: 形状 335"/>
            <p:cNvSpPr/>
            <p:nvPr/>
          </p:nvSpPr>
          <p:spPr>
            <a:xfrm>
              <a:off x="4620103" y="6338172"/>
              <a:ext cx="6428" cy="2342"/>
            </a:xfrm>
            <a:custGeom>
              <a:avLst/>
              <a:gdLst>
                <a:gd name="connsiteX0" fmla="*/ 0 w 6428"/>
                <a:gd name="connsiteY0" fmla="*/ 0 h 2342"/>
                <a:gd name="connsiteX1" fmla="*/ 6428 w 6428"/>
                <a:gd name="connsiteY1" fmla="*/ 2343 h 2342"/>
                <a:gd name="connsiteX2" fmla="*/ 5785 w 6428"/>
                <a:gd name="connsiteY2" fmla="*/ 1065 h 2342"/>
                <a:gd name="connsiteX3" fmla="*/ 0 w 6428"/>
                <a:gd name="connsiteY3" fmla="*/ 0 h 2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8" h="2342">
                  <a:moveTo>
                    <a:pt x="0" y="0"/>
                  </a:moveTo>
                  <a:cubicBezTo>
                    <a:pt x="2143" y="639"/>
                    <a:pt x="4286" y="1491"/>
                    <a:pt x="6428" y="2343"/>
                  </a:cubicBezTo>
                  <a:cubicBezTo>
                    <a:pt x="6214" y="1917"/>
                    <a:pt x="6000" y="1491"/>
                    <a:pt x="5785" y="1065"/>
                  </a:cubicBezTo>
                  <a:cubicBezTo>
                    <a:pt x="3643" y="639"/>
                    <a:pt x="1714" y="21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7" name="任意多边形: 形状 336"/>
            <p:cNvSpPr/>
            <p:nvPr/>
          </p:nvSpPr>
          <p:spPr>
            <a:xfrm>
              <a:off x="4625674" y="6339024"/>
              <a:ext cx="9642" cy="4473"/>
            </a:xfrm>
            <a:custGeom>
              <a:avLst/>
              <a:gdLst>
                <a:gd name="connsiteX0" fmla="*/ 0 w 9642"/>
                <a:gd name="connsiteY0" fmla="*/ 0 h 4473"/>
                <a:gd name="connsiteX1" fmla="*/ 643 w 9642"/>
                <a:gd name="connsiteY1" fmla="*/ 1279 h 4473"/>
                <a:gd name="connsiteX2" fmla="*/ 9642 w 9642"/>
                <a:gd name="connsiteY2" fmla="*/ 4473 h 4473"/>
                <a:gd name="connsiteX3" fmla="*/ 3214 w 9642"/>
                <a:gd name="connsiteY3" fmla="*/ 640 h 4473"/>
                <a:gd name="connsiteX4" fmla="*/ 0 w 9642"/>
                <a:gd name="connsiteY4" fmla="*/ 0 h 4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42" h="4473">
                  <a:moveTo>
                    <a:pt x="0" y="0"/>
                  </a:moveTo>
                  <a:cubicBezTo>
                    <a:pt x="214" y="426"/>
                    <a:pt x="428" y="852"/>
                    <a:pt x="643" y="1279"/>
                  </a:cubicBezTo>
                  <a:cubicBezTo>
                    <a:pt x="3643" y="2343"/>
                    <a:pt x="6642" y="3408"/>
                    <a:pt x="9642" y="4473"/>
                  </a:cubicBezTo>
                  <a:cubicBezTo>
                    <a:pt x="7499" y="3195"/>
                    <a:pt x="5357" y="1918"/>
                    <a:pt x="3214" y="640"/>
                  </a:cubicBezTo>
                  <a:cubicBezTo>
                    <a:pt x="2143" y="426"/>
                    <a:pt x="1071" y="21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8" name="任意多边形: 形状 337"/>
            <p:cNvSpPr/>
            <p:nvPr/>
          </p:nvSpPr>
          <p:spPr>
            <a:xfrm>
              <a:off x="4646672" y="6342432"/>
              <a:ext cx="2785" cy="1277"/>
            </a:xfrm>
            <a:custGeom>
              <a:avLst/>
              <a:gdLst>
                <a:gd name="connsiteX0" fmla="*/ 2786 w 2785"/>
                <a:gd name="connsiteY0" fmla="*/ 213 h 1277"/>
                <a:gd name="connsiteX1" fmla="*/ 0 w 2785"/>
                <a:gd name="connsiteY1" fmla="*/ 0 h 1277"/>
                <a:gd name="connsiteX2" fmla="*/ 643 w 2785"/>
                <a:gd name="connsiteY2" fmla="*/ 1278 h 1277"/>
                <a:gd name="connsiteX3" fmla="*/ 2786 w 2785"/>
                <a:gd name="connsiteY3" fmla="*/ 213 h 1277"/>
                <a:gd name="connsiteX4" fmla="*/ 2786 w 2785"/>
                <a:gd name="connsiteY4" fmla="*/ 213 h 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5" h="1277">
                  <a:moveTo>
                    <a:pt x="2786" y="213"/>
                  </a:moveTo>
                  <a:cubicBezTo>
                    <a:pt x="1928" y="213"/>
                    <a:pt x="1071" y="0"/>
                    <a:pt x="0" y="0"/>
                  </a:cubicBezTo>
                  <a:cubicBezTo>
                    <a:pt x="214" y="426"/>
                    <a:pt x="429" y="852"/>
                    <a:pt x="643" y="1278"/>
                  </a:cubicBezTo>
                  <a:cubicBezTo>
                    <a:pt x="1500" y="852"/>
                    <a:pt x="2143" y="639"/>
                    <a:pt x="2786" y="213"/>
                  </a:cubicBezTo>
                  <a:cubicBezTo>
                    <a:pt x="2786" y="426"/>
                    <a:pt x="2786" y="426"/>
                    <a:pt x="2786" y="213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9" name="任意多边形: 形状 338"/>
            <p:cNvSpPr/>
            <p:nvPr/>
          </p:nvSpPr>
          <p:spPr>
            <a:xfrm>
              <a:off x="4628888" y="6339663"/>
              <a:ext cx="8999" cy="4685"/>
            </a:xfrm>
            <a:custGeom>
              <a:avLst/>
              <a:gdLst>
                <a:gd name="connsiteX0" fmla="*/ 0 w 8999"/>
                <a:gd name="connsiteY0" fmla="*/ 0 h 4685"/>
                <a:gd name="connsiteX1" fmla="*/ 6428 w 8999"/>
                <a:gd name="connsiteY1" fmla="*/ 3834 h 4685"/>
                <a:gd name="connsiteX2" fmla="*/ 8999 w 8999"/>
                <a:gd name="connsiteY2" fmla="*/ 4685 h 4685"/>
                <a:gd name="connsiteX3" fmla="*/ 7285 w 8999"/>
                <a:gd name="connsiteY3" fmla="*/ 1278 h 4685"/>
                <a:gd name="connsiteX4" fmla="*/ 0 w 8999"/>
                <a:gd name="connsiteY4" fmla="*/ 0 h 4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99" h="4685">
                  <a:moveTo>
                    <a:pt x="0" y="0"/>
                  </a:moveTo>
                  <a:cubicBezTo>
                    <a:pt x="2143" y="1278"/>
                    <a:pt x="4285" y="2556"/>
                    <a:pt x="6428" y="3834"/>
                  </a:cubicBezTo>
                  <a:cubicBezTo>
                    <a:pt x="7285" y="4046"/>
                    <a:pt x="8142" y="4473"/>
                    <a:pt x="8999" y="4685"/>
                  </a:cubicBezTo>
                  <a:cubicBezTo>
                    <a:pt x="8357" y="3621"/>
                    <a:pt x="7928" y="2343"/>
                    <a:pt x="7285" y="1278"/>
                  </a:cubicBezTo>
                  <a:cubicBezTo>
                    <a:pt x="4928" y="852"/>
                    <a:pt x="2357" y="42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0" name="任意多边形: 形状 339"/>
            <p:cNvSpPr/>
            <p:nvPr/>
          </p:nvSpPr>
          <p:spPr>
            <a:xfrm>
              <a:off x="4636173" y="6341154"/>
              <a:ext cx="11142" cy="5751"/>
            </a:xfrm>
            <a:custGeom>
              <a:avLst/>
              <a:gdLst>
                <a:gd name="connsiteX0" fmla="*/ 11142 w 11142"/>
                <a:gd name="connsiteY0" fmla="*/ 2769 h 5751"/>
                <a:gd name="connsiteX1" fmla="*/ 10499 w 11142"/>
                <a:gd name="connsiteY1" fmla="*/ 1491 h 5751"/>
                <a:gd name="connsiteX2" fmla="*/ 0 w 11142"/>
                <a:gd name="connsiteY2" fmla="*/ 0 h 5751"/>
                <a:gd name="connsiteX3" fmla="*/ 1714 w 11142"/>
                <a:gd name="connsiteY3" fmla="*/ 3408 h 5751"/>
                <a:gd name="connsiteX4" fmla="*/ 6428 w 11142"/>
                <a:gd name="connsiteY4" fmla="*/ 5112 h 5751"/>
                <a:gd name="connsiteX5" fmla="*/ 8999 w 11142"/>
                <a:gd name="connsiteY5" fmla="*/ 5751 h 5751"/>
                <a:gd name="connsiteX6" fmla="*/ 11142 w 11142"/>
                <a:gd name="connsiteY6" fmla="*/ 2769 h 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2" h="5751">
                  <a:moveTo>
                    <a:pt x="11142" y="2769"/>
                  </a:moveTo>
                  <a:cubicBezTo>
                    <a:pt x="10928" y="2343"/>
                    <a:pt x="10714" y="1917"/>
                    <a:pt x="10499" y="1491"/>
                  </a:cubicBezTo>
                  <a:cubicBezTo>
                    <a:pt x="7071" y="1065"/>
                    <a:pt x="3428" y="639"/>
                    <a:pt x="0" y="0"/>
                  </a:cubicBezTo>
                  <a:cubicBezTo>
                    <a:pt x="643" y="1065"/>
                    <a:pt x="1071" y="2343"/>
                    <a:pt x="1714" y="3408"/>
                  </a:cubicBezTo>
                  <a:cubicBezTo>
                    <a:pt x="3214" y="4047"/>
                    <a:pt x="4928" y="4473"/>
                    <a:pt x="6428" y="5112"/>
                  </a:cubicBezTo>
                  <a:cubicBezTo>
                    <a:pt x="7285" y="5325"/>
                    <a:pt x="8142" y="5538"/>
                    <a:pt x="8999" y="5751"/>
                  </a:cubicBezTo>
                  <a:cubicBezTo>
                    <a:pt x="9642" y="4473"/>
                    <a:pt x="10285" y="3408"/>
                    <a:pt x="11142" y="2769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1" name="任意多边形: 形状 340"/>
            <p:cNvSpPr/>
            <p:nvPr/>
          </p:nvSpPr>
          <p:spPr>
            <a:xfrm>
              <a:off x="4675384" y="6353508"/>
              <a:ext cx="2999" cy="1703"/>
            </a:xfrm>
            <a:custGeom>
              <a:avLst/>
              <a:gdLst>
                <a:gd name="connsiteX0" fmla="*/ 0 w 2999"/>
                <a:gd name="connsiteY0" fmla="*/ 0 h 1703"/>
                <a:gd name="connsiteX1" fmla="*/ 0 w 2999"/>
                <a:gd name="connsiteY1" fmla="*/ 1065 h 1703"/>
                <a:gd name="connsiteX2" fmla="*/ 3000 w 2999"/>
                <a:gd name="connsiteY2" fmla="*/ 1704 h 1703"/>
                <a:gd name="connsiteX3" fmla="*/ 0 w 2999"/>
                <a:gd name="connsiteY3" fmla="*/ 0 h 1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99" h="1703">
                  <a:moveTo>
                    <a:pt x="0" y="0"/>
                  </a:moveTo>
                  <a:cubicBezTo>
                    <a:pt x="0" y="426"/>
                    <a:pt x="0" y="639"/>
                    <a:pt x="0" y="1065"/>
                  </a:cubicBezTo>
                  <a:cubicBezTo>
                    <a:pt x="1071" y="1278"/>
                    <a:pt x="1928" y="1490"/>
                    <a:pt x="3000" y="1704"/>
                  </a:cubicBezTo>
                  <a:cubicBezTo>
                    <a:pt x="2143" y="1065"/>
                    <a:pt x="1071" y="639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2" name="任意多边形: 形状 341"/>
            <p:cNvSpPr/>
            <p:nvPr/>
          </p:nvSpPr>
          <p:spPr>
            <a:xfrm>
              <a:off x="4611103" y="6334977"/>
              <a:ext cx="8142" cy="2981"/>
            </a:xfrm>
            <a:custGeom>
              <a:avLst/>
              <a:gdLst>
                <a:gd name="connsiteX0" fmla="*/ 0 w 8142"/>
                <a:gd name="connsiteY0" fmla="*/ 0 h 2981"/>
                <a:gd name="connsiteX1" fmla="*/ 2786 w 8142"/>
                <a:gd name="connsiteY1" fmla="*/ 2129 h 2981"/>
                <a:gd name="connsiteX2" fmla="*/ 8142 w 8142"/>
                <a:gd name="connsiteY2" fmla="*/ 2982 h 2981"/>
                <a:gd name="connsiteX3" fmla="*/ 8142 w 8142"/>
                <a:gd name="connsiteY3" fmla="*/ 2768 h 2981"/>
                <a:gd name="connsiteX4" fmla="*/ 0 w 8142"/>
                <a:gd name="connsiteY4" fmla="*/ 0 h 2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2" h="2981">
                  <a:moveTo>
                    <a:pt x="0" y="0"/>
                  </a:moveTo>
                  <a:cubicBezTo>
                    <a:pt x="643" y="852"/>
                    <a:pt x="1286" y="1704"/>
                    <a:pt x="2786" y="2129"/>
                  </a:cubicBezTo>
                  <a:cubicBezTo>
                    <a:pt x="4500" y="2556"/>
                    <a:pt x="6428" y="2768"/>
                    <a:pt x="8142" y="2982"/>
                  </a:cubicBezTo>
                  <a:cubicBezTo>
                    <a:pt x="8142" y="2982"/>
                    <a:pt x="8142" y="2982"/>
                    <a:pt x="8142" y="2768"/>
                  </a:cubicBezTo>
                  <a:cubicBezTo>
                    <a:pt x="5357" y="1917"/>
                    <a:pt x="2786" y="85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3" name="任意多边形: 形状 342"/>
            <p:cNvSpPr/>
            <p:nvPr/>
          </p:nvSpPr>
          <p:spPr>
            <a:xfrm>
              <a:off x="4610099" y="6329865"/>
              <a:ext cx="9146" cy="7880"/>
            </a:xfrm>
            <a:custGeom>
              <a:avLst/>
              <a:gdLst>
                <a:gd name="connsiteX0" fmla="*/ 8933 w 9146"/>
                <a:gd name="connsiteY0" fmla="*/ 4473 h 7880"/>
                <a:gd name="connsiteX1" fmla="*/ 362 w 9146"/>
                <a:gd name="connsiteY1" fmla="*/ 0 h 7880"/>
                <a:gd name="connsiteX2" fmla="*/ 1004 w 9146"/>
                <a:gd name="connsiteY2" fmla="*/ 5112 h 7880"/>
                <a:gd name="connsiteX3" fmla="*/ 9147 w 9146"/>
                <a:gd name="connsiteY3" fmla="*/ 7881 h 7880"/>
                <a:gd name="connsiteX4" fmla="*/ 8933 w 9146"/>
                <a:gd name="connsiteY4" fmla="*/ 4473 h 7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6" h="7880">
                  <a:moveTo>
                    <a:pt x="8933" y="4473"/>
                  </a:moveTo>
                  <a:cubicBezTo>
                    <a:pt x="6147" y="2982"/>
                    <a:pt x="3147" y="1491"/>
                    <a:pt x="362" y="0"/>
                  </a:cubicBezTo>
                  <a:cubicBezTo>
                    <a:pt x="-281" y="1704"/>
                    <a:pt x="-67" y="3621"/>
                    <a:pt x="1004" y="5112"/>
                  </a:cubicBezTo>
                  <a:cubicBezTo>
                    <a:pt x="3790" y="5964"/>
                    <a:pt x="6361" y="7029"/>
                    <a:pt x="9147" y="7881"/>
                  </a:cubicBezTo>
                  <a:cubicBezTo>
                    <a:pt x="8718" y="6816"/>
                    <a:pt x="8718" y="5538"/>
                    <a:pt x="8933" y="4473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4" name="任意多边形: 形状 343"/>
            <p:cNvSpPr/>
            <p:nvPr/>
          </p:nvSpPr>
          <p:spPr>
            <a:xfrm>
              <a:off x="4612175" y="6326191"/>
              <a:ext cx="7927" cy="2396"/>
            </a:xfrm>
            <a:custGeom>
              <a:avLst/>
              <a:gdLst>
                <a:gd name="connsiteX0" fmla="*/ 7500 w 7927"/>
                <a:gd name="connsiteY0" fmla="*/ 1331 h 2396"/>
                <a:gd name="connsiteX1" fmla="*/ 4500 w 7927"/>
                <a:gd name="connsiteY1" fmla="*/ 53 h 2396"/>
                <a:gd name="connsiteX2" fmla="*/ 0 w 7927"/>
                <a:gd name="connsiteY2" fmla="*/ 1331 h 2396"/>
                <a:gd name="connsiteX3" fmla="*/ 7928 w 7927"/>
                <a:gd name="connsiteY3" fmla="*/ 2396 h 2396"/>
                <a:gd name="connsiteX4" fmla="*/ 7500 w 7927"/>
                <a:gd name="connsiteY4" fmla="*/ 1331 h 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27" h="2396">
                  <a:moveTo>
                    <a:pt x="7500" y="1331"/>
                  </a:moveTo>
                  <a:cubicBezTo>
                    <a:pt x="6428" y="905"/>
                    <a:pt x="5571" y="479"/>
                    <a:pt x="4500" y="53"/>
                  </a:cubicBezTo>
                  <a:cubicBezTo>
                    <a:pt x="2786" y="-160"/>
                    <a:pt x="1286" y="266"/>
                    <a:pt x="0" y="1331"/>
                  </a:cubicBezTo>
                  <a:cubicBezTo>
                    <a:pt x="2357" y="1757"/>
                    <a:pt x="4928" y="1970"/>
                    <a:pt x="7928" y="2396"/>
                  </a:cubicBezTo>
                  <a:cubicBezTo>
                    <a:pt x="7928" y="1970"/>
                    <a:pt x="7714" y="1544"/>
                    <a:pt x="7500" y="1331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5" name="任意多边形: 形状 344"/>
            <p:cNvSpPr/>
            <p:nvPr/>
          </p:nvSpPr>
          <p:spPr>
            <a:xfrm>
              <a:off x="4619674" y="6327522"/>
              <a:ext cx="2571" cy="1064"/>
            </a:xfrm>
            <a:custGeom>
              <a:avLst/>
              <a:gdLst>
                <a:gd name="connsiteX0" fmla="*/ 2571 w 2571"/>
                <a:gd name="connsiteY0" fmla="*/ 1065 h 1064"/>
                <a:gd name="connsiteX1" fmla="*/ 0 w 2571"/>
                <a:gd name="connsiteY1" fmla="*/ 0 h 1064"/>
                <a:gd name="connsiteX2" fmla="*/ 428 w 2571"/>
                <a:gd name="connsiteY2" fmla="*/ 852 h 1064"/>
                <a:gd name="connsiteX3" fmla="*/ 2571 w 2571"/>
                <a:gd name="connsiteY3" fmla="*/ 1065 h 1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1" h="1064">
                  <a:moveTo>
                    <a:pt x="2571" y="1065"/>
                  </a:moveTo>
                  <a:cubicBezTo>
                    <a:pt x="1714" y="639"/>
                    <a:pt x="857" y="213"/>
                    <a:pt x="0" y="0"/>
                  </a:cubicBezTo>
                  <a:cubicBezTo>
                    <a:pt x="214" y="213"/>
                    <a:pt x="214" y="639"/>
                    <a:pt x="428" y="852"/>
                  </a:cubicBezTo>
                  <a:cubicBezTo>
                    <a:pt x="1286" y="852"/>
                    <a:pt x="1928" y="1065"/>
                    <a:pt x="2571" y="1065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6" name="任意多边形: 形状 345"/>
            <p:cNvSpPr/>
            <p:nvPr/>
          </p:nvSpPr>
          <p:spPr>
            <a:xfrm>
              <a:off x="4610460" y="6327309"/>
              <a:ext cx="10927" cy="7029"/>
            </a:xfrm>
            <a:custGeom>
              <a:avLst/>
              <a:gdLst>
                <a:gd name="connsiteX0" fmla="*/ 10928 w 10927"/>
                <a:gd name="connsiteY0" fmla="*/ 3408 h 7029"/>
                <a:gd name="connsiteX1" fmla="*/ 9642 w 10927"/>
                <a:gd name="connsiteY1" fmla="*/ 1065 h 7029"/>
                <a:gd name="connsiteX2" fmla="*/ 1714 w 10927"/>
                <a:gd name="connsiteY2" fmla="*/ 0 h 7029"/>
                <a:gd name="connsiteX3" fmla="*/ 0 w 10927"/>
                <a:gd name="connsiteY3" fmla="*/ 2556 h 7029"/>
                <a:gd name="connsiteX4" fmla="*/ 8571 w 10927"/>
                <a:gd name="connsiteY4" fmla="*/ 7029 h 7029"/>
                <a:gd name="connsiteX5" fmla="*/ 10928 w 10927"/>
                <a:gd name="connsiteY5" fmla="*/ 3408 h 7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27" h="7029">
                  <a:moveTo>
                    <a:pt x="10928" y="3408"/>
                  </a:moveTo>
                  <a:cubicBezTo>
                    <a:pt x="10499" y="2556"/>
                    <a:pt x="10071" y="1917"/>
                    <a:pt x="9642" y="1065"/>
                  </a:cubicBezTo>
                  <a:cubicBezTo>
                    <a:pt x="6642" y="639"/>
                    <a:pt x="4071" y="426"/>
                    <a:pt x="1714" y="0"/>
                  </a:cubicBezTo>
                  <a:cubicBezTo>
                    <a:pt x="857" y="639"/>
                    <a:pt x="214" y="1491"/>
                    <a:pt x="0" y="2556"/>
                  </a:cubicBezTo>
                  <a:cubicBezTo>
                    <a:pt x="2786" y="4047"/>
                    <a:pt x="5785" y="5538"/>
                    <a:pt x="8571" y="7029"/>
                  </a:cubicBezTo>
                  <a:cubicBezTo>
                    <a:pt x="8999" y="5538"/>
                    <a:pt x="9857" y="4260"/>
                    <a:pt x="10928" y="3408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7" name="任意多边形: 形状 346"/>
            <p:cNvSpPr/>
            <p:nvPr/>
          </p:nvSpPr>
          <p:spPr>
            <a:xfrm>
              <a:off x="4620103" y="6328374"/>
              <a:ext cx="5142" cy="2343"/>
            </a:xfrm>
            <a:custGeom>
              <a:avLst/>
              <a:gdLst>
                <a:gd name="connsiteX0" fmla="*/ 1286 w 5142"/>
                <a:gd name="connsiteY0" fmla="*/ 2343 h 2343"/>
                <a:gd name="connsiteX1" fmla="*/ 5143 w 5142"/>
                <a:gd name="connsiteY1" fmla="*/ 1704 h 2343"/>
                <a:gd name="connsiteX2" fmla="*/ 1929 w 5142"/>
                <a:gd name="connsiteY2" fmla="*/ 213 h 2343"/>
                <a:gd name="connsiteX3" fmla="*/ 0 w 5142"/>
                <a:gd name="connsiteY3" fmla="*/ 0 h 2343"/>
                <a:gd name="connsiteX4" fmla="*/ 1286 w 5142"/>
                <a:gd name="connsiteY4" fmla="*/ 2343 h 2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2" h="2343">
                  <a:moveTo>
                    <a:pt x="1286" y="2343"/>
                  </a:moveTo>
                  <a:cubicBezTo>
                    <a:pt x="2357" y="1491"/>
                    <a:pt x="3643" y="1491"/>
                    <a:pt x="5143" y="1704"/>
                  </a:cubicBezTo>
                  <a:cubicBezTo>
                    <a:pt x="4071" y="1279"/>
                    <a:pt x="3000" y="852"/>
                    <a:pt x="1929" y="213"/>
                  </a:cubicBezTo>
                  <a:cubicBezTo>
                    <a:pt x="1286" y="213"/>
                    <a:pt x="643" y="0"/>
                    <a:pt x="0" y="0"/>
                  </a:cubicBezTo>
                  <a:cubicBezTo>
                    <a:pt x="429" y="852"/>
                    <a:pt x="857" y="1491"/>
                    <a:pt x="1286" y="2343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8" name="任意多边形: 形状 347"/>
            <p:cNvSpPr/>
            <p:nvPr/>
          </p:nvSpPr>
          <p:spPr>
            <a:xfrm>
              <a:off x="4619246" y="6337746"/>
              <a:ext cx="642" cy="213"/>
            </a:xfrm>
            <a:custGeom>
              <a:avLst/>
              <a:gdLst>
                <a:gd name="connsiteX0" fmla="*/ 0 w 642"/>
                <a:gd name="connsiteY0" fmla="*/ 0 h 213"/>
                <a:gd name="connsiteX1" fmla="*/ 0 w 642"/>
                <a:gd name="connsiteY1" fmla="*/ 0 h 213"/>
                <a:gd name="connsiteX2" fmla="*/ 643 w 642"/>
                <a:gd name="connsiteY2" fmla="*/ 213 h 213"/>
                <a:gd name="connsiteX3" fmla="*/ 0 w 642"/>
                <a:gd name="connsiteY3" fmla="*/ 0 h 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2" h="213">
                  <a:moveTo>
                    <a:pt x="0" y="0"/>
                  </a:moveTo>
                  <a:cubicBezTo>
                    <a:pt x="0" y="213"/>
                    <a:pt x="0" y="213"/>
                    <a:pt x="0" y="0"/>
                  </a:cubicBezTo>
                  <a:cubicBezTo>
                    <a:pt x="214" y="213"/>
                    <a:pt x="429" y="213"/>
                    <a:pt x="643" y="213"/>
                  </a:cubicBezTo>
                  <a:cubicBezTo>
                    <a:pt x="429" y="213"/>
                    <a:pt x="214" y="21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9" name="任意多边形: 形状 348"/>
            <p:cNvSpPr/>
            <p:nvPr/>
          </p:nvSpPr>
          <p:spPr>
            <a:xfrm>
              <a:off x="4644958" y="6339024"/>
              <a:ext cx="9427" cy="4260"/>
            </a:xfrm>
            <a:custGeom>
              <a:avLst/>
              <a:gdLst>
                <a:gd name="connsiteX0" fmla="*/ 0 w 9427"/>
                <a:gd name="connsiteY0" fmla="*/ 0 h 4260"/>
                <a:gd name="connsiteX1" fmla="*/ 429 w 9427"/>
                <a:gd name="connsiteY1" fmla="*/ 1065 h 4260"/>
                <a:gd name="connsiteX2" fmla="*/ 4285 w 9427"/>
                <a:gd name="connsiteY2" fmla="*/ 3834 h 4260"/>
                <a:gd name="connsiteX3" fmla="*/ 4714 w 9427"/>
                <a:gd name="connsiteY3" fmla="*/ 3834 h 4260"/>
                <a:gd name="connsiteX4" fmla="*/ 7714 w 9427"/>
                <a:gd name="connsiteY4" fmla="*/ 4047 h 4260"/>
                <a:gd name="connsiteX5" fmla="*/ 9428 w 9427"/>
                <a:gd name="connsiteY5" fmla="*/ 4260 h 4260"/>
                <a:gd name="connsiteX6" fmla="*/ 0 w 9427"/>
                <a:gd name="connsiteY6" fmla="*/ 0 h 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27" h="4260">
                  <a:moveTo>
                    <a:pt x="0" y="0"/>
                  </a:moveTo>
                  <a:cubicBezTo>
                    <a:pt x="214" y="426"/>
                    <a:pt x="429" y="640"/>
                    <a:pt x="429" y="1065"/>
                  </a:cubicBezTo>
                  <a:cubicBezTo>
                    <a:pt x="1714" y="1918"/>
                    <a:pt x="3000" y="2769"/>
                    <a:pt x="4285" y="3834"/>
                  </a:cubicBezTo>
                  <a:cubicBezTo>
                    <a:pt x="4500" y="3834"/>
                    <a:pt x="4500" y="3834"/>
                    <a:pt x="4714" y="3834"/>
                  </a:cubicBezTo>
                  <a:cubicBezTo>
                    <a:pt x="5785" y="3621"/>
                    <a:pt x="6642" y="3834"/>
                    <a:pt x="7714" y="4047"/>
                  </a:cubicBezTo>
                  <a:cubicBezTo>
                    <a:pt x="8357" y="4047"/>
                    <a:pt x="8999" y="4260"/>
                    <a:pt x="9428" y="4260"/>
                  </a:cubicBezTo>
                  <a:cubicBezTo>
                    <a:pt x="6428" y="2769"/>
                    <a:pt x="3214" y="149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0" name="任意多边形: 形状 349"/>
            <p:cNvSpPr/>
            <p:nvPr/>
          </p:nvSpPr>
          <p:spPr>
            <a:xfrm>
              <a:off x="4643887" y="6339024"/>
              <a:ext cx="1714" cy="1065"/>
            </a:xfrm>
            <a:custGeom>
              <a:avLst/>
              <a:gdLst>
                <a:gd name="connsiteX0" fmla="*/ 1714 w 1714"/>
                <a:gd name="connsiteY0" fmla="*/ 1065 h 1065"/>
                <a:gd name="connsiteX1" fmla="*/ 1286 w 1714"/>
                <a:gd name="connsiteY1" fmla="*/ 0 h 1065"/>
                <a:gd name="connsiteX2" fmla="*/ 1071 w 1714"/>
                <a:gd name="connsiteY2" fmla="*/ 0 h 1065"/>
                <a:gd name="connsiteX3" fmla="*/ 0 w 1714"/>
                <a:gd name="connsiteY3" fmla="*/ 0 h 1065"/>
                <a:gd name="connsiteX4" fmla="*/ 1714 w 1714"/>
                <a:gd name="connsiteY4" fmla="*/ 1065 h 1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4" h="1065">
                  <a:moveTo>
                    <a:pt x="1714" y="1065"/>
                  </a:moveTo>
                  <a:cubicBezTo>
                    <a:pt x="1500" y="640"/>
                    <a:pt x="1286" y="426"/>
                    <a:pt x="1286" y="0"/>
                  </a:cubicBezTo>
                  <a:cubicBezTo>
                    <a:pt x="1286" y="0"/>
                    <a:pt x="1286" y="0"/>
                    <a:pt x="1071" y="0"/>
                  </a:cubicBezTo>
                  <a:cubicBezTo>
                    <a:pt x="857" y="0"/>
                    <a:pt x="429" y="0"/>
                    <a:pt x="0" y="0"/>
                  </a:cubicBezTo>
                  <a:cubicBezTo>
                    <a:pt x="643" y="213"/>
                    <a:pt x="1071" y="640"/>
                    <a:pt x="1714" y="1065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1" name="任意多边形: 形状 350"/>
            <p:cNvSpPr/>
            <p:nvPr/>
          </p:nvSpPr>
          <p:spPr>
            <a:xfrm>
              <a:off x="4618891" y="6334338"/>
              <a:ext cx="6783" cy="4898"/>
            </a:xfrm>
            <a:custGeom>
              <a:avLst/>
              <a:gdLst>
                <a:gd name="connsiteX0" fmla="*/ 5926 w 6783"/>
                <a:gd name="connsiteY0" fmla="*/ 2982 h 4898"/>
                <a:gd name="connsiteX1" fmla="*/ 141 w 6783"/>
                <a:gd name="connsiteY1" fmla="*/ 0 h 4898"/>
                <a:gd name="connsiteX2" fmla="*/ 355 w 6783"/>
                <a:gd name="connsiteY2" fmla="*/ 3621 h 4898"/>
                <a:gd name="connsiteX3" fmla="*/ 998 w 6783"/>
                <a:gd name="connsiteY3" fmla="*/ 3834 h 4898"/>
                <a:gd name="connsiteX4" fmla="*/ 6783 w 6783"/>
                <a:gd name="connsiteY4" fmla="*/ 4899 h 4898"/>
                <a:gd name="connsiteX5" fmla="*/ 5926 w 6783"/>
                <a:gd name="connsiteY5" fmla="*/ 2982 h 4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83" h="4898">
                  <a:moveTo>
                    <a:pt x="5926" y="2982"/>
                  </a:moveTo>
                  <a:cubicBezTo>
                    <a:pt x="3998" y="1917"/>
                    <a:pt x="2069" y="852"/>
                    <a:pt x="141" y="0"/>
                  </a:cubicBezTo>
                  <a:cubicBezTo>
                    <a:pt x="-74" y="1278"/>
                    <a:pt x="-74" y="2343"/>
                    <a:pt x="355" y="3621"/>
                  </a:cubicBezTo>
                  <a:cubicBezTo>
                    <a:pt x="569" y="3621"/>
                    <a:pt x="784" y="3834"/>
                    <a:pt x="998" y="3834"/>
                  </a:cubicBezTo>
                  <a:cubicBezTo>
                    <a:pt x="2926" y="4260"/>
                    <a:pt x="4855" y="4473"/>
                    <a:pt x="6783" y="4899"/>
                  </a:cubicBezTo>
                  <a:cubicBezTo>
                    <a:pt x="6569" y="4260"/>
                    <a:pt x="6140" y="3621"/>
                    <a:pt x="5926" y="2982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2" name="任意多边形: 形状 351"/>
            <p:cNvSpPr/>
            <p:nvPr/>
          </p:nvSpPr>
          <p:spPr>
            <a:xfrm>
              <a:off x="4624817" y="6337320"/>
              <a:ext cx="4071" cy="2343"/>
            </a:xfrm>
            <a:custGeom>
              <a:avLst/>
              <a:gdLst>
                <a:gd name="connsiteX0" fmla="*/ 857 w 4071"/>
                <a:gd name="connsiteY0" fmla="*/ 1704 h 2343"/>
                <a:gd name="connsiteX1" fmla="*/ 4071 w 4071"/>
                <a:gd name="connsiteY1" fmla="*/ 2343 h 2343"/>
                <a:gd name="connsiteX2" fmla="*/ 0 w 4071"/>
                <a:gd name="connsiteY2" fmla="*/ 0 h 2343"/>
                <a:gd name="connsiteX3" fmla="*/ 857 w 4071"/>
                <a:gd name="connsiteY3" fmla="*/ 1704 h 2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71" h="2343">
                  <a:moveTo>
                    <a:pt x="857" y="1704"/>
                  </a:moveTo>
                  <a:cubicBezTo>
                    <a:pt x="1928" y="1917"/>
                    <a:pt x="3000" y="2130"/>
                    <a:pt x="4071" y="2343"/>
                  </a:cubicBezTo>
                  <a:cubicBezTo>
                    <a:pt x="2786" y="1491"/>
                    <a:pt x="1286" y="852"/>
                    <a:pt x="0" y="0"/>
                  </a:cubicBezTo>
                  <a:cubicBezTo>
                    <a:pt x="214" y="639"/>
                    <a:pt x="643" y="1278"/>
                    <a:pt x="857" y="1704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3" name="任意多边形: 形状 352"/>
            <p:cNvSpPr/>
            <p:nvPr/>
          </p:nvSpPr>
          <p:spPr>
            <a:xfrm>
              <a:off x="4619031" y="6330717"/>
              <a:ext cx="5785" cy="6602"/>
            </a:xfrm>
            <a:custGeom>
              <a:avLst/>
              <a:gdLst>
                <a:gd name="connsiteX0" fmla="*/ 2357 w 5785"/>
                <a:gd name="connsiteY0" fmla="*/ 0 h 6602"/>
                <a:gd name="connsiteX1" fmla="*/ 0 w 5785"/>
                <a:gd name="connsiteY1" fmla="*/ 3621 h 6602"/>
                <a:gd name="connsiteX2" fmla="*/ 5785 w 5785"/>
                <a:gd name="connsiteY2" fmla="*/ 6603 h 6602"/>
                <a:gd name="connsiteX3" fmla="*/ 2357 w 5785"/>
                <a:gd name="connsiteY3" fmla="*/ 0 h 6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85" h="6602">
                  <a:moveTo>
                    <a:pt x="2357" y="0"/>
                  </a:moveTo>
                  <a:cubicBezTo>
                    <a:pt x="1071" y="852"/>
                    <a:pt x="428" y="2130"/>
                    <a:pt x="0" y="3621"/>
                  </a:cubicBezTo>
                  <a:cubicBezTo>
                    <a:pt x="1928" y="4686"/>
                    <a:pt x="3857" y="5751"/>
                    <a:pt x="5785" y="6603"/>
                  </a:cubicBezTo>
                  <a:cubicBezTo>
                    <a:pt x="4714" y="4473"/>
                    <a:pt x="3428" y="2130"/>
                    <a:pt x="2357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4" name="任意多边形: 形状 353"/>
            <p:cNvSpPr/>
            <p:nvPr/>
          </p:nvSpPr>
          <p:spPr>
            <a:xfrm>
              <a:off x="4645601" y="6340089"/>
              <a:ext cx="4071" cy="2555"/>
            </a:xfrm>
            <a:custGeom>
              <a:avLst/>
              <a:gdLst>
                <a:gd name="connsiteX0" fmla="*/ 0 w 4071"/>
                <a:gd name="connsiteY0" fmla="*/ 0 h 2555"/>
                <a:gd name="connsiteX1" fmla="*/ 1286 w 4071"/>
                <a:gd name="connsiteY1" fmla="*/ 2343 h 2555"/>
                <a:gd name="connsiteX2" fmla="*/ 4071 w 4071"/>
                <a:gd name="connsiteY2" fmla="*/ 2556 h 2555"/>
                <a:gd name="connsiteX3" fmla="*/ 0 w 4071"/>
                <a:gd name="connsiteY3" fmla="*/ 0 h 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71" h="2555">
                  <a:moveTo>
                    <a:pt x="0" y="0"/>
                  </a:moveTo>
                  <a:cubicBezTo>
                    <a:pt x="429" y="852"/>
                    <a:pt x="857" y="1491"/>
                    <a:pt x="1286" y="2343"/>
                  </a:cubicBezTo>
                  <a:cubicBezTo>
                    <a:pt x="2143" y="2556"/>
                    <a:pt x="3000" y="2556"/>
                    <a:pt x="4071" y="2556"/>
                  </a:cubicBezTo>
                  <a:cubicBezTo>
                    <a:pt x="2571" y="1704"/>
                    <a:pt x="1286" y="85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5" name="任意多边形: 形状 354"/>
            <p:cNvSpPr/>
            <p:nvPr/>
          </p:nvSpPr>
          <p:spPr>
            <a:xfrm>
              <a:off x="4621388" y="6329998"/>
              <a:ext cx="14784" cy="10943"/>
            </a:xfrm>
            <a:custGeom>
              <a:avLst/>
              <a:gdLst>
                <a:gd name="connsiteX0" fmla="*/ 7500 w 14784"/>
                <a:gd name="connsiteY0" fmla="*/ 9665 h 10943"/>
                <a:gd name="connsiteX1" fmla="*/ 14785 w 14784"/>
                <a:gd name="connsiteY1" fmla="*/ 10943 h 10943"/>
                <a:gd name="connsiteX2" fmla="*/ 10928 w 14784"/>
                <a:gd name="connsiteY2" fmla="*/ 3275 h 10943"/>
                <a:gd name="connsiteX3" fmla="*/ 3857 w 14784"/>
                <a:gd name="connsiteY3" fmla="*/ 80 h 10943"/>
                <a:gd name="connsiteX4" fmla="*/ 0 w 14784"/>
                <a:gd name="connsiteY4" fmla="*/ 719 h 10943"/>
                <a:gd name="connsiteX5" fmla="*/ 3428 w 14784"/>
                <a:gd name="connsiteY5" fmla="*/ 7322 h 10943"/>
                <a:gd name="connsiteX6" fmla="*/ 7500 w 14784"/>
                <a:gd name="connsiteY6" fmla="*/ 9665 h 10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784" h="10943">
                  <a:moveTo>
                    <a:pt x="7500" y="9665"/>
                  </a:moveTo>
                  <a:cubicBezTo>
                    <a:pt x="9857" y="10091"/>
                    <a:pt x="12428" y="10517"/>
                    <a:pt x="14785" y="10943"/>
                  </a:cubicBezTo>
                  <a:cubicBezTo>
                    <a:pt x="13499" y="8387"/>
                    <a:pt x="12214" y="5831"/>
                    <a:pt x="10928" y="3275"/>
                  </a:cubicBezTo>
                  <a:cubicBezTo>
                    <a:pt x="8571" y="2210"/>
                    <a:pt x="6214" y="1145"/>
                    <a:pt x="3857" y="80"/>
                  </a:cubicBezTo>
                  <a:cubicBezTo>
                    <a:pt x="2357" y="-133"/>
                    <a:pt x="1071" y="80"/>
                    <a:pt x="0" y="719"/>
                  </a:cubicBezTo>
                  <a:cubicBezTo>
                    <a:pt x="1071" y="2849"/>
                    <a:pt x="2357" y="5192"/>
                    <a:pt x="3428" y="7322"/>
                  </a:cubicBezTo>
                  <a:cubicBezTo>
                    <a:pt x="4714" y="8174"/>
                    <a:pt x="6214" y="8813"/>
                    <a:pt x="7500" y="9665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6" name="任意多边形: 形状 355"/>
            <p:cNvSpPr/>
            <p:nvPr/>
          </p:nvSpPr>
          <p:spPr>
            <a:xfrm>
              <a:off x="4632530" y="6333060"/>
              <a:ext cx="14356" cy="9159"/>
            </a:xfrm>
            <a:custGeom>
              <a:avLst/>
              <a:gdLst>
                <a:gd name="connsiteX0" fmla="*/ 11356 w 14356"/>
                <a:gd name="connsiteY0" fmla="*/ 5751 h 9159"/>
                <a:gd name="connsiteX1" fmla="*/ 12428 w 14356"/>
                <a:gd name="connsiteY1" fmla="*/ 5751 h 9159"/>
                <a:gd name="connsiteX2" fmla="*/ 0 w 14356"/>
                <a:gd name="connsiteY2" fmla="*/ 0 h 9159"/>
                <a:gd name="connsiteX3" fmla="*/ 3857 w 14356"/>
                <a:gd name="connsiteY3" fmla="*/ 7668 h 9159"/>
                <a:gd name="connsiteX4" fmla="*/ 14356 w 14356"/>
                <a:gd name="connsiteY4" fmla="*/ 9159 h 9159"/>
                <a:gd name="connsiteX5" fmla="*/ 13071 w 14356"/>
                <a:gd name="connsiteY5" fmla="*/ 6816 h 9159"/>
                <a:gd name="connsiteX6" fmla="*/ 11356 w 14356"/>
                <a:gd name="connsiteY6" fmla="*/ 5751 h 9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356" h="9159">
                  <a:moveTo>
                    <a:pt x="11356" y="5751"/>
                  </a:moveTo>
                  <a:cubicBezTo>
                    <a:pt x="11571" y="5751"/>
                    <a:pt x="11999" y="5751"/>
                    <a:pt x="12428" y="5751"/>
                  </a:cubicBezTo>
                  <a:cubicBezTo>
                    <a:pt x="8357" y="3834"/>
                    <a:pt x="4071" y="1918"/>
                    <a:pt x="0" y="0"/>
                  </a:cubicBezTo>
                  <a:cubicBezTo>
                    <a:pt x="1286" y="2557"/>
                    <a:pt x="2571" y="5112"/>
                    <a:pt x="3857" y="7668"/>
                  </a:cubicBezTo>
                  <a:cubicBezTo>
                    <a:pt x="7285" y="8094"/>
                    <a:pt x="10928" y="8733"/>
                    <a:pt x="14356" y="9159"/>
                  </a:cubicBezTo>
                  <a:cubicBezTo>
                    <a:pt x="13928" y="8307"/>
                    <a:pt x="13499" y="7455"/>
                    <a:pt x="13071" y="6816"/>
                  </a:cubicBezTo>
                  <a:cubicBezTo>
                    <a:pt x="12428" y="6604"/>
                    <a:pt x="11999" y="6177"/>
                    <a:pt x="11356" y="5751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7" name="任意多边形: 形状 356"/>
            <p:cNvSpPr/>
            <p:nvPr/>
          </p:nvSpPr>
          <p:spPr>
            <a:xfrm>
              <a:off x="4922653" y="6624867"/>
              <a:ext cx="57210" cy="63260"/>
            </a:xfrm>
            <a:custGeom>
              <a:avLst/>
              <a:gdLst>
                <a:gd name="connsiteX0" fmla="*/ 48425 w 57210"/>
                <a:gd name="connsiteY0" fmla="*/ 63260 h 63260"/>
                <a:gd name="connsiteX1" fmla="*/ 48854 w 57210"/>
                <a:gd name="connsiteY1" fmla="*/ 61982 h 63260"/>
                <a:gd name="connsiteX2" fmla="*/ 55282 w 57210"/>
                <a:gd name="connsiteY2" fmla="*/ 56232 h 63260"/>
                <a:gd name="connsiteX3" fmla="*/ 57210 w 57210"/>
                <a:gd name="connsiteY3" fmla="*/ 55805 h 63260"/>
                <a:gd name="connsiteX4" fmla="*/ 10285 w 57210"/>
                <a:gd name="connsiteY4" fmla="*/ 0 h 63260"/>
                <a:gd name="connsiteX5" fmla="*/ 0 w 57210"/>
                <a:gd name="connsiteY5" fmla="*/ 5538 h 63260"/>
                <a:gd name="connsiteX6" fmla="*/ 48425 w 57210"/>
                <a:gd name="connsiteY6" fmla="*/ 63260 h 63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210" h="63260">
                  <a:moveTo>
                    <a:pt x="48425" y="63260"/>
                  </a:moveTo>
                  <a:cubicBezTo>
                    <a:pt x="48639" y="62835"/>
                    <a:pt x="48854" y="62408"/>
                    <a:pt x="48854" y="61982"/>
                  </a:cubicBezTo>
                  <a:cubicBezTo>
                    <a:pt x="49711" y="59213"/>
                    <a:pt x="52068" y="56871"/>
                    <a:pt x="55282" y="56232"/>
                  </a:cubicBezTo>
                  <a:cubicBezTo>
                    <a:pt x="55496" y="56232"/>
                    <a:pt x="56139" y="56019"/>
                    <a:pt x="57210" y="55805"/>
                  </a:cubicBezTo>
                  <a:cubicBezTo>
                    <a:pt x="41354" y="37488"/>
                    <a:pt x="25712" y="18744"/>
                    <a:pt x="10285" y="0"/>
                  </a:cubicBezTo>
                  <a:cubicBezTo>
                    <a:pt x="6856" y="1917"/>
                    <a:pt x="3428" y="3834"/>
                    <a:pt x="0" y="5538"/>
                  </a:cubicBezTo>
                  <a:cubicBezTo>
                    <a:pt x="16070" y="25134"/>
                    <a:pt x="32141" y="44303"/>
                    <a:pt x="48425" y="6326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8" name="任意多边形: 形状 357"/>
            <p:cNvSpPr/>
            <p:nvPr/>
          </p:nvSpPr>
          <p:spPr>
            <a:xfrm>
              <a:off x="4908940" y="6608040"/>
              <a:ext cx="12856" cy="9159"/>
            </a:xfrm>
            <a:custGeom>
              <a:avLst/>
              <a:gdLst>
                <a:gd name="connsiteX0" fmla="*/ 2571 w 12856"/>
                <a:gd name="connsiteY0" fmla="*/ 9159 h 9159"/>
                <a:gd name="connsiteX1" fmla="*/ 12856 w 12856"/>
                <a:gd name="connsiteY1" fmla="*/ 3621 h 9159"/>
                <a:gd name="connsiteX2" fmla="*/ 9856 w 12856"/>
                <a:gd name="connsiteY2" fmla="*/ 0 h 9159"/>
                <a:gd name="connsiteX3" fmla="*/ 0 w 12856"/>
                <a:gd name="connsiteY3" fmla="*/ 5964 h 9159"/>
                <a:gd name="connsiteX4" fmla="*/ 2571 w 12856"/>
                <a:gd name="connsiteY4" fmla="*/ 9159 h 9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56" h="9159">
                  <a:moveTo>
                    <a:pt x="2571" y="9159"/>
                  </a:moveTo>
                  <a:cubicBezTo>
                    <a:pt x="6000" y="7242"/>
                    <a:pt x="9428" y="5325"/>
                    <a:pt x="12856" y="3621"/>
                  </a:cubicBezTo>
                  <a:cubicBezTo>
                    <a:pt x="11785" y="2343"/>
                    <a:pt x="10928" y="1278"/>
                    <a:pt x="9856" y="0"/>
                  </a:cubicBezTo>
                  <a:cubicBezTo>
                    <a:pt x="6428" y="2130"/>
                    <a:pt x="3214" y="4047"/>
                    <a:pt x="0" y="5964"/>
                  </a:cubicBezTo>
                  <a:cubicBezTo>
                    <a:pt x="857" y="7029"/>
                    <a:pt x="1714" y="8094"/>
                    <a:pt x="2571" y="9159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9" name="任意多边形: 形状 358"/>
            <p:cNvSpPr/>
            <p:nvPr/>
          </p:nvSpPr>
          <p:spPr>
            <a:xfrm>
              <a:off x="4811446" y="6492169"/>
              <a:ext cx="96635" cy="108842"/>
            </a:xfrm>
            <a:custGeom>
              <a:avLst/>
              <a:gdLst>
                <a:gd name="connsiteX0" fmla="*/ 10071 w 96635"/>
                <a:gd name="connsiteY0" fmla="*/ 17892 h 108842"/>
                <a:gd name="connsiteX1" fmla="*/ 86780 w 96635"/>
                <a:gd name="connsiteY1" fmla="*/ 108842 h 108842"/>
                <a:gd name="connsiteX2" fmla="*/ 96636 w 96635"/>
                <a:gd name="connsiteY2" fmla="*/ 102878 h 108842"/>
                <a:gd name="connsiteX3" fmla="*/ 15213 w 96635"/>
                <a:gd name="connsiteY3" fmla="*/ 6390 h 108842"/>
                <a:gd name="connsiteX4" fmla="*/ 9428 w 96635"/>
                <a:gd name="connsiteY4" fmla="*/ 0 h 108842"/>
                <a:gd name="connsiteX5" fmla="*/ 0 w 96635"/>
                <a:gd name="connsiteY5" fmla="*/ 6816 h 108842"/>
                <a:gd name="connsiteX6" fmla="*/ 10071 w 96635"/>
                <a:gd name="connsiteY6" fmla="*/ 17892 h 108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6635" h="108842">
                  <a:moveTo>
                    <a:pt x="10071" y="17892"/>
                  </a:moveTo>
                  <a:cubicBezTo>
                    <a:pt x="36212" y="47712"/>
                    <a:pt x="61496" y="78384"/>
                    <a:pt x="86780" y="108842"/>
                  </a:cubicBezTo>
                  <a:cubicBezTo>
                    <a:pt x="89994" y="106925"/>
                    <a:pt x="93208" y="104795"/>
                    <a:pt x="96636" y="102878"/>
                  </a:cubicBezTo>
                  <a:cubicBezTo>
                    <a:pt x="69852" y="70290"/>
                    <a:pt x="43068" y="37914"/>
                    <a:pt x="15213" y="6390"/>
                  </a:cubicBezTo>
                  <a:cubicBezTo>
                    <a:pt x="13285" y="4260"/>
                    <a:pt x="11356" y="2130"/>
                    <a:pt x="9428" y="0"/>
                  </a:cubicBezTo>
                  <a:cubicBezTo>
                    <a:pt x="6214" y="2130"/>
                    <a:pt x="3214" y="4473"/>
                    <a:pt x="0" y="6816"/>
                  </a:cubicBezTo>
                  <a:cubicBezTo>
                    <a:pt x="3428" y="10437"/>
                    <a:pt x="6856" y="14058"/>
                    <a:pt x="10071" y="17892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0" name="任意多边形: 形状 359"/>
            <p:cNvSpPr/>
            <p:nvPr/>
          </p:nvSpPr>
          <p:spPr>
            <a:xfrm>
              <a:off x="4808232" y="6487909"/>
              <a:ext cx="12856" cy="10862"/>
            </a:xfrm>
            <a:custGeom>
              <a:avLst/>
              <a:gdLst>
                <a:gd name="connsiteX0" fmla="*/ 3428 w 12856"/>
                <a:gd name="connsiteY0" fmla="*/ 10862 h 10862"/>
                <a:gd name="connsiteX1" fmla="*/ 12856 w 12856"/>
                <a:gd name="connsiteY1" fmla="*/ 4047 h 10862"/>
                <a:gd name="connsiteX2" fmla="*/ 9214 w 12856"/>
                <a:gd name="connsiteY2" fmla="*/ 0 h 10862"/>
                <a:gd name="connsiteX3" fmla="*/ 0 w 12856"/>
                <a:gd name="connsiteY3" fmla="*/ 7029 h 10862"/>
                <a:gd name="connsiteX4" fmla="*/ 3428 w 12856"/>
                <a:gd name="connsiteY4" fmla="*/ 10862 h 10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56" h="10862">
                  <a:moveTo>
                    <a:pt x="3428" y="10862"/>
                  </a:moveTo>
                  <a:cubicBezTo>
                    <a:pt x="6643" y="8733"/>
                    <a:pt x="9642" y="6390"/>
                    <a:pt x="12856" y="4047"/>
                  </a:cubicBezTo>
                  <a:cubicBezTo>
                    <a:pt x="11571" y="2769"/>
                    <a:pt x="10285" y="1278"/>
                    <a:pt x="9214" y="0"/>
                  </a:cubicBezTo>
                  <a:cubicBezTo>
                    <a:pt x="6214" y="2343"/>
                    <a:pt x="3000" y="4686"/>
                    <a:pt x="0" y="7029"/>
                  </a:cubicBezTo>
                  <a:cubicBezTo>
                    <a:pt x="1071" y="8307"/>
                    <a:pt x="2143" y="9585"/>
                    <a:pt x="3428" y="10862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1" name="任意多边形: 形状 360"/>
            <p:cNvSpPr/>
            <p:nvPr/>
          </p:nvSpPr>
          <p:spPr>
            <a:xfrm>
              <a:off x="4911511" y="6611661"/>
              <a:ext cx="21427" cy="18956"/>
            </a:xfrm>
            <a:custGeom>
              <a:avLst/>
              <a:gdLst>
                <a:gd name="connsiteX0" fmla="*/ 11142 w 21427"/>
                <a:gd name="connsiteY0" fmla="*/ 18956 h 18956"/>
                <a:gd name="connsiteX1" fmla="*/ 21427 w 21427"/>
                <a:gd name="connsiteY1" fmla="*/ 13419 h 18956"/>
                <a:gd name="connsiteX2" fmla="*/ 10285 w 21427"/>
                <a:gd name="connsiteY2" fmla="*/ 0 h 18956"/>
                <a:gd name="connsiteX3" fmla="*/ 0 w 21427"/>
                <a:gd name="connsiteY3" fmla="*/ 5538 h 18956"/>
                <a:gd name="connsiteX4" fmla="*/ 11142 w 21427"/>
                <a:gd name="connsiteY4" fmla="*/ 18956 h 18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27" h="18956">
                  <a:moveTo>
                    <a:pt x="11142" y="18956"/>
                  </a:moveTo>
                  <a:cubicBezTo>
                    <a:pt x="14570" y="17040"/>
                    <a:pt x="17999" y="15123"/>
                    <a:pt x="21427" y="13419"/>
                  </a:cubicBezTo>
                  <a:cubicBezTo>
                    <a:pt x="17785" y="8946"/>
                    <a:pt x="13927" y="4473"/>
                    <a:pt x="10285" y="0"/>
                  </a:cubicBezTo>
                  <a:cubicBezTo>
                    <a:pt x="6856" y="1917"/>
                    <a:pt x="3428" y="3834"/>
                    <a:pt x="0" y="5538"/>
                  </a:cubicBezTo>
                  <a:cubicBezTo>
                    <a:pt x="3857" y="10011"/>
                    <a:pt x="7500" y="14484"/>
                    <a:pt x="11142" y="18956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2" name="任意多边形: 形状 361"/>
            <p:cNvSpPr/>
            <p:nvPr/>
          </p:nvSpPr>
          <p:spPr>
            <a:xfrm>
              <a:off x="4898226" y="6595047"/>
              <a:ext cx="20569" cy="18956"/>
            </a:xfrm>
            <a:custGeom>
              <a:avLst/>
              <a:gdLst>
                <a:gd name="connsiteX0" fmla="*/ 10714 w 20569"/>
                <a:gd name="connsiteY0" fmla="*/ 18956 h 18956"/>
                <a:gd name="connsiteX1" fmla="*/ 20570 w 20569"/>
                <a:gd name="connsiteY1" fmla="*/ 12993 h 18956"/>
                <a:gd name="connsiteX2" fmla="*/ 9856 w 20569"/>
                <a:gd name="connsiteY2" fmla="*/ 0 h 18956"/>
                <a:gd name="connsiteX3" fmla="*/ 0 w 20569"/>
                <a:gd name="connsiteY3" fmla="*/ 5964 h 18956"/>
                <a:gd name="connsiteX4" fmla="*/ 10714 w 20569"/>
                <a:gd name="connsiteY4" fmla="*/ 18956 h 18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69" h="18956">
                  <a:moveTo>
                    <a:pt x="10714" y="18956"/>
                  </a:moveTo>
                  <a:cubicBezTo>
                    <a:pt x="13927" y="17040"/>
                    <a:pt x="17141" y="14909"/>
                    <a:pt x="20570" y="12993"/>
                  </a:cubicBezTo>
                  <a:cubicBezTo>
                    <a:pt x="16927" y="8733"/>
                    <a:pt x="13285" y="4260"/>
                    <a:pt x="9856" y="0"/>
                  </a:cubicBezTo>
                  <a:cubicBezTo>
                    <a:pt x="6428" y="2130"/>
                    <a:pt x="3214" y="4047"/>
                    <a:pt x="0" y="5964"/>
                  </a:cubicBezTo>
                  <a:cubicBezTo>
                    <a:pt x="3643" y="10437"/>
                    <a:pt x="7285" y="14697"/>
                    <a:pt x="10714" y="18956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3" name="任意多边形: 形状 362"/>
            <p:cNvSpPr/>
            <p:nvPr/>
          </p:nvSpPr>
          <p:spPr>
            <a:xfrm>
              <a:off x="4807161" y="6486844"/>
              <a:ext cx="10070" cy="8094"/>
            </a:xfrm>
            <a:custGeom>
              <a:avLst/>
              <a:gdLst>
                <a:gd name="connsiteX0" fmla="*/ 857 w 10070"/>
                <a:gd name="connsiteY0" fmla="*/ 8094 h 8094"/>
                <a:gd name="connsiteX1" fmla="*/ 10071 w 10070"/>
                <a:gd name="connsiteY1" fmla="*/ 1065 h 8094"/>
                <a:gd name="connsiteX2" fmla="*/ 9213 w 10070"/>
                <a:gd name="connsiteY2" fmla="*/ 0 h 8094"/>
                <a:gd name="connsiteX3" fmla="*/ 0 w 10070"/>
                <a:gd name="connsiteY3" fmla="*/ 6816 h 8094"/>
                <a:gd name="connsiteX4" fmla="*/ 857 w 10070"/>
                <a:gd name="connsiteY4" fmla="*/ 8094 h 8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70" h="8094">
                  <a:moveTo>
                    <a:pt x="857" y="8094"/>
                  </a:moveTo>
                  <a:cubicBezTo>
                    <a:pt x="3857" y="5751"/>
                    <a:pt x="7071" y="3408"/>
                    <a:pt x="10071" y="1065"/>
                  </a:cubicBezTo>
                  <a:cubicBezTo>
                    <a:pt x="9856" y="639"/>
                    <a:pt x="9428" y="426"/>
                    <a:pt x="9213" y="0"/>
                  </a:cubicBezTo>
                  <a:cubicBezTo>
                    <a:pt x="6214" y="2343"/>
                    <a:pt x="3000" y="4473"/>
                    <a:pt x="0" y="6816"/>
                  </a:cubicBezTo>
                  <a:cubicBezTo>
                    <a:pt x="214" y="7242"/>
                    <a:pt x="643" y="7668"/>
                    <a:pt x="857" y="8094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4" name="任意多边形: 形状 363"/>
            <p:cNvSpPr/>
            <p:nvPr/>
          </p:nvSpPr>
          <p:spPr>
            <a:xfrm>
              <a:off x="4788091" y="6464480"/>
              <a:ext cx="15855" cy="16400"/>
            </a:xfrm>
            <a:custGeom>
              <a:avLst/>
              <a:gdLst>
                <a:gd name="connsiteX0" fmla="*/ 0 w 15855"/>
                <a:gd name="connsiteY0" fmla="*/ 8307 h 16400"/>
                <a:gd name="connsiteX1" fmla="*/ 7285 w 15855"/>
                <a:gd name="connsiteY1" fmla="*/ 16401 h 16400"/>
                <a:gd name="connsiteX2" fmla="*/ 7285 w 15855"/>
                <a:gd name="connsiteY2" fmla="*/ 16401 h 16400"/>
                <a:gd name="connsiteX3" fmla="*/ 15856 w 15855"/>
                <a:gd name="connsiteY3" fmla="*/ 8733 h 16400"/>
                <a:gd name="connsiteX4" fmla="*/ 7714 w 15855"/>
                <a:gd name="connsiteY4" fmla="*/ 0 h 16400"/>
                <a:gd name="connsiteX5" fmla="*/ 0 w 15855"/>
                <a:gd name="connsiteY5" fmla="*/ 8307 h 1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855" h="16400">
                  <a:moveTo>
                    <a:pt x="0" y="8307"/>
                  </a:moveTo>
                  <a:cubicBezTo>
                    <a:pt x="2571" y="10863"/>
                    <a:pt x="4928" y="13632"/>
                    <a:pt x="7285" y="16401"/>
                  </a:cubicBezTo>
                  <a:cubicBezTo>
                    <a:pt x="7285" y="16401"/>
                    <a:pt x="7285" y="16401"/>
                    <a:pt x="7285" y="16401"/>
                  </a:cubicBezTo>
                  <a:cubicBezTo>
                    <a:pt x="10499" y="14058"/>
                    <a:pt x="13285" y="11502"/>
                    <a:pt x="15856" y="8733"/>
                  </a:cubicBezTo>
                  <a:cubicBezTo>
                    <a:pt x="13071" y="5751"/>
                    <a:pt x="10499" y="2982"/>
                    <a:pt x="7714" y="0"/>
                  </a:cubicBezTo>
                  <a:cubicBezTo>
                    <a:pt x="5357" y="2982"/>
                    <a:pt x="2571" y="5751"/>
                    <a:pt x="0" y="8307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5" name="任意多边形: 形状 364"/>
            <p:cNvSpPr/>
            <p:nvPr/>
          </p:nvSpPr>
          <p:spPr>
            <a:xfrm>
              <a:off x="4681813" y="6369909"/>
              <a:ext cx="101778" cy="90524"/>
            </a:xfrm>
            <a:custGeom>
              <a:avLst/>
              <a:gdLst>
                <a:gd name="connsiteX0" fmla="*/ 101779 w 101778"/>
                <a:gd name="connsiteY0" fmla="*/ 81578 h 90524"/>
                <a:gd name="connsiteX1" fmla="*/ 30212 w 101778"/>
                <a:gd name="connsiteY1" fmla="*/ 15762 h 90524"/>
                <a:gd name="connsiteX2" fmla="*/ 0 w 101778"/>
                <a:gd name="connsiteY2" fmla="*/ 0 h 90524"/>
                <a:gd name="connsiteX3" fmla="*/ 20570 w 101778"/>
                <a:gd name="connsiteY3" fmla="*/ 23004 h 90524"/>
                <a:gd name="connsiteX4" fmla="*/ 94279 w 101778"/>
                <a:gd name="connsiteY4" fmla="*/ 90524 h 90524"/>
                <a:gd name="connsiteX5" fmla="*/ 101779 w 101778"/>
                <a:gd name="connsiteY5" fmla="*/ 81578 h 90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1778" h="90524">
                  <a:moveTo>
                    <a:pt x="101779" y="81578"/>
                  </a:moveTo>
                  <a:cubicBezTo>
                    <a:pt x="79280" y="58149"/>
                    <a:pt x="55711" y="35783"/>
                    <a:pt x="30212" y="15762"/>
                  </a:cubicBezTo>
                  <a:cubicBezTo>
                    <a:pt x="20141" y="10224"/>
                    <a:pt x="10071" y="5112"/>
                    <a:pt x="0" y="0"/>
                  </a:cubicBezTo>
                  <a:cubicBezTo>
                    <a:pt x="7071" y="7455"/>
                    <a:pt x="13927" y="15123"/>
                    <a:pt x="20570" y="23004"/>
                  </a:cubicBezTo>
                  <a:cubicBezTo>
                    <a:pt x="46925" y="43452"/>
                    <a:pt x="71138" y="66455"/>
                    <a:pt x="94279" y="90524"/>
                  </a:cubicBezTo>
                  <a:cubicBezTo>
                    <a:pt x="96850" y="87542"/>
                    <a:pt x="99207" y="84560"/>
                    <a:pt x="101779" y="81578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6" name="任意多边形: 形状 365"/>
            <p:cNvSpPr/>
            <p:nvPr/>
          </p:nvSpPr>
          <p:spPr>
            <a:xfrm>
              <a:off x="4782091" y="6458302"/>
              <a:ext cx="13927" cy="14696"/>
            </a:xfrm>
            <a:custGeom>
              <a:avLst/>
              <a:gdLst>
                <a:gd name="connsiteX0" fmla="*/ 0 w 13927"/>
                <a:gd name="connsiteY0" fmla="*/ 8307 h 14696"/>
                <a:gd name="connsiteX1" fmla="*/ 6000 w 13927"/>
                <a:gd name="connsiteY1" fmla="*/ 14697 h 14696"/>
                <a:gd name="connsiteX2" fmla="*/ 13928 w 13927"/>
                <a:gd name="connsiteY2" fmla="*/ 6390 h 14696"/>
                <a:gd name="connsiteX3" fmla="*/ 8142 w 13927"/>
                <a:gd name="connsiteY3" fmla="*/ 0 h 14696"/>
                <a:gd name="connsiteX4" fmla="*/ 0 w 13927"/>
                <a:gd name="connsiteY4" fmla="*/ 8307 h 14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27" h="14696">
                  <a:moveTo>
                    <a:pt x="0" y="8307"/>
                  </a:moveTo>
                  <a:cubicBezTo>
                    <a:pt x="1929" y="10437"/>
                    <a:pt x="4071" y="12567"/>
                    <a:pt x="6000" y="14697"/>
                  </a:cubicBezTo>
                  <a:cubicBezTo>
                    <a:pt x="8571" y="11928"/>
                    <a:pt x="11357" y="9159"/>
                    <a:pt x="13928" y="6390"/>
                  </a:cubicBezTo>
                  <a:cubicBezTo>
                    <a:pt x="11999" y="4260"/>
                    <a:pt x="10071" y="2130"/>
                    <a:pt x="8142" y="0"/>
                  </a:cubicBezTo>
                  <a:cubicBezTo>
                    <a:pt x="5357" y="2769"/>
                    <a:pt x="2571" y="5538"/>
                    <a:pt x="0" y="8307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7" name="任意多边形: 形状 366"/>
            <p:cNvSpPr/>
            <p:nvPr/>
          </p:nvSpPr>
          <p:spPr>
            <a:xfrm>
              <a:off x="4775877" y="6451487"/>
              <a:ext cx="14141" cy="14909"/>
            </a:xfrm>
            <a:custGeom>
              <a:avLst/>
              <a:gdLst>
                <a:gd name="connsiteX0" fmla="*/ 7714 w 14141"/>
                <a:gd name="connsiteY0" fmla="*/ 0 h 14909"/>
                <a:gd name="connsiteX1" fmla="*/ 0 w 14141"/>
                <a:gd name="connsiteY1" fmla="*/ 8520 h 14909"/>
                <a:gd name="connsiteX2" fmla="*/ 6214 w 14141"/>
                <a:gd name="connsiteY2" fmla="*/ 14909 h 14909"/>
                <a:gd name="connsiteX3" fmla="*/ 14142 w 14141"/>
                <a:gd name="connsiteY3" fmla="*/ 6603 h 14909"/>
                <a:gd name="connsiteX4" fmla="*/ 7714 w 14141"/>
                <a:gd name="connsiteY4" fmla="*/ 0 h 14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41" h="14909">
                  <a:moveTo>
                    <a:pt x="7714" y="0"/>
                  </a:moveTo>
                  <a:cubicBezTo>
                    <a:pt x="5143" y="2982"/>
                    <a:pt x="2571" y="5964"/>
                    <a:pt x="0" y="8520"/>
                  </a:cubicBezTo>
                  <a:cubicBezTo>
                    <a:pt x="2143" y="10650"/>
                    <a:pt x="4071" y="12779"/>
                    <a:pt x="6214" y="14909"/>
                  </a:cubicBezTo>
                  <a:cubicBezTo>
                    <a:pt x="8785" y="12140"/>
                    <a:pt x="11570" y="9585"/>
                    <a:pt x="14142" y="6603"/>
                  </a:cubicBezTo>
                  <a:cubicBezTo>
                    <a:pt x="11999" y="4473"/>
                    <a:pt x="9857" y="2343"/>
                    <a:pt x="7714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8" name="任意多边形: 形状 367"/>
            <p:cNvSpPr/>
            <p:nvPr/>
          </p:nvSpPr>
          <p:spPr>
            <a:xfrm>
              <a:off x="4795430" y="6473213"/>
              <a:ext cx="9374" cy="7667"/>
            </a:xfrm>
            <a:custGeom>
              <a:avLst/>
              <a:gdLst>
                <a:gd name="connsiteX0" fmla="*/ 161 w 9374"/>
                <a:gd name="connsiteY0" fmla="*/ 7668 h 7667"/>
                <a:gd name="connsiteX1" fmla="*/ 161 w 9374"/>
                <a:gd name="connsiteY1" fmla="*/ 7668 h 7667"/>
                <a:gd name="connsiteX2" fmla="*/ 161 w 9374"/>
                <a:gd name="connsiteY2" fmla="*/ 7668 h 7667"/>
                <a:gd name="connsiteX3" fmla="*/ 9374 w 9374"/>
                <a:gd name="connsiteY3" fmla="*/ 639 h 7667"/>
                <a:gd name="connsiteX4" fmla="*/ 8732 w 9374"/>
                <a:gd name="connsiteY4" fmla="*/ 0 h 7667"/>
                <a:gd name="connsiteX5" fmla="*/ 161 w 9374"/>
                <a:gd name="connsiteY5" fmla="*/ 7668 h 7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374" h="7667">
                  <a:moveTo>
                    <a:pt x="161" y="7668"/>
                  </a:moveTo>
                  <a:cubicBezTo>
                    <a:pt x="161" y="7668"/>
                    <a:pt x="-54" y="7668"/>
                    <a:pt x="161" y="7668"/>
                  </a:cubicBezTo>
                  <a:cubicBezTo>
                    <a:pt x="-54" y="7668"/>
                    <a:pt x="-54" y="7668"/>
                    <a:pt x="161" y="7668"/>
                  </a:cubicBezTo>
                  <a:cubicBezTo>
                    <a:pt x="3160" y="5325"/>
                    <a:pt x="6160" y="2982"/>
                    <a:pt x="9374" y="639"/>
                  </a:cubicBezTo>
                  <a:cubicBezTo>
                    <a:pt x="9160" y="426"/>
                    <a:pt x="8946" y="213"/>
                    <a:pt x="8732" y="0"/>
                  </a:cubicBezTo>
                  <a:cubicBezTo>
                    <a:pt x="6160" y="2556"/>
                    <a:pt x="3375" y="5325"/>
                    <a:pt x="161" y="7668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9" name="任意多边形: 形状 368"/>
            <p:cNvSpPr/>
            <p:nvPr/>
          </p:nvSpPr>
          <p:spPr>
            <a:xfrm>
              <a:off x="4806947" y="6485993"/>
              <a:ext cx="9427" cy="7667"/>
            </a:xfrm>
            <a:custGeom>
              <a:avLst/>
              <a:gdLst>
                <a:gd name="connsiteX0" fmla="*/ 0 w 9427"/>
                <a:gd name="connsiteY0" fmla="*/ 7668 h 7667"/>
                <a:gd name="connsiteX1" fmla="*/ 0 w 9427"/>
                <a:gd name="connsiteY1" fmla="*/ 7668 h 7667"/>
                <a:gd name="connsiteX2" fmla="*/ 9428 w 9427"/>
                <a:gd name="connsiteY2" fmla="*/ 852 h 7667"/>
                <a:gd name="connsiteX3" fmla="*/ 8571 w 9427"/>
                <a:gd name="connsiteY3" fmla="*/ 0 h 7667"/>
                <a:gd name="connsiteX4" fmla="*/ 0 w 9427"/>
                <a:gd name="connsiteY4" fmla="*/ 7668 h 7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7" h="7667">
                  <a:moveTo>
                    <a:pt x="0" y="7668"/>
                  </a:moveTo>
                  <a:cubicBezTo>
                    <a:pt x="0" y="7668"/>
                    <a:pt x="214" y="7668"/>
                    <a:pt x="0" y="7668"/>
                  </a:cubicBezTo>
                  <a:cubicBezTo>
                    <a:pt x="3214" y="5537"/>
                    <a:pt x="6214" y="3195"/>
                    <a:pt x="9428" y="852"/>
                  </a:cubicBezTo>
                  <a:cubicBezTo>
                    <a:pt x="9214" y="639"/>
                    <a:pt x="8785" y="213"/>
                    <a:pt x="8571" y="0"/>
                  </a:cubicBezTo>
                  <a:cubicBezTo>
                    <a:pt x="6000" y="2556"/>
                    <a:pt x="3214" y="5325"/>
                    <a:pt x="0" y="7668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0" name="任意多边形: 形状 369"/>
            <p:cNvSpPr/>
            <p:nvPr/>
          </p:nvSpPr>
          <p:spPr>
            <a:xfrm>
              <a:off x="4802233" y="6481307"/>
              <a:ext cx="13285" cy="12353"/>
            </a:xfrm>
            <a:custGeom>
              <a:avLst/>
              <a:gdLst>
                <a:gd name="connsiteX0" fmla="*/ 0 w 13285"/>
                <a:gd name="connsiteY0" fmla="*/ 7029 h 12353"/>
                <a:gd name="connsiteX1" fmla="*/ 4714 w 13285"/>
                <a:gd name="connsiteY1" fmla="*/ 12354 h 12353"/>
                <a:gd name="connsiteX2" fmla="*/ 13285 w 13285"/>
                <a:gd name="connsiteY2" fmla="*/ 4686 h 12353"/>
                <a:gd name="connsiteX3" fmla="*/ 9214 w 13285"/>
                <a:gd name="connsiteY3" fmla="*/ 0 h 12353"/>
                <a:gd name="connsiteX4" fmla="*/ 0 w 13285"/>
                <a:gd name="connsiteY4" fmla="*/ 7029 h 12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285" h="12353">
                  <a:moveTo>
                    <a:pt x="0" y="7029"/>
                  </a:moveTo>
                  <a:cubicBezTo>
                    <a:pt x="1714" y="8733"/>
                    <a:pt x="3214" y="10650"/>
                    <a:pt x="4714" y="12354"/>
                  </a:cubicBezTo>
                  <a:cubicBezTo>
                    <a:pt x="7928" y="10011"/>
                    <a:pt x="10499" y="7242"/>
                    <a:pt x="13285" y="4686"/>
                  </a:cubicBezTo>
                  <a:cubicBezTo>
                    <a:pt x="11999" y="3195"/>
                    <a:pt x="10499" y="1704"/>
                    <a:pt x="9214" y="0"/>
                  </a:cubicBezTo>
                  <a:cubicBezTo>
                    <a:pt x="6214" y="2343"/>
                    <a:pt x="3000" y="4686"/>
                    <a:pt x="0" y="7029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1" name="任意多边形: 形状 370"/>
            <p:cNvSpPr/>
            <p:nvPr/>
          </p:nvSpPr>
          <p:spPr>
            <a:xfrm>
              <a:off x="4801376" y="6480241"/>
              <a:ext cx="10070" cy="8094"/>
            </a:xfrm>
            <a:custGeom>
              <a:avLst/>
              <a:gdLst>
                <a:gd name="connsiteX0" fmla="*/ 857 w 10070"/>
                <a:gd name="connsiteY0" fmla="*/ 8094 h 8094"/>
                <a:gd name="connsiteX1" fmla="*/ 10071 w 10070"/>
                <a:gd name="connsiteY1" fmla="*/ 1065 h 8094"/>
                <a:gd name="connsiteX2" fmla="*/ 9213 w 10070"/>
                <a:gd name="connsiteY2" fmla="*/ 0 h 8094"/>
                <a:gd name="connsiteX3" fmla="*/ 0 w 10070"/>
                <a:gd name="connsiteY3" fmla="*/ 7029 h 8094"/>
                <a:gd name="connsiteX4" fmla="*/ 857 w 10070"/>
                <a:gd name="connsiteY4" fmla="*/ 8094 h 8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70" h="8094">
                  <a:moveTo>
                    <a:pt x="857" y="8094"/>
                  </a:moveTo>
                  <a:cubicBezTo>
                    <a:pt x="3857" y="5751"/>
                    <a:pt x="7071" y="3408"/>
                    <a:pt x="10071" y="1065"/>
                  </a:cubicBezTo>
                  <a:cubicBezTo>
                    <a:pt x="9856" y="639"/>
                    <a:pt x="9428" y="426"/>
                    <a:pt x="9213" y="0"/>
                  </a:cubicBezTo>
                  <a:cubicBezTo>
                    <a:pt x="6214" y="2343"/>
                    <a:pt x="3000" y="4686"/>
                    <a:pt x="0" y="7029"/>
                  </a:cubicBezTo>
                  <a:cubicBezTo>
                    <a:pt x="214" y="7455"/>
                    <a:pt x="643" y="7668"/>
                    <a:pt x="857" y="8094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2" name="任意多边形: 形状 371"/>
            <p:cNvSpPr/>
            <p:nvPr/>
          </p:nvSpPr>
          <p:spPr>
            <a:xfrm>
              <a:off x="4795376" y="6473852"/>
              <a:ext cx="10284" cy="8094"/>
            </a:xfrm>
            <a:custGeom>
              <a:avLst/>
              <a:gdLst>
                <a:gd name="connsiteX0" fmla="*/ 0 w 10284"/>
                <a:gd name="connsiteY0" fmla="*/ 7029 h 8094"/>
                <a:gd name="connsiteX1" fmla="*/ 1071 w 10284"/>
                <a:gd name="connsiteY1" fmla="*/ 8094 h 8094"/>
                <a:gd name="connsiteX2" fmla="*/ 10285 w 10284"/>
                <a:gd name="connsiteY2" fmla="*/ 1065 h 8094"/>
                <a:gd name="connsiteX3" fmla="*/ 9213 w 10284"/>
                <a:gd name="connsiteY3" fmla="*/ 0 h 8094"/>
                <a:gd name="connsiteX4" fmla="*/ 0 w 10284"/>
                <a:gd name="connsiteY4" fmla="*/ 7029 h 8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4" h="8094">
                  <a:moveTo>
                    <a:pt x="0" y="7029"/>
                  </a:moveTo>
                  <a:cubicBezTo>
                    <a:pt x="429" y="7455"/>
                    <a:pt x="643" y="7668"/>
                    <a:pt x="1071" y="8094"/>
                  </a:cubicBezTo>
                  <a:cubicBezTo>
                    <a:pt x="4071" y="5751"/>
                    <a:pt x="7285" y="3408"/>
                    <a:pt x="10285" y="1065"/>
                  </a:cubicBezTo>
                  <a:cubicBezTo>
                    <a:pt x="9856" y="639"/>
                    <a:pt x="9642" y="426"/>
                    <a:pt x="9213" y="0"/>
                  </a:cubicBezTo>
                  <a:cubicBezTo>
                    <a:pt x="6214" y="2343"/>
                    <a:pt x="3214" y="4686"/>
                    <a:pt x="0" y="7029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3" name="任意多边形: 形状 372"/>
            <p:cNvSpPr/>
            <p:nvPr/>
          </p:nvSpPr>
          <p:spPr>
            <a:xfrm>
              <a:off x="4801162" y="6479602"/>
              <a:ext cx="9213" cy="7668"/>
            </a:xfrm>
            <a:custGeom>
              <a:avLst/>
              <a:gdLst>
                <a:gd name="connsiteX0" fmla="*/ 0 w 9213"/>
                <a:gd name="connsiteY0" fmla="*/ 7668 h 7668"/>
                <a:gd name="connsiteX1" fmla="*/ 0 w 9213"/>
                <a:gd name="connsiteY1" fmla="*/ 7668 h 7668"/>
                <a:gd name="connsiteX2" fmla="*/ 9213 w 9213"/>
                <a:gd name="connsiteY2" fmla="*/ 852 h 7668"/>
                <a:gd name="connsiteX3" fmla="*/ 8571 w 9213"/>
                <a:gd name="connsiteY3" fmla="*/ 0 h 7668"/>
                <a:gd name="connsiteX4" fmla="*/ 0 w 9213"/>
                <a:gd name="connsiteY4" fmla="*/ 7668 h 7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13" h="7668">
                  <a:moveTo>
                    <a:pt x="0" y="7668"/>
                  </a:moveTo>
                  <a:cubicBezTo>
                    <a:pt x="214" y="7668"/>
                    <a:pt x="214" y="7668"/>
                    <a:pt x="0" y="7668"/>
                  </a:cubicBezTo>
                  <a:cubicBezTo>
                    <a:pt x="3214" y="5538"/>
                    <a:pt x="6214" y="2982"/>
                    <a:pt x="9213" y="852"/>
                  </a:cubicBezTo>
                  <a:cubicBezTo>
                    <a:pt x="8999" y="639"/>
                    <a:pt x="8785" y="213"/>
                    <a:pt x="8571" y="0"/>
                  </a:cubicBezTo>
                  <a:cubicBezTo>
                    <a:pt x="6000" y="2556"/>
                    <a:pt x="3428" y="5112"/>
                    <a:pt x="0" y="7668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4" name="任意多边形: 形状 373"/>
            <p:cNvSpPr/>
            <p:nvPr/>
          </p:nvSpPr>
          <p:spPr>
            <a:xfrm>
              <a:off x="4796662" y="6475129"/>
              <a:ext cx="12856" cy="10863"/>
            </a:xfrm>
            <a:custGeom>
              <a:avLst/>
              <a:gdLst>
                <a:gd name="connsiteX0" fmla="*/ 3428 w 12856"/>
                <a:gd name="connsiteY0" fmla="*/ 10863 h 10863"/>
                <a:gd name="connsiteX1" fmla="*/ 12856 w 12856"/>
                <a:gd name="connsiteY1" fmla="*/ 4047 h 10863"/>
                <a:gd name="connsiteX2" fmla="*/ 9213 w 12856"/>
                <a:gd name="connsiteY2" fmla="*/ 0 h 10863"/>
                <a:gd name="connsiteX3" fmla="*/ 0 w 12856"/>
                <a:gd name="connsiteY3" fmla="*/ 7029 h 10863"/>
                <a:gd name="connsiteX4" fmla="*/ 3428 w 12856"/>
                <a:gd name="connsiteY4" fmla="*/ 10863 h 10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56" h="10863">
                  <a:moveTo>
                    <a:pt x="3428" y="10863"/>
                  </a:moveTo>
                  <a:cubicBezTo>
                    <a:pt x="6642" y="8520"/>
                    <a:pt x="9642" y="6177"/>
                    <a:pt x="12856" y="4047"/>
                  </a:cubicBezTo>
                  <a:cubicBezTo>
                    <a:pt x="11570" y="2769"/>
                    <a:pt x="10285" y="1278"/>
                    <a:pt x="9213" y="0"/>
                  </a:cubicBezTo>
                  <a:cubicBezTo>
                    <a:pt x="6214" y="2343"/>
                    <a:pt x="3000" y="4686"/>
                    <a:pt x="0" y="7029"/>
                  </a:cubicBezTo>
                  <a:cubicBezTo>
                    <a:pt x="1071" y="8094"/>
                    <a:pt x="2143" y="9372"/>
                    <a:pt x="3428" y="10863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5" name="任意多边形: 形状 374"/>
            <p:cNvSpPr/>
            <p:nvPr/>
          </p:nvSpPr>
          <p:spPr>
            <a:xfrm>
              <a:off x="4800090" y="6479177"/>
              <a:ext cx="9856" cy="8094"/>
            </a:xfrm>
            <a:custGeom>
              <a:avLst/>
              <a:gdLst>
                <a:gd name="connsiteX0" fmla="*/ 0 w 9856"/>
                <a:gd name="connsiteY0" fmla="*/ 6816 h 8094"/>
                <a:gd name="connsiteX1" fmla="*/ 1286 w 9856"/>
                <a:gd name="connsiteY1" fmla="*/ 8094 h 8094"/>
                <a:gd name="connsiteX2" fmla="*/ 9856 w 9856"/>
                <a:gd name="connsiteY2" fmla="*/ 426 h 8094"/>
                <a:gd name="connsiteX3" fmla="*/ 9428 w 9856"/>
                <a:gd name="connsiteY3" fmla="*/ 0 h 8094"/>
                <a:gd name="connsiteX4" fmla="*/ 0 w 9856"/>
                <a:gd name="connsiteY4" fmla="*/ 6816 h 8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6" h="8094">
                  <a:moveTo>
                    <a:pt x="0" y="6816"/>
                  </a:moveTo>
                  <a:cubicBezTo>
                    <a:pt x="428" y="7242"/>
                    <a:pt x="857" y="7668"/>
                    <a:pt x="1286" y="8094"/>
                  </a:cubicBezTo>
                  <a:cubicBezTo>
                    <a:pt x="4500" y="5538"/>
                    <a:pt x="7285" y="2982"/>
                    <a:pt x="9856" y="426"/>
                  </a:cubicBezTo>
                  <a:cubicBezTo>
                    <a:pt x="9642" y="213"/>
                    <a:pt x="9642" y="213"/>
                    <a:pt x="9428" y="0"/>
                  </a:cubicBezTo>
                  <a:cubicBezTo>
                    <a:pt x="6214" y="2130"/>
                    <a:pt x="3000" y="4473"/>
                    <a:pt x="0" y="6816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6" name="任意多边形: 形状 375"/>
            <p:cNvSpPr/>
            <p:nvPr/>
          </p:nvSpPr>
          <p:spPr>
            <a:xfrm>
              <a:off x="4977720" y="6688340"/>
              <a:ext cx="7244" cy="6803"/>
            </a:xfrm>
            <a:custGeom>
              <a:avLst/>
              <a:gdLst>
                <a:gd name="connsiteX0" fmla="*/ 0 w 7244"/>
                <a:gd name="connsiteY0" fmla="*/ 6390 h 6803"/>
                <a:gd name="connsiteX1" fmla="*/ 7071 w 7244"/>
                <a:gd name="connsiteY1" fmla="*/ 0 h 6803"/>
                <a:gd name="connsiteX2" fmla="*/ 2143 w 7244"/>
                <a:gd name="connsiteY2" fmla="*/ 1490 h 6803"/>
                <a:gd name="connsiteX3" fmla="*/ 0 w 7244"/>
                <a:gd name="connsiteY3" fmla="*/ 6390 h 6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44" h="6803">
                  <a:moveTo>
                    <a:pt x="0" y="6390"/>
                  </a:moveTo>
                  <a:cubicBezTo>
                    <a:pt x="4071" y="8094"/>
                    <a:pt x="8142" y="4260"/>
                    <a:pt x="7071" y="0"/>
                  </a:cubicBezTo>
                  <a:cubicBezTo>
                    <a:pt x="4071" y="852"/>
                    <a:pt x="2143" y="1490"/>
                    <a:pt x="2143" y="1490"/>
                  </a:cubicBezTo>
                  <a:cubicBezTo>
                    <a:pt x="1500" y="2982"/>
                    <a:pt x="643" y="4686"/>
                    <a:pt x="0" y="639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7" name="任意多边形: 形状 376"/>
            <p:cNvSpPr/>
            <p:nvPr/>
          </p:nvSpPr>
          <p:spPr>
            <a:xfrm>
              <a:off x="4971078" y="6680885"/>
              <a:ext cx="13713" cy="13844"/>
            </a:xfrm>
            <a:custGeom>
              <a:avLst/>
              <a:gdLst>
                <a:gd name="connsiteX0" fmla="*/ 429 w 13713"/>
                <a:gd name="connsiteY0" fmla="*/ 6177 h 13844"/>
                <a:gd name="connsiteX1" fmla="*/ 0 w 13713"/>
                <a:gd name="connsiteY1" fmla="*/ 7455 h 13844"/>
                <a:gd name="connsiteX2" fmla="*/ 4500 w 13713"/>
                <a:gd name="connsiteY2" fmla="*/ 12780 h 13844"/>
                <a:gd name="connsiteX3" fmla="*/ 6642 w 13713"/>
                <a:gd name="connsiteY3" fmla="*/ 13845 h 13844"/>
                <a:gd name="connsiteX4" fmla="*/ 8785 w 13713"/>
                <a:gd name="connsiteY4" fmla="*/ 8946 h 13844"/>
                <a:gd name="connsiteX5" fmla="*/ 13713 w 13713"/>
                <a:gd name="connsiteY5" fmla="*/ 7455 h 13844"/>
                <a:gd name="connsiteX6" fmla="*/ 12856 w 13713"/>
                <a:gd name="connsiteY6" fmla="*/ 4899 h 13844"/>
                <a:gd name="connsiteX7" fmla="*/ 8571 w 13713"/>
                <a:gd name="connsiteY7" fmla="*/ 0 h 13844"/>
                <a:gd name="connsiteX8" fmla="*/ 6642 w 13713"/>
                <a:gd name="connsiteY8" fmla="*/ 426 h 13844"/>
                <a:gd name="connsiteX9" fmla="*/ 429 w 13713"/>
                <a:gd name="connsiteY9" fmla="*/ 6177 h 1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713" h="13844">
                  <a:moveTo>
                    <a:pt x="429" y="6177"/>
                  </a:moveTo>
                  <a:cubicBezTo>
                    <a:pt x="214" y="6603"/>
                    <a:pt x="0" y="7029"/>
                    <a:pt x="0" y="7455"/>
                  </a:cubicBezTo>
                  <a:cubicBezTo>
                    <a:pt x="1500" y="9159"/>
                    <a:pt x="3000" y="11076"/>
                    <a:pt x="4500" y="12780"/>
                  </a:cubicBezTo>
                  <a:cubicBezTo>
                    <a:pt x="5143" y="13632"/>
                    <a:pt x="6000" y="13419"/>
                    <a:pt x="6642" y="13845"/>
                  </a:cubicBezTo>
                  <a:cubicBezTo>
                    <a:pt x="7285" y="12141"/>
                    <a:pt x="8142" y="10650"/>
                    <a:pt x="8785" y="8946"/>
                  </a:cubicBezTo>
                  <a:cubicBezTo>
                    <a:pt x="8785" y="8946"/>
                    <a:pt x="10928" y="8520"/>
                    <a:pt x="13713" y="7455"/>
                  </a:cubicBezTo>
                  <a:cubicBezTo>
                    <a:pt x="13499" y="6603"/>
                    <a:pt x="13499" y="5751"/>
                    <a:pt x="12856" y="4899"/>
                  </a:cubicBezTo>
                  <a:cubicBezTo>
                    <a:pt x="11356" y="3195"/>
                    <a:pt x="10071" y="1491"/>
                    <a:pt x="8571" y="0"/>
                  </a:cubicBezTo>
                  <a:cubicBezTo>
                    <a:pt x="7500" y="213"/>
                    <a:pt x="6857" y="426"/>
                    <a:pt x="6642" y="426"/>
                  </a:cubicBezTo>
                  <a:cubicBezTo>
                    <a:pt x="3857" y="1065"/>
                    <a:pt x="1500" y="3195"/>
                    <a:pt x="429" y="6177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8" name="任意多边形: 形状 377"/>
            <p:cNvSpPr/>
            <p:nvPr/>
          </p:nvSpPr>
          <p:spPr>
            <a:xfrm>
              <a:off x="4668528" y="6356703"/>
              <a:ext cx="43496" cy="28967"/>
            </a:xfrm>
            <a:custGeom>
              <a:avLst/>
              <a:gdLst>
                <a:gd name="connsiteX0" fmla="*/ 6856 w 43496"/>
                <a:gd name="connsiteY0" fmla="*/ 2982 h 28967"/>
                <a:gd name="connsiteX1" fmla="*/ 0 w 43496"/>
                <a:gd name="connsiteY1" fmla="*/ 0 h 28967"/>
                <a:gd name="connsiteX2" fmla="*/ 13285 w 43496"/>
                <a:gd name="connsiteY2" fmla="*/ 13206 h 28967"/>
                <a:gd name="connsiteX3" fmla="*/ 43497 w 43496"/>
                <a:gd name="connsiteY3" fmla="*/ 28967 h 28967"/>
                <a:gd name="connsiteX4" fmla="*/ 6856 w 43496"/>
                <a:gd name="connsiteY4" fmla="*/ 2982 h 28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496" h="28967">
                  <a:moveTo>
                    <a:pt x="6856" y="2982"/>
                  </a:moveTo>
                  <a:cubicBezTo>
                    <a:pt x="4500" y="1917"/>
                    <a:pt x="2143" y="1065"/>
                    <a:pt x="0" y="0"/>
                  </a:cubicBezTo>
                  <a:cubicBezTo>
                    <a:pt x="4500" y="4260"/>
                    <a:pt x="8999" y="8733"/>
                    <a:pt x="13285" y="13206"/>
                  </a:cubicBezTo>
                  <a:cubicBezTo>
                    <a:pt x="23355" y="18531"/>
                    <a:pt x="33640" y="23430"/>
                    <a:pt x="43497" y="28967"/>
                  </a:cubicBezTo>
                  <a:cubicBezTo>
                    <a:pt x="31712" y="19595"/>
                    <a:pt x="19498" y="11076"/>
                    <a:pt x="6856" y="2982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9" name="任意多边形: 形状 378"/>
            <p:cNvSpPr/>
            <p:nvPr/>
          </p:nvSpPr>
          <p:spPr>
            <a:xfrm>
              <a:off x="4665314" y="6353721"/>
              <a:ext cx="10070" cy="5963"/>
            </a:xfrm>
            <a:custGeom>
              <a:avLst/>
              <a:gdLst>
                <a:gd name="connsiteX0" fmla="*/ 1286 w 10070"/>
                <a:gd name="connsiteY0" fmla="*/ 213 h 5963"/>
                <a:gd name="connsiteX1" fmla="*/ 0 w 10070"/>
                <a:gd name="connsiteY1" fmla="*/ 0 h 5963"/>
                <a:gd name="connsiteX2" fmla="*/ 3214 w 10070"/>
                <a:gd name="connsiteY2" fmla="*/ 2982 h 5963"/>
                <a:gd name="connsiteX3" fmla="*/ 10071 w 10070"/>
                <a:gd name="connsiteY3" fmla="*/ 5964 h 5963"/>
                <a:gd name="connsiteX4" fmla="*/ 1286 w 10070"/>
                <a:gd name="connsiteY4" fmla="*/ 213 h 5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70" h="5963">
                  <a:moveTo>
                    <a:pt x="1286" y="213"/>
                  </a:moveTo>
                  <a:cubicBezTo>
                    <a:pt x="857" y="0"/>
                    <a:pt x="429" y="213"/>
                    <a:pt x="0" y="0"/>
                  </a:cubicBezTo>
                  <a:cubicBezTo>
                    <a:pt x="1071" y="1065"/>
                    <a:pt x="2143" y="1918"/>
                    <a:pt x="3214" y="2982"/>
                  </a:cubicBezTo>
                  <a:cubicBezTo>
                    <a:pt x="5571" y="4047"/>
                    <a:pt x="7928" y="4899"/>
                    <a:pt x="10071" y="5964"/>
                  </a:cubicBezTo>
                  <a:cubicBezTo>
                    <a:pt x="7071" y="4047"/>
                    <a:pt x="4285" y="1918"/>
                    <a:pt x="1286" y="213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0" name="任意多边形: 形状 379"/>
            <p:cNvSpPr/>
            <p:nvPr/>
          </p:nvSpPr>
          <p:spPr>
            <a:xfrm>
              <a:off x="4853872" y="6664697"/>
              <a:ext cx="71138" cy="77318"/>
            </a:xfrm>
            <a:custGeom>
              <a:avLst/>
              <a:gdLst>
                <a:gd name="connsiteX0" fmla="*/ 0 w 71138"/>
                <a:gd name="connsiteY0" fmla="*/ 5538 h 77318"/>
                <a:gd name="connsiteX1" fmla="*/ 7071 w 71138"/>
                <a:gd name="connsiteY1" fmla="*/ 15549 h 77318"/>
                <a:gd name="connsiteX2" fmla="*/ 59996 w 71138"/>
                <a:gd name="connsiteY2" fmla="*/ 77318 h 77318"/>
                <a:gd name="connsiteX3" fmla="*/ 60853 w 71138"/>
                <a:gd name="connsiteY3" fmla="*/ 76893 h 77318"/>
                <a:gd name="connsiteX4" fmla="*/ 71138 w 71138"/>
                <a:gd name="connsiteY4" fmla="*/ 72207 h 77318"/>
                <a:gd name="connsiteX5" fmla="*/ 8999 w 71138"/>
                <a:gd name="connsiteY5" fmla="*/ 0 h 77318"/>
                <a:gd name="connsiteX6" fmla="*/ 0 w 71138"/>
                <a:gd name="connsiteY6" fmla="*/ 5538 h 7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138" h="77318">
                  <a:moveTo>
                    <a:pt x="0" y="5538"/>
                  </a:moveTo>
                  <a:cubicBezTo>
                    <a:pt x="2357" y="8946"/>
                    <a:pt x="4500" y="12354"/>
                    <a:pt x="7071" y="15549"/>
                  </a:cubicBezTo>
                  <a:cubicBezTo>
                    <a:pt x="23141" y="37062"/>
                    <a:pt x="40283" y="58788"/>
                    <a:pt x="59996" y="77318"/>
                  </a:cubicBezTo>
                  <a:cubicBezTo>
                    <a:pt x="60210" y="77105"/>
                    <a:pt x="60639" y="77105"/>
                    <a:pt x="60853" y="76893"/>
                  </a:cubicBezTo>
                  <a:cubicBezTo>
                    <a:pt x="63853" y="75615"/>
                    <a:pt x="67495" y="73910"/>
                    <a:pt x="71138" y="72207"/>
                  </a:cubicBezTo>
                  <a:cubicBezTo>
                    <a:pt x="47782" y="50907"/>
                    <a:pt x="27212" y="26412"/>
                    <a:pt x="8999" y="0"/>
                  </a:cubicBezTo>
                  <a:cubicBezTo>
                    <a:pt x="6000" y="1917"/>
                    <a:pt x="3000" y="3621"/>
                    <a:pt x="0" y="5538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1" name="任意多边形: 形状 380"/>
            <p:cNvSpPr/>
            <p:nvPr/>
          </p:nvSpPr>
          <p:spPr>
            <a:xfrm>
              <a:off x="4773949" y="6518794"/>
              <a:ext cx="70494" cy="124391"/>
            </a:xfrm>
            <a:custGeom>
              <a:avLst/>
              <a:gdLst>
                <a:gd name="connsiteX0" fmla="*/ 22284 w 70494"/>
                <a:gd name="connsiteY0" fmla="*/ 52185 h 124391"/>
                <a:gd name="connsiteX1" fmla="*/ 61710 w 70494"/>
                <a:gd name="connsiteY1" fmla="*/ 124391 h 124391"/>
                <a:gd name="connsiteX2" fmla="*/ 70495 w 70494"/>
                <a:gd name="connsiteY2" fmla="*/ 117788 h 124391"/>
                <a:gd name="connsiteX3" fmla="*/ 29569 w 70494"/>
                <a:gd name="connsiteY3" fmla="*/ 40683 h 124391"/>
                <a:gd name="connsiteX4" fmla="*/ 9428 w 70494"/>
                <a:gd name="connsiteY4" fmla="*/ 0 h 124391"/>
                <a:gd name="connsiteX5" fmla="*/ 0 w 70494"/>
                <a:gd name="connsiteY5" fmla="*/ 7029 h 124391"/>
                <a:gd name="connsiteX6" fmla="*/ 22284 w 70494"/>
                <a:gd name="connsiteY6" fmla="*/ 52185 h 124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494" h="124391">
                  <a:moveTo>
                    <a:pt x="22284" y="52185"/>
                  </a:moveTo>
                  <a:cubicBezTo>
                    <a:pt x="34069" y="77318"/>
                    <a:pt x="47139" y="101174"/>
                    <a:pt x="61710" y="124391"/>
                  </a:cubicBezTo>
                  <a:cubicBezTo>
                    <a:pt x="64495" y="122261"/>
                    <a:pt x="67495" y="120131"/>
                    <a:pt x="70495" y="117788"/>
                  </a:cubicBezTo>
                  <a:cubicBezTo>
                    <a:pt x="55282" y="92654"/>
                    <a:pt x="41783" y="66456"/>
                    <a:pt x="29569" y="40683"/>
                  </a:cubicBezTo>
                  <a:cubicBezTo>
                    <a:pt x="23141" y="27051"/>
                    <a:pt x="16499" y="13419"/>
                    <a:pt x="9428" y="0"/>
                  </a:cubicBezTo>
                  <a:cubicBezTo>
                    <a:pt x="6214" y="2343"/>
                    <a:pt x="3000" y="4686"/>
                    <a:pt x="0" y="7029"/>
                  </a:cubicBezTo>
                  <a:cubicBezTo>
                    <a:pt x="7928" y="22152"/>
                    <a:pt x="15213" y="37062"/>
                    <a:pt x="22284" y="52185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2" name="任意多边形: 形状 381"/>
            <p:cNvSpPr/>
            <p:nvPr/>
          </p:nvSpPr>
          <p:spPr>
            <a:xfrm>
              <a:off x="4772021" y="6514960"/>
              <a:ext cx="11570" cy="11076"/>
            </a:xfrm>
            <a:custGeom>
              <a:avLst/>
              <a:gdLst>
                <a:gd name="connsiteX0" fmla="*/ 2143 w 11570"/>
                <a:gd name="connsiteY0" fmla="*/ 11076 h 11076"/>
                <a:gd name="connsiteX1" fmla="*/ 11570 w 11570"/>
                <a:gd name="connsiteY1" fmla="*/ 4047 h 11076"/>
                <a:gd name="connsiteX2" fmla="*/ 9428 w 11570"/>
                <a:gd name="connsiteY2" fmla="*/ 0 h 11076"/>
                <a:gd name="connsiteX3" fmla="*/ 0 w 11570"/>
                <a:gd name="connsiteY3" fmla="*/ 7242 h 11076"/>
                <a:gd name="connsiteX4" fmla="*/ 2143 w 11570"/>
                <a:gd name="connsiteY4" fmla="*/ 11076 h 11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70" h="11076">
                  <a:moveTo>
                    <a:pt x="2143" y="11076"/>
                  </a:moveTo>
                  <a:cubicBezTo>
                    <a:pt x="5357" y="8733"/>
                    <a:pt x="8357" y="6390"/>
                    <a:pt x="11570" y="4047"/>
                  </a:cubicBezTo>
                  <a:cubicBezTo>
                    <a:pt x="10928" y="2769"/>
                    <a:pt x="10070" y="1278"/>
                    <a:pt x="9428" y="0"/>
                  </a:cubicBezTo>
                  <a:cubicBezTo>
                    <a:pt x="6214" y="2343"/>
                    <a:pt x="3000" y="4899"/>
                    <a:pt x="0" y="7242"/>
                  </a:cubicBezTo>
                  <a:cubicBezTo>
                    <a:pt x="857" y="8520"/>
                    <a:pt x="1500" y="9798"/>
                    <a:pt x="2143" y="11076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3" name="任意多边形: 形状 382"/>
            <p:cNvSpPr/>
            <p:nvPr/>
          </p:nvSpPr>
          <p:spPr>
            <a:xfrm>
              <a:off x="4844873" y="6650853"/>
              <a:ext cx="17998" cy="19382"/>
            </a:xfrm>
            <a:custGeom>
              <a:avLst/>
              <a:gdLst>
                <a:gd name="connsiteX0" fmla="*/ 8999 w 17998"/>
                <a:gd name="connsiteY0" fmla="*/ 19383 h 19382"/>
                <a:gd name="connsiteX1" fmla="*/ 17999 w 17998"/>
                <a:gd name="connsiteY1" fmla="*/ 13845 h 19382"/>
                <a:gd name="connsiteX2" fmla="*/ 8785 w 17998"/>
                <a:gd name="connsiteY2" fmla="*/ 0 h 19382"/>
                <a:gd name="connsiteX3" fmla="*/ 0 w 17998"/>
                <a:gd name="connsiteY3" fmla="*/ 6603 h 19382"/>
                <a:gd name="connsiteX4" fmla="*/ 8999 w 17998"/>
                <a:gd name="connsiteY4" fmla="*/ 19383 h 19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98" h="19382">
                  <a:moveTo>
                    <a:pt x="8999" y="19383"/>
                  </a:moveTo>
                  <a:cubicBezTo>
                    <a:pt x="11999" y="17466"/>
                    <a:pt x="14999" y="15762"/>
                    <a:pt x="17999" y="13845"/>
                  </a:cubicBezTo>
                  <a:cubicBezTo>
                    <a:pt x="14785" y="9159"/>
                    <a:pt x="11785" y="4686"/>
                    <a:pt x="8785" y="0"/>
                  </a:cubicBezTo>
                  <a:cubicBezTo>
                    <a:pt x="5571" y="2343"/>
                    <a:pt x="2786" y="4473"/>
                    <a:pt x="0" y="6603"/>
                  </a:cubicBezTo>
                  <a:cubicBezTo>
                    <a:pt x="2786" y="10863"/>
                    <a:pt x="6000" y="15123"/>
                    <a:pt x="8999" y="19383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4" name="任意多边形: 形状 383"/>
            <p:cNvSpPr/>
            <p:nvPr/>
          </p:nvSpPr>
          <p:spPr>
            <a:xfrm>
              <a:off x="4836087" y="6636581"/>
              <a:ext cx="17355" cy="19596"/>
            </a:xfrm>
            <a:custGeom>
              <a:avLst/>
              <a:gdLst>
                <a:gd name="connsiteX0" fmla="*/ 7928 w 17355"/>
                <a:gd name="connsiteY0" fmla="*/ 19596 h 19596"/>
                <a:gd name="connsiteX1" fmla="*/ 17356 w 17355"/>
                <a:gd name="connsiteY1" fmla="*/ 13845 h 19596"/>
                <a:gd name="connsiteX2" fmla="*/ 8785 w 17355"/>
                <a:gd name="connsiteY2" fmla="*/ 0 h 19596"/>
                <a:gd name="connsiteX3" fmla="*/ 0 w 17355"/>
                <a:gd name="connsiteY3" fmla="*/ 6604 h 19596"/>
                <a:gd name="connsiteX4" fmla="*/ 7928 w 17355"/>
                <a:gd name="connsiteY4" fmla="*/ 19596 h 19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55" h="19596">
                  <a:moveTo>
                    <a:pt x="7928" y="19596"/>
                  </a:moveTo>
                  <a:cubicBezTo>
                    <a:pt x="11142" y="17679"/>
                    <a:pt x="14142" y="15762"/>
                    <a:pt x="17356" y="13845"/>
                  </a:cubicBezTo>
                  <a:cubicBezTo>
                    <a:pt x="14356" y="9372"/>
                    <a:pt x="11571" y="4686"/>
                    <a:pt x="8785" y="0"/>
                  </a:cubicBezTo>
                  <a:cubicBezTo>
                    <a:pt x="5785" y="2343"/>
                    <a:pt x="2571" y="4473"/>
                    <a:pt x="0" y="6604"/>
                  </a:cubicBezTo>
                  <a:cubicBezTo>
                    <a:pt x="2357" y="11076"/>
                    <a:pt x="5143" y="15336"/>
                    <a:pt x="7928" y="19596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5" name="任意多边形: 形状 384"/>
            <p:cNvSpPr/>
            <p:nvPr/>
          </p:nvSpPr>
          <p:spPr>
            <a:xfrm>
              <a:off x="4844016" y="6650427"/>
              <a:ext cx="9642" cy="7028"/>
            </a:xfrm>
            <a:custGeom>
              <a:avLst/>
              <a:gdLst>
                <a:gd name="connsiteX0" fmla="*/ 857 w 9642"/>
                <a:gd name="connsiteY0" fmla="*/ 7029 h 7028"/>
                <a:gd name="connsiteX1" fmla="*/ 9642 w 9642"/>
                <a:gd name="connsiteY1" fmla="*/ 426 h 7028"/>
                <a:gd name="connsiteX2" fmla="*/ 9428 w 9642"/>
                <a:gd name="connsiteY2" fmla="*/ 0 h 7028"/>
                <a:gd name="connsiteX3" fmla="*/ 0 w 9642"/>
                <a:gd name="connsiteY3" fmla="*/ 5751 h 7028"/>
                <a:gd name="connsiteX4" fmla="*/ 857 w 9642"/>
                <a:gd name="connsiteY4" fmla="*/ 7029 h 7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42" h="7028">
                  <a:moveTo>
                    <a:pt x="857" y="7029"/>
                  </a:moveTo>
                  <a:cubicBezTo>
                    <a:pt x="3643" y="4899"/>
                    <a:pt x="6428" y="2768"/>
                    <a:pt x="9642" y="426"/>
                  </a:cubicBezTo>
                  <a:cubicBezTo>
                    <a:pt x="9642" y="213"/>
                    <a:pt x="9428" y="213"/>
                    <a:pt x="9428" y="0"/>
                  </a:cubicBezTo>
                  <a:cubicBezTo>
                    <a:pt x="6214" y="1917"/>
                    <a:pt x="3214" y="3834"/>
                    <a:pt x="0" y="5751"/>
                  </a:cubicBezTo>
                  <a:cubicBezTo>
                    <a:pt x="214" y="6176"/>
                    <a:pt x="643" y="6603"/>
                    <a:pt x="857" y="7029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6" name="任意多边形: 形状 385"/>
            <p:cNvSpPr/>
            <p:nvPr/>
          </p:nvSpPr>
          <p:spPr>
            <a:xfrm>
              <a:off x="4771592" y="6513895"/>
              <a:ext cx="10070" cy="8306"/>
            </a:xfrm>
            <a:custGeom>
              <a:avLst/>
              <a:gdLst>
                <a:gd name="connsiteX0" fmla="*/ 643 w 10070"/>
                <a:gd name="connsiteY0" fmla="*/ 8307 h 8306"/>
                <a:gd name="connsiteX1" fmla="*/ 10071 w 10070"/>
                <a:gd name="connsiteY1" fmla="*/ 1065 h 8306"/>
                <a:gd name="connsiteX2" fmla="*/ 9428 w 10070"/>
                <a:gd name="connsiteY2" fmla="*/ 0 h 8306"/>
                <a:gd name="connsiteX3" fmla="*/ 0 w 10070"/>
                <a:gd name="connsiteY3" fmla="*/ 7242 h 8306"/>
                <a:gd name="connsiteX4" fmla="*/ 643 w 10070"/>
                <a:gd name="connsiteY4" fmla="*/ 8307 h 8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70" h="8306">
                  <a:moveTo>
                    <a:pt x="643" y="8307"/>
                  </a:moveTo>
                  <a:cubicBezTo>
                    <a:pt x="3643" y="5964"/>
                    <a:pt x="6856" y="3621"/>
                    <a:pt x="10071" y="1065"/>
                  </a:cubicBezTo>
                  <a:cubicBezTo>
                    <a:pt x="9856" y="639"/>
                    <a:pt x="9642" y="426"/>
                    <a:pt x="9428" y="0"/>
                  </a:cubicBezTo>
                  <a:cubicBezTo>
                    <a:pt x="6214" y="2343"/>
                    <a:pt x="3214" y="4899"/>
                    <a:pt x="0" y="7242"/>
                  </a:cubicBezTo>
                  <a:cubicBezTo>
                    <a:pt x="214" y="7668"/>
                    <a:pt x="429" y="7881"/>
                    <a:pt x="643" y="8307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7" name="任意多边形: 形状 386"/>
            <p:cNvSpPr/>
            <p:nvPr/>
          </p:nvSpPr>
          <p:spPr>
            <a:xfrm>
              <a:off x="4758950" y="6490465"/>
              <a:ext cx="13927" cy="14910"/>
            </a:xfrm>
            <a:custGeom>
              <a:avLst/>
              <a:gdLst>
                <a:gd name="connsiteX0" fmla="*/ 0 w 13927"/>
                <a:gd name="connsiteY0" fmla="*/ 7029 h 14910"/>
                <a:gd name="connsiteX1" fmla="*/ 4500 w 13927"/>
                <a:gd name="connsiteY1" fmla="*/ 14910 h 14910"/>
                <a:gd name="connsiteX2" fmla="*/ 13927 w 13927"/>
                <a:gd name="connsiteY2" fmla="*/ 7668 h 14910"/>
                <a:gd name="connsiteX3" fmla="*/ 9642 w 13927"/>
                <a:gd name="connsiteY3" fmla="*/ 0 h 14910"/>
                <a:gd name="connsiteX4" fmla="*/ 0 w 13927"/>
                <a:gd name="connsiteY4" fmla="*/ 7029 h 14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27" h="14910">
                  <a:moveTo>
                    <a:pt x="0" y="7029"/>
                  </a:moveTo>
                  <a:cubicBezTo>
                    <a:pt x="1500" y="9585"/>
                    <a:pt x="3000" y="12354"/>
                    <a:pt x="4500" y="14910"/>
                  </a:cubicBezTo>
                  <a:cubicBezTo>
                    <a:pt x="7714" y="12354"/>
                    <a:pt x="10714" y="10011"/>
                    <a:pt x="13927" y="7668"/>
                  </a:cubicBezTo>
                  <a:cubicBezTo>
                    <a:pt x="12642" y="5112"/>
                    <a:pt x="11142" y="2556"/>
                    <a:pt x="9642" y="0"/>
                  </a:cubicBezTo>
                  <a:cubicBezTo>
                    <a:pt x="6214" y="2556"/>
                    <a:pt x="3214" y="4899"/>
                    <a:pt x="0" y="7029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8" name="任意多边形: 形状 387"/>
            <p:cNvSpPr/>
            <p:nvPr/>
          </p:nvSpPr>
          <p:spPr>
            <a:xfrm>
              <a:off x="4692955" y="6385670"/>
              <a:ext cx="66638" cy="96275"/>
            </a:xfrm>
            <a:custGeom>
              <a:avLst/>
              <a:gdLst>
                <a:gd name="connsiteX0" fmla="*/ 66638 w 66638"/>
                <a:gd name="connsiteY0" fmla="*/ 89246 h 96275"/>
                <a:gd name="connsiteX1" fmla="*/ 9428 w 66638"/>
                <a:gd name="connsiteY1" fmla="*/ 7029 h 96275"/>
                <a:gd name="connsiteX2" fmla="*/ 0 w 66638"/>
                <a:gd name="connsiteY2" fmla="*/ 0 h 96275"/>
                <a:gd name="connsiteX3" fmla="*/ 26355 w 66638"/>
                <a:gd name="connsiteY3" fmla="*/ 48138 h 96275"/>
                <a:gd name="connsiteX4" fmla="*/ 57424 w 66638"/>
                <a:gd name="connsiteY4" fmla="*/ 96275 h 96275"/>
                <a:gd name="connsiteX5" fmla="*/ 66638 w 66638"/>
                <a:gd name="connsiteY5" fmla="*/ 89246 h 9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638" h="96275">
                  <a:moveTo>
                    <a:pt x="66638" y="89246"/>
                  </a:moveTo>
                  <a:cubicBezTo>
                    <a:pt x="49711" y="60279"/>
                    <a:pt x="30855" y="32589"/>
                    <a:pt x="9428" y="7029"/>
                  </a:cubicBezTo>
                  <a:cubicBezTo>
                    <a:pt x="6428" y="4686"/>
                    <a:pt x="3214" y="2343"/>
                    <a:pt x="0" y="0"/>
                  </a:cubicBezTo>
                  <a:cubicBezTo>
                    <a:pt x="9428" y="13206"/>
                    <a:pt x="18213" y="28968"/>
                    <a:pt x="26355" y="48138"/>
                  </a:cubicBezTo>
                  <a:cubicBezTo>
                    <a:pt x="37497" y="63687"/>
                    <a:pt x="47782" y="79874"/>
                    <a:pt x="57424" y="96275"/>
                  </a:cubicBezTo>
                  <a:cubicBezTo>
                    <a:pt x="60424" y="94358"/>
                    <a:pt x="63638" y="91802"/>
                    <a:pt x="66638" y="89246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9" name="任意多边形: 形状 388"/>
            <p:cNvSpPr/>
            <p:nvPr/>
          </p:nvSpPr>
          <p:spPr>
            <a:xfrm>
              <a:off x="4754664" y="6483010"/>
              <a:ext cx="13713" cy="14271"/>
            </a:xfrm>
            <a:custGeom>
              <a:avLst/>
              <a:gdLst>
                <a:gd name="connsiteX0" fmla="*/ 9428 w 13713"/>
                <a:gd name="connsiteY0" fmla="*/ 0 h 14271"/>
                <a:gd name="connsiteX1" fmla="*/ 0 w 13713"/>
                <a:gd name="connsiteY1" fmla="*/ 6816 h 14271"/>
                <a:gd name="connsiteX2" fmla="*/ 4286 w 13713"/>
                <a:gd name="connsiteY2" fmla="*/ 14271 h 14271"/>
                <a:gd name="connsiteX3" fmla="*/ 13713 w 13713"/>
                <a:gd name="connsiteY3" fmla="*/ 7242 h 14271"/>
                <a:gd name="connsiteX4" fmla="*/ 9428 w 13713"/>
                <a:gd name="connsiteY4" fmla="*/ 0 h 1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13" h="14271">
                  <a:moveTo>
                    <a:pt x="9428" y="0"/>
                  </a:moveTo>
                  <a:cubicBezTo>
                    <a:pt x="6214" y="2556"/>
                    <a:pt x="3214" y="4686"/>
                    <a:pt x="0" y="6816"/>
                  </a:cubicBezTo>
                  <a:cubicBezTo>
                    <a:pt x="1500" y="9372"/>
                    <a:pt x="2786" y="11928"/>
                    <a:pt x="4286" y="14271"/>
                  </a:cubicBezTo>
                  <a:cubicBezTo>
                    <a:pt x="7500" y="12141"/>
                    <a:pt x="10714" y="9798"/>
                    <a:pt x="13713" y="7242"/>
                  </a:cubicBezTo>
                  <a:cubicBezTo>
                    <a:pt x="12428" y="5112"/>
                    <a:pt x="10928" y="2556"/>
                    <a:pt x="9428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0" name="任意多边形: 形状 389"/>
            <p:cNvSpPr/>
            <p:nvPr/>
          </p:nvSpPr>
          <p:spPr>
            <a:xfrm>
              <a:off x="4750379" y="6474916"/>
              <a:ext cx="13713" cy="15123"/>
            </a:xfrm>
            <a:custGeom>
              <a:avLst/>
              <a:gdLst>
                <a:gd name="connsiteX0" fmla="*/ 9214 w 13713"/>
                <a:gd name="connsiteY0" fmla="*/ 0 h 15123"/>
                <a:gd name="connsiteX1" fmla="*/ 0 w 13713"/>
                <a:gd name="connsiteY1" fmla="*/ 7242 h 15123"/>
                <a:gd name="connsiteX2" fmla="*/ 4285 w 13713"/>
                <a:gd name="connsiteY2" fmla="*/ 15123 h 15123"/>
                <a:gd name="connsiteX3" fmla="*/ 13713 w 13713"/>
                <a:gd name="connsiteY3" fmla="*/ 8307 h 15123"/>
                <a:gd name="connsiteX4" fmla="*/ 9214 w 13713"/>
                <a:gd name="connsiteY4" fmla="*/ 0 h 15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13" h="15123">
                  <a:moveTo>
                    <a:pt x="9214" y="0"/>
                  </a:moveTo>
                  <a:cubicBezTo>
                    <a:pt x="6214" y="2556"/>
                    <a:pt x="3000" y="4899"/>
                    <a:pt x="0" y="7242"/>
                  </a:cubicBezTo>
                  <a:cubicBezTo>
                    <a:pt x="1500" y="9798"/>
                    <a:pt x="3000" y="12567"/>
                    <a:pt x="4285" y="15123"/>
                  </a:cubicBezTo>
                  <a:cubicBezTo>
                    <a:pt x="7500" y="12993"/>
                    <a:pt x="10714" y="10650"/>
                    <a:pt x="13713" y="8307"/>
                  </a:cubicBezTo>
                  <a:cubicBezTo>
                    <a:pt x="12214" y="5538"/>
                    <a:pt x="10714" y="2769"/>
                    <a:pt x="9214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1" name="任意多边形: 形状 390"/>
            <p:cNvSpPr/>
            <p:nvPr/>
          </p:nvSpPr>
          <p:spPr>
            <a:xfrm>
              <a:off x="4763236" y="6498133"/>
              <a:ext cx="9642" cy="7455"/>
            </a:xfrm>
            <a:custGeom>
              <a:avLst/>
              <a:gdLst>
                <a:gd name="connsiteX0" fmla="*/ 214 w 9642"/>
                <a:gd name="connsiteY0" fmla="*/ 7455 h 7455"/>
                <a:gd name="connsiteX1" fmla="*/ 9642 w 9642"/>
                <a:gd name="connsiteY1" fmla="*/ 213 h 7455"/>
                <a:gd name="connsiteX2" fmla="*/ 9428 w 9642"/>
                <a:gd name="connsiteY2" fmla="*/ 0 h 7455"/>
                <a:gd name="connsiteX3" fmla="*/ 0 w 9642"/>
                <a:gd name="connsiteY3" fmla="*/ 7242 h 7455"/>
                <a:gd name="connsiteX4" fmla="*/ 214 w 9642"/>
                <a:gd name="connsiteY4" fmla="*/ 7455 h 7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42" h="7455">
                  <a:moveTo>
                    <a:pt x="214" y="7455"/>
                  </a:moveTo>
                  <a:cubicBezTo>
                    <a:pt x="3428" y="5112"/>
                    <a:pt x="6428" y="2557"/>
                    <a:pt x="9642" y="213"/>
                  </a:cubicBezTo>
                  <a:cubicBezTo>
                    <a:pt x="9642" y="213"/>
                    <a:pt x="9428" y="0"/>
                    <a:pt x="9428" y="0"/>
                  </a:cubicBezTo>
                  <a:cubicBezTo>
                    <a:pt x="6428" y="2343"/>
                    <a:pt x="3214" y="4899"/>
                    <a:pt x="0" y="7242"/>
                  </a:cubicBezTo>
                  <a:cubicBezTo>
                    <a:pt x="214" y="7455"/>
                    <a:pt x="214" y="7455"/>
                    <a:pt x="214" y="7455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2" name="任意多边形: 形状 391"/>
            <p:cNvSpPr/>
            <p:nvPr/>
          </p:nvSpPr>
          <p:spPr>
            <a:xfrm>
              <a:off x="4771646" y="6513682"/>
              <a:ext cx="9588" cy="7455"/>
            </a:xfrm>
            <a:custGeom>
              <a:avLst/>
              <a:gdLst>
                <a:gd name="connsiteX0" fmla="*/ 161 w 9588"/>
                <a:gd name="connsiteY0" fmla="*/ 7455 h 7455"/>
                <a:gd name="connsiteX1" fmla="*/ 9589 w 9588"/>
                <a:gd name="connsiteY1" fmla="*/ 213 h 7455"/>
                <a:gd name="connsiteX2" fmla="*/ 9374 w 9588"/>
                <a:gd name="connsiteY2" fmla="*/ 0 h 7455"/>
                <a:gd name="connsiteX3" fmla="*/ 161 w 9588"/>
                <a:gd name="connsiteY3" fmla="*/ 7242 h 7455"/>
                <a:gd name="connsiteX4" fmla="*/ 161 w 9588"/>
                <a:gd name="connsiteY4" fmla="*/ 7455 h 7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88" h="7455">
                  <a:moveTo>
                    <a:pt x="161" y="7455"/>
                  </a:moveTo>
                  <a:cubicBezTo>
                    <a:pt x="3375" y="5112"/>
                    <a:pt x="6375" y="2556"/>
                    <a:pt x="9589" y="213"/>
                  </a:cubicBezTo>
                  <a:cubicBezTo>
                    <a:pt x="9589" y="213"/>
                    <a:pt x="9589" y="0"/>
                    <a:pt x="9374" y="0"/>
                  </a:cubicBezTo>
                  <a:cubicBezTo>
                    <a:pt x="6375" y="2343"/>
                    <a:pt x="3160" y="4899"/>
                    <a:pt x="161" y="7242"/>
                  </a:cubicBezTo>
                  <a:cubicBezTo>
                    <a:pt x="-54" y="7455"/>
                    <a:pt x="-54" y="7455"/>
                    <a:pt x="161" y="7455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3" name="任意多边形: 形状 392"/>
            <p:cNvSpPr/>
            <p:nvPr/>
          </p:nvSpPr>
          <p:spPr>
            <a:xfrm>
              <a:off x="4767949" y="6507079"/>
              <a:ext cx="12856" cy="13844"/>
            </a:xfrm>
            <a:custGeom>
              <a:avLst/>
              <a:gdLst>
                <a:gd name="connsiteX0" fmla="*/ 3643 w 12856"/>
                <a:gd name="connsiteY0" fmla="*/ 13845 h 13844"/>
                <a:gd name="connsiteX1" fmla="*/ 12856 w 12856"/>
                <a:gd name="connsiteY1" fmla="*/ 6603 h 13844"/>
                <a:gd name="connsiteX2" fmla="*/ 9428 w 12856"/>
                <a:gd name="connsiteY2" fmla="*/ 0 h 13844"/>
                <a:gd name="connsiteX3" fmla="*/ 0 w 12856"/>
                <a:gd name="connsiteY3" fmla="*/ 7029 h 13844"/>
                <a:gd name="connsiteX4" fmla="*/ 3643 w 12856"/>
                <a:gd name="connsiteY4" fmla="*/ 13845 h 1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56" h="13844">
                  <a:moveTo>
                    <a:pt x="3643" y="13845"/>
                  </a:moveTo>
                  <a:cubicBezTo>
                    <a:pt x="6856" y="11289"/>
                    <a:pt x="9856" y="8946"/>
                    <a:pt x="12856" y="6603"/>
                  </a:cubicBezTo>
                  <a:cubicBezTo>
                    <a:pt x="11785" y="4473"/>
                    <a:pt x="10499" y="2130"/>
                    <a:pt x="9428" y="0"/>
                  </a:cubicBezTo>
                  <a:cubicBezTo>
                    <a:pt x="6428" y="2343"/>
                    <a:pt x="3000" y="4899"/>
                    <a:pt x="0" y="7029"/>
                  </a:cubicBezTo>
                  <a:cubicBezTo>
                    <a:pt x="1286" y="9372"/>
                    <a:pt x="2357" y="11715"/>
                    <a:pt x="3643" y="13845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4" name="任意多边形: 形状 393"/>
            <p:cNvSpPr/>
            <p:nvPr/>
          </p:nvSpPr>
          <p:spPr>
            <a:xfrm>
              <a:off x="4767521" y="6506227"/>
              <a:ext cx="9856" cy="8094"/>
            </a:xfrm>
            <a:custGeom>
              <a:avLst/>
              <a:gdLst>
                <a:gd name="connsiteX0" fmla="*/ 0 w 9856"/>
                <a:gd name="connsiteY0" fmla="*/ 7029 h 8094"/>
                <a:gd name="connsiteX1" fmla="*/ 429 w 9856"/>
                <a:gd name="connsiteY1" fmla="*/ 8094 h 8094"/>
                <a:gd name="connsiteX2" fmla="*/ 9857 w 9856"/>
                <a:gd name="connsiteY2" fmla="*/ 1065 h 8094"/>
                <a:gd name="connsiteX3" fmla="*/ 9428 w 9856"/>
                <a:gd name="connsiteY3" fmla="*/ 0 h 8094"/>
                <a:gd name="connsiteX4" fmla="*/ 0 w 9856"/>
                <a:gd name="connsiteY4" fmla="*/ 7029 h 8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6" h="8094">
                  <a:moveTo>
                    <a:pt x="0" y="7029"/>
                  </a:moveTo>
                  <a:cubicBezTo>
                    <a:pt x="214" y="7455"/>
                    <a:pt x="429" y="7668"/>
                    <a:pt x="429" y="8094"/>
                  </a:cubicBezTo>
                  <a:cubicBezTo>
                    <a:pt x="3428" y="5751"/>
                    <a:pt x="6642" y="3408"/>
                    <a:pt x="9857" y="1065"/>
                  </a:cubicBezTo>
                  <a:cubicBezTo>
                    <a:pt x="9642" y="639"/>
                    <a:pt x="9428" y="426"/>
                    <a:pt x="9428" y="0"/>
                  </a:cubicBezTo>
                  <a:cubicBezTo>
                    <a:pt x="6214" y="2130"/>
                    <a:pt x="3214" y="4473"/>
                    <a:pt x="0" y="7029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5" name="任意多边形: 形状 394"/>
            <p:cNvSpPr/>
            <p:nvPr/>
          </p:nvSpPr>
          <p:spPr>
            <a:xfrm>
              <a:off x="4763450" y="6498133"/>
              <a:ext cx="9856" cy="8307"/>
            </a:xfrm>
            <a:custGeom>
              <a:avLst/>
              <a:gdLst>
                <a:gd name="connsiteX0" fmla="*/ 0 w 9856"/>
                <a:gd name="connsiteY0" fmla="*/ 7455 h 8307"/>
                <a:gd name="connsiteX1" fmla="*/ 429 w 9856"/>
                <a:gd name="connsiteY1" fmla="*/ 8307 h 8307"/>
                <a:gd name="connsiteX2" fmla="*/ 9857 w 9856"/>
                <a:gd name="connsiteY2" fmla="*/ 1065 h 8307"/>
                <a:gd name="connsiteX3" fmla="*/ 9214 w 9856"/>
                <a:gd name="connsiteY3" fmla="*/ 0 h 8307"/>
                <a:gd name="connsiteX4" fmla="*/ 0 w 9856"/>
                <a:gd name="connsiteY4" fmla="*/ 7455 h 8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56" h="8307">
                  <a:moveTo>
                    <a:pt x="0" y="7455"/>
                  </a:moveTo>
                  <a:cubicBezTo>
                    <a:pt x="214" y="7668"/>
                    <a:pt x="429" y="8094"/>
                    <a:pt x="429" y="8307"/>
                  </a:cubicBezTo>
                  <a:cubicBezTo>
                    <a:pt x="3643" y="5964"/>
                    <a:pt x="6642" y="3621"/>
                    <a:pt x="9857" y="1065"/>
                  </a:cubicBezTo>
                  <a:cubicBezTo>
                    <a:pt x="9642" y="639"/>
                    <a:pt x="9428" y="426"/>
                    <a:pt x="9214" y="0"/>
                  </a:cubicBezTo>
                  <a:cubicBezTo>
                    <a:pt x="6214" y="2769"/>
                    <a:pt x="3214" y="5112"/>
                    <a:pt x="0" y="7455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6" name="任意多边形: 形状 395"/>
            <p:cNvSpPr/>
            <p:nvPr/>
          </p:nvSpPr>
          <p:spPr>
            <a:xfrm>
              <a:off x="4767521" y="6505801"/>
              <a:ext cx="9427" cy="7336"/>
            </a:xfrm>
            <a:custGeom>
              <a:avLst/>
              <a:gdLst>
                <a:gd name="connsiteX0" fmla="*/ 0 w 9427"/>
                <a:gd name="connsiteY0" fmla="*/ 7242 h 7336"/>
                <a:gd name="connsiteX1" fmla="*/ 0 w 9427"/>
                <a:gd name="connsiteY1" fmla="*/ 7242 h 7336"/>
                <a:gd name="connsiteX2" fmla="*/ 9428 w 9427"/>
                <a:gd name="connsiteY2" fmla="*/ 213 h 7336"/>
                <a:gd name="connsiteX3" fmla="*/ 9428 w 9427"/>
                <a:gd name="connsiteY3" fmla="*/ 0 h 7336"/>
                <a:gd name="connsiteX4" fmla="*/ 0 w 9427"/>
                <a:gd name="connsiteY4" fmla="*/ 7242 h 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7" h="7336">
                  <a:moveTo>
                    <a:pt x="0" y="7242"/>
                  </a:moveTo>
                  <a:cubicBezTo>
                    <a:pt x="0" y="7242"/>
                    <a:pt x="0" y="7455"/>
                    <a:pt x="0" y="7242"/>
                  </a:cubicBezTo>
                  <a:cubicBezTo>
                    <a:pt x="3214" y="4899"/>
                    <a:pt x="6214" y="2556"/>
                    <a:pt x="9428" y="213"/>
                  </a:cubicBezTo>
                  <a:cubicBezTo>
                    <a:pt x="9428" y="213"/>
                    <a:pt x="9428" y="0"/>
                    <a:pt x="9428" y="0"/>
                  </a:cubicBezTo>
                  <a:cubicBezTo>
                    <a:pt x="6214" y="2343"/>
                    <a:pt x="3214" y="4899"/>
                    <a:pt x="0" y="7242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7" name="任意多边形: 形状 396"/>
            <p:cNvSpPr/>
            <p:nvPr/>
          </p:nvSpPr>
          <p:spPr>
            <a:xfrm>
              <a:off x="4764092" y="6499412"/>
              <a:ext cx="11570" cy="11075"/>
            </a:xfrm>
            <a:custGeom>
              <a:avLst/>
              <a:gdLst>
                <a:gd name="connsiteX0" fmla="*/ 9428 w 11570"/>
                <a:gd name="connsiteY0" fmla="*/ 0 h 11075"/>
                <a:gd name="connsiteX1" fmla="*/ 0 w 11570"/>
                <a:gd name="connsiteY1" fmla="*/ 7242 h 11075"/>
                <a:gd name="connsiteX2" fmla="*/ 2143 w 11570"/>
                <a:gd name="connsiteY2" fmla="*/ 11076 h 11075"/>
                <a:gd name="connsiteX3" fmla="*/ 11571 w 11570"/>
                <a:gd name="connsiteY3" fmla="*/ 4046 h 11075"/>
                <a:gd name="connsiteX4" fmla="*/ 9428 w 11570"/>
                <a:gd name="connsiteY4" fmla="*/ 0 h 1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70" h="11075">
                  <a:moveTo>
                    <a:pt x="9428" y="0"/>
                  </a:moveTo>
                  <a:cubicBezTo>
                    <a:pt x="6214" y="2343"/>
                    <a:pt x="3000" y="4899"/>
                    <a:pt x="0" y="7242"/>
                  </a:cubicBezTo>
                  <a:cubicBezTo>
                    <a:pt x="643" y="8520"/>
                    <a:pt x="1500" y="9798"/>
                    <a:pt x="2143" y="11076"/>
                  </a:cubicBezTo>
                  <a:cubicBezTo>
                    <a:pt x="5357" y="8732"/>
                    <a:pt x="8357" y="6390"/>
                    <a:pt x="11571" y="4046"/>
                  </a:cubicBezTo>
                  <a:cubicBezTo>
                    <a:pt x="10714" y="2768"/>
                    <a:pt x="10071" y="1490"/>
                    <a:pt x="9428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8" name="任意多边形: 形状 397"/>
            <p:cNvSpPr/>
            <p:nvPr/>
          </p:nvSpPr>
          <p:spPr>
            <a:xfrm>
              <a:off x="4766021" y="6503458"/>
              <a:ext cx="10713" cy="9585"/>
            </a:xfrm>
            <a:custGeom>
              <a:avLst/>
              <a:gdLst>
                <a:gd name="connsiteX0" fmla="*/ 1500 w 10713"/>
                <a:gd name="connsiteY0" fmla="*/ 9585 h 9585"/>
                <a:gd name="connsiteX1" fmla="*/ 10714 w 10713"/>
                <a:gd name="connsiteY1" fmla="*/ 2343 h 9585"/>
                <a:gd name="connsiteX2" fmla="*/ 9428 w 10713"/>
                <a:gd name="connsiteY2" fmla="*/ 0 h 9585"/>
                <a:gd name="connsiteX3" fmla="*/ 0 w 10713"/>
                <a:gd name="connsiteY3" fmla="*/ 7029 h 9585"/>
                <a:gd name="connsiteX4" fmla="*/ 1500 w 10713"/>
                <a:gd name="connsiteY4" fmla="*/ 9585 h 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13" h="9585">
                  <a:moveTo>
                    <a:pt x="1500" y="9585"/>
                  </a:moveTo>
                  <a:cubicBezTo>
                    <a:pt x="4714" y="7029"/>
                    <a:pt x="7714" y="4686"/>
                    <a:pt x="10714" y="2343"/>
                  </a:cubicBezTo>
                  <a:cubicBezTo>
                    <a:pt x="10285" y="1491"/>
                    <a:pt x="9857" y="852"/>
                    <a:pt x="9428" y="0"/>
                  </a:cubicBezTo>
                  <a:cubicBezTo>
                    <a:pt x="6214" y="2343"/>
                    <a:pt x="3000" y="4686"/>
                    <a:pt x="0" y="7029"/>
                  </a:cubicBezTo>
                  <a:cubicBezTo>
                    <a:pt x="643" y="7881"/>
                    <a:pt x="1071" y="8733"/>
                    <a:pt x="1500" y="9585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9" name="任意多边形: 形状 398"/>
            <p:cNvSpPr/>
            <p:nvPr/>
          </p:nvSpPr>
          <p:spPr>
            <a:xfrm>
              <a:off x="4920724" y="6743507"/>
              <a:ext cx="11307" cy="8148"/>
            </a:xfrm>
            <a:custGeom>
              <a:avLst/>
              <a:gdLst>
                <a:gd name="connsiteX0" fmla="*/ 0 w 11307"/>
                <a:gd name="connsiteY0" fmla="*/ 5112 h 8148"/>
                <a:gd name="connsiteX1" fmla="*/ 1500 w 11307"/>
                <a:gd name="connsiteY1" fmla="*/ 6603 h 8148"/>
                <a:gd name="connsiteX2" fmla="*/ 10499 w 11307"/>
                <a:gd name="connsiteY2" fmla="*/ 0 h 8148"/>
                <a:gd name="connsiteX3" fmla="*/ 0 w 11307"/>
                <a:gd name="connsiteY3" fmla="*/ 5112 h 8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07" h="8148">
                  <a:moveTo>
                    <a:pt x="0" y="5112"/>
                  </a:moveTo>
                  <a:cubicBezTo>
                    <a:pt x="643" y="5537"/>
                    <a:pt x="1071" y="6177"/>
                    <a:pt x="1500" y="6603"/>
                  </a:cubicBezTo>
                  <a:cubicBezTo>
                    <a:pt x="6643" y="11076"/>
                    <a:pt x="13713" y="4899"/>
                    <a:pt x="10499" y="0"/>
                  </a:cubicBezTo>
                  <a:cubicBezTo>
                    <a:pt x="7071" y="1917"/>
                    <a:pt x="3428" y="3621"/>
                    <a:pt x="0" y="5112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0" name="任意多边形: 形状 399"/>
            <p:cNvSpPr/>
            <p:nvPr/>
          </p:nvSpPr>
          <p:spPr>
            <a:xfrm>
              <a:off x="4653100" y="6355851"/>
              <a:ext cx="35569" cy="38978"/>
            </a:xfrm>
            <a:custGeom>
              <a:avLst/>
              <a:gdLst>
                <a:gd name="connsiteX0" fmla="*/ 12642 w 35569"/>
                <a:gd name="connsiteY0" fmla="*/ 11289 h 38978"/>
                <a:gd name="connsiteX1" fmla="*/ 7499 w 35569"/>
                <a:gd name="connsiteY1" fmla="*/ 7881 h 38978"/>
                <a:gd name="connsiteX2" fmla="*/ 4928 w 35569"/>
                <a:gd name="connsiteY2" fmla="*/ 4260 h 38978"/>
                <a:gd name="connsiteX3" fmla="*/ 0 w 35569"/>
                <a:gd name="connsiteY3" fmla="*/ 0 h 38978"/>
                <a:gd name="connsiteX4" fmla="*/ 1714 w 35569"/>
                <a:gd name="connsiteY4" fmla="*/ 3834 h 38978"/>
                <a:gd name="connsiteX5" fmla="*/ 35569 w 35569"/>
                <a:gd name="connsiteY5" fmla="*/ 38979 h 38978"/>
                <a:gd name="connsiteX6" fmla="*/ 12642 w 35569"/>
                <a:gd name="connsiteY6" fmla="*/ 11289 h 38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569" h="38978">
                  <a:moveTo>
                    <a:pt x="12642" y="11289"/>
                  </a:moveTo>
                  <a:cubicBezTo>
                    <a:pt x="10928" y="10224"/>
                    <a:pt x="9213" y="8946"/>
                    <a:pt x="7499" y="7881"/>
                  </a:cubicBezTo>
                  <a:cubicBezTo>
                    <a:pt x="6000" y="6816"/>
                    <a:pt x="5142" y="5538"/>
                    <a:pt x="4928" y="4260"/>
                  </a:cubicBezTo>
                  <a:cubicBezTo>
                    <a:pt x="3214" y="2769"/>
                    <a:pt x="1714" y="1278"/>
                    <a:pt x="0" y="0"/>
                  </a:cubicBezTo>
                  <a:cubicBezTo>
                    <a:pt x="643" y="1278"/>
                    <a:pt x="1286" y="2556"/>
                    <a:pt x="1714" y="3834"/>
                  </a:cubicBezTo>
                  <a:cubicBezTo>
                    <a:pt x="13713" y="15123"/>
                    <a:pt x="25070" y="26838"/>
                    <a:pt x="35569" y="38979"/>
                  </a:cubicBezTo>
                  <a:cubicBezTo>
                    <a:pt x="28284" y="28116"/>
                    <a:pt x="20570" y="18957"/>
                    <a:pt x="12642" y="11289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1" name="任意多边形: 形状 400"/>
            <p:cNvSpPr/>
            <p:nvPr/>
          </p:nvSpPr>
          <p:spPr>
            <a:xfrm>
              <a:off x="4647529" y="6352656"/>
              <a:ext cx="7285" cy="6816"/>
            </a:xfrm>
            <a:custGeom>
              <a:avLst/>
              <a:gdLst>
                <a:gd name="connsiteX0" fmla="*/ 3214 w 7285"/>
                <a:gd name="connsiteY0" fmla="*/ 1491 h 6816"/>
                <a:gd name="connsiteX1" fmla="*/ 0 w 7285"/>
                <a:gd name="connsiteY1" fmla="*/ 0 h 6816"/>
                <a:gd name="connsiteX2" fmla="*/ 7285 w 7285"/>
                <a:gd name="connsiteY2" fmla="*/ 6816 h 6816"/>
                <a:gd name="connsiteX3" fmla="*/ 5571 w 7285"/>
                <a:gd name="connsiteY3" fmla="*/ 2982 h 6816"/>
                <a:gd name="connsiteX4" fmla="*/ 3214 w 7285"/>
                <a:gd name="connsiteY4" fmla="*/ 1491 h 6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85" h="6816">
                  <a:moveTo>
                    <a:pt x="3214" y="1491"/>
                  </a:moveTo>
                  <a:cubicBezTo>
                    <a:pt x="2143" y="1065"/>
                    <a:pt x="1071" y="426"/>
                    <a:pt x="0" y="0"/>
                  </a:cubicBezTo>
                  <a:cubicBezTo>
                    <a:pt x="2571" y="2130"/>
                    <a:pt x="4714" y="4686"/>
                    <a:pt x="7285" y="6816"/>
                  </a:cubicBezTo>
                  <a:cubicBezTo>
                    <a:pt x="6643" y="5538"/>
                    <a:pt x="6000" y="4260"/>
                    <a:pt x="5571" y="2982"/>
                  </a:cubicBezTo>
                  <a:cubicBezTo>
                    <a:pt x="4714" y="2556"/>
                    <a:pt x="4071" y="2130"/>
                    <a:pt x="3214" y="1491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2" name="任意多边形: 形状 401"/>
            <p:cNvSpPr/>
            <p:nvPr/>
          </p:nvSpPr>
          <p:spPr>
            <a:xfrm>
              <a:off x="4913868" y="6736904"/>
              <a:ext cx="17355" cy="11714"/>
            </a:xfrm>
            <a:custGeom>
              <a:avLst/>
              <a:gdLst>
                <a:gd name="connsiteX0" fmla="*/ 11142 w 17355"/>
                <a:gd name="connsiteY0" fmla="*/ 0 h 11714"/>
                <a:gd name="connsiteX1" fmla="*/ 857 w 17355"/>
                <a:gd name="connsiteY1" fmla="*/ 4686 h 11714"/>
                <a:gd name="connsiteX2" fmla="*/ 0 w 17355"/>
                <a:gd name="connsiteY2" fmla="*/ 5112 h 11714"/>
                <a:gd name="connsiteX3" fmla="*/ 6856 w 17355"/>
                <a:gd name="connsiteY3" fmla="*/ 11715 h 11714"/>
                <a:gd name="connsiteX4" fmla="*/ 17356 w 17355"/>
                <a:gd name="connsiteY4" fmla="*/ 6603 h 11714"/>
                <a:gd name="connsiteX5" fmla="*/ 16713 w 17355"/>
                <a:gd name="connsiteY5" fmla="*/ 5325 h 11714"/>
                <a:gd name="connsiteX6" fmla="*/ 11142 w 17355"/>
                <a:gd name="connsiteY6" fmla="*/ 0 h 1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355" h="11714">
                  <a:moveTo>
                    <a:pt x="11142" y="0"/>
                  </a:moveTo>
                  <a:cubicBezTo>
                    <a:pt x="7499" y="1917"/>
                    <a:pt x="3857" y="3621"/>
                    <a:pt x="857" y="4686"/>
                  </a:cubicBezTo>
                  <a:cubicBezTo>
                    <a:pt x="643" y="4899"/>
                    <a:pt x="214" y="4899"/>
                    <a:pt x="0" y="5112"/>
                  </a:cubicBezTo>
                  <a:cubicBezTo>
                    <a:pt x="2357" y="7242"/>
                    <a:pt x="4500" y="9585"/>
                    <a:pt x="6856" y="11715"/>
                  </a:cubicBezTo>
                  <a:cubicBezTo>
                    <a:pt x="10499" y="10223"/>
                    <a:pt x="13927" y="8520"/>
                    <a:pt x="17356" y="6603"/>
                  </a:cubicBezTo>
                  <a:cubicBezTo>
                    <a:pt x="17142" y="6176"/>
                    <a:pt x="17142" y="5751"/>
                    <a:pt x="16713" y="5325"/>
                  </a:cubicBezTo>
                  <a:cubicBezTo>
                    <a:pt x="14785" y="3621"/>
                    <a:pt x="13071" y="1704"/>
                    <a:pt x="11142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3" name="任意多边形: 形状 402"/>
            <p:cNvSpPr/>
            <p:nvPr/>
          </p:nvSpPr>
          <p:spPr>
            <a:xfrm>
              <a:off x="4652672" y="6354998"/>
              <a:ext cx="5785" cy="5112"/>
            </a:xfrm>
            <a:custGeom>
              <a:avLst/>
              <a:gdLst>
                <a:gd name="connsiteX0" fmla="*/ 0 w 5785"/>
                <a:gd name="connsiteY0" fmla="*/ 0 h 5112"/>
                <a:gd name="connsiteX1" fmla="*/ 429 w 5785"/>
                <a:gd name="connsiteY1" fmla="*/ 852 h 5112"/>
                <a:gd name="connsiteX2" fmla="*/ 5357 w 5785"/>
                <a:gd name="connsiteY2" fmla="*/ 5112 h 5112"/>
                <a:gd name="connsiteX3" fmla="*/ 5785 w 5785"/>
                <a:gd name="connsiteY3" fmla="*/ 2769 h 5112"/>
                <a:gd name="connsiteX4" fmla="*/ 0 w 5785"/>
                <a:gd name="connsiteY4" fmla="*/ 0 h 5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85" h="5112">
                  <a:moveTo>
                    <a:pt x="0" y="0"/>
                  </a:moveTo>
                  <a:cubicBezTo>
                    <a:pt x="214" y="213"/>
                    <a:pt x="214" y="426"/>
                    <a:pt x="429" y="852"/>
                  </a:cubicBezTo>
                  <a:cubicBezTo>
                    <a:pt x="2143" y="2130"/>
                    <a:pt x="3643" y="3621"/>
                    <a:pt x="5357" y="5112"/>
                  </a:cubicBezTo>
                  <a:cubicBezTo>
                    <a:pt x="5143" y="4260"/>
                    <a:pt x="5571" y="3621"/>
                    <a:pt x="5785" y="2769"/>
                  </a:cubicBezTo>
                  <a:cubicBezTo>
                    <a:pt x="3857" y="1704"/>
                    <a:pt x="1928" y="85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4" name="任意多边形: 形状 403"/>
            <p:cNvSpPr/>
            <p:nvPr/>
          </p:nvSpPr>
          <p:spPr>
            <a:xfrm>
              <a:off x="4665742" y="6366927"/>
              <a:ext cx="53353" cy="66880"/>
            </a:xfrm>
            <a:custGeom>
              <a:avLst/>
              <a:gdLst>
                <a:gd name="connsiteX0" fmla="*/ 27212 w 53353"/>
                <a:gd name="connsiteY0" fmla="*/ 18743 h 66880"/>
                <a:gd name="connsiteX1" fmla="*/ 0 w 53353"/>
                <a:gd name="connsiteY1" fmla="*/ 0 h 66880"/>
                <a:gd name="connsiteX2" fmla="*/ 22927 w 53353"/>
                <a:gd name="connsiteY2" fmla="*/ 27689 h 66880"/>
                <a:gd name="connsiteX3" fmla="*/ 53354 w 53353"/>
                <a:gd name="connsiteY3" fmla="*/ 66881 h 66880"/>
                <a:gd name="connsiteX4" fmla="*/ 27212 w 53353"/>
                <a:gd name="connsiteY4" fmla="*/ 18743 h 66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53" h="66880">
                  <a:moveTo>
                    <a:pt x="27212" y="18743"/>
                  </a:moveTo>
                  <a:cubicBezTo>
                    <a:pt x="18427" y="12140"/>
                    <a:pt x="9428" y="5964"/>
                    <a:pt x="0" y="0"/>
                  </a:cubicBezTo>
                  <a:cubicBezTo>
                    <a:pt x="7928" y="7668"/>
                    <a:pt x="15642" y="16826"/>
                    <a:pt x="22927" y="27689"/>
                  </a:cubicBezTo>
                  <a:cubicBezTo>
                    <a:pt x="33641" y="40256"/>
                    <a:pt x="43926" y="53249"/>
                    <a:pt x="53354" y="66881"/>
                  </a:cubicBezTo>
                  <a:cubicBezTo>
                    <a:pt x="45425" y="47711"/>
                    <a:pt x="36640" y="31950"/>
                    <a:pt x="27212" y="18743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5" name="任意多边形: 形状 404"/>
            <p:cNvSpPr/>
            <p:nvPr/>
          </p:nvSpPr>
          <p:spPr>
            <a:xfrm>
              <a:off x="4650743" y="6354147"/>
              <a:ext cx="2142" cy="1491"/>
            </a:xfrm>
            <a:custGeom>
              <a:avLst/>
              <a:gdLst>
                <a:gd name="connsiteX0" fmla="*/ 0 w 2142"/>
                <a:gd name="connsiteY0" fmla="*/ 0 h 1491"/>
                <a:gd name="connsiteX1" fmla="*/ 2143 w 2142"/>
                <a:gd name="connsiteY1" fmla="*/ 1491 h 1491"/>
                <a:gd name="connsiteX2" fmla="*/ 1714 w 2142"/>
                <a:gd name="connsiteY2" fmla="*/ 639 h 1491"/>
                <a:gd name="connsiteX3" fmla="*/ 0 w 2142"/>
                <a:gd name="connsiteY3" fmla="*/ 0 h 1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42" h="1491">
                  <a:moveTo>
                    <a:pt x="0" y="0"/>
                  </a:moveTo>
                  <a:cubicBezTo>
                    <a:pt x="643" y="639"/>
                    <a:pt x="1500" y="1065"/>
                    <a:pt x="2143" y="1491"/>
                  </a:cubicBezTo>
                  <a:cubicBezTo>
                    <a:pt x="1928" y="1278"/>
                    <a:pt x="1928" y="1065"/>
                    <a:pt x="1714" y="639"/>
                  </a:cubicBezTo>
                  <a:cubicBezTo>
                    <a:pt x="1286" y="639"/>
                    <a:pt x="643" y="21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6" name="任意多边形: 形状 405"/>
            <p:cNvSpPr/>
            <p:nvPr/>
          </p:nvSpPr>
          <p:spPr>
            <a:xfrm>
              <a:off x="4646244" y="6350739"/>
              <a:ext cx="4499" cy="3408"/>
            </a:xfrm>
            <a:custGeom>
              <a:avLst/>
              <a:gdLst>
                <a:gd name="connsiteX0" fmla="*/ 0 w 4499"/>
                <a:gd name="connsiteY0" fmla="*/ 0 h 3408"/>
                <a:gd name="connsiteX1" fmla="*/ 429 w 4499"/>
                <a:gd name="connsiteY1" fmla="*/ 1065 h 3408"/>
                <a:gd name="connsiteX2" fmla="*/ 1286 w 4499"/>
                <a:gd name="connsiteY2" fmla="*/ 1917 h 3408"/>
                <a:gd name="connsiteX3" fmla="*/ 4500 w 4499"/>
                <a:gd name="connsiteY3" fmla="*/ 3408 h 3408"/>
                <a:gd name="connsiteX4" fmla="*/ 0 w 4499"/>
                <a:gd name="connsiteY4" fmla="*/ 0 h 3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9" h="3408">
                  <a:moveTo>
                    <a:pt x="0" y="0"/>
                  </a:moveTo>
                  <a:cubicBezTo>
                    <a:pt x="214" y="426"/>
                    <a:pt x="214" y="852"/>
                    <a:pt x="429" y="1065"/>
                  </a:cubicBezTo>
                  <a:cubicBezTo>
                    <a:pt x="643" y="1278"/>
                    <a:pt x="1071" y="1704"/>
                    <a:pt x="1286" y="1917"/>
                  </a:cubicBezTo>
                  <a:cubicBezTo>
                    <a:pt x="2357" y="2343"/>
                    <a:pt x="3428" y="2982"/>
                    <a:pt x="4500" y="3408"/>
                  </a:cubicBezTo>
                  <a:cubicBezTo>
                    <a:pt x="3000" y="2343"/>
                    <a:pt x="1500" y="106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7" name="任意多边形: 形状 406"/>
            <p:cNvSpPr/>
            <p:nvPr/>
          </p:nvSpPr>
          <p:spPr>
            <a:xfrm>
              <a:off x="4649672" y="6348822"/>
              <a:ext cx="11784" cy="8732"/>
            </a:xfrm>
            <a:custGeom>
              <a:avLst/>
              <a:gdLst>
                <a:gd name="connsiteX0" fmla="*/ 11785 w 11784"/>
                <a:gd name="connsiteY0" fmla="*/ 4899 h 8732"/>
                <a:gd name="connsiteX1" fmla="*/ 0 w 11784"/>
                <a:gd name="connsiteY1" fmla="*/ 0 h 8732"/>
                <a:gd name="connsiteX2" fmla="*/ 2786 w 11784"/>
                <a:gd name="connsiteY2" fmla="*/ 6176 h 8732"/>
                <a:gd name="connsiteX3" fmla="*/ 8571 w 11784"/>
                <a:gd name="connsiteY3" fmla="*/ 8733 h 8732"/>
                <a:gd name="connsiteX4" fmla="*/ 11785 w 11784"/>
                <a:gd name="connsiteY4" fmla="*/ 4899 h 8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84" h="8732">
                  <a:moveTo>
                    <a:pt x="11785" y="4899"/>
                  </a:moveTo>
                  <a:cubicBezTo>
                    <a:pt x="7928" y="3195"/>
                    <a:pt x="4071" y="1491"/>
                    <a:pt x="0" y="0"/>
                  </a:cubicBezTo>
                  <a:cubicBezTo>
                    <a:pt x="857" y="2130"/>
                    <a:pt x="1928" y="4047"/>
                    <a:pt x="2786" y="6176"/>
                  </a:cubicBezTo>
                  <a:cubicBezTo>
                    <a:pt x="4714" y="7029"/>
                    <a:pt x="6642" y="7881"/>
                    <a:pt x="8571" y="8733"/>
                  </a:cubicBezTo>
                  <a:cubicBezTo>
                    <a:pt x="9213" y="7029"/>
                    <a:pt x="10285" y="5751"/>
                    <a:pt x="11785" y="4899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8" name="任意多边形: 形状 407"/>
            <p:cNvSpPr/>
            <p:nvPr/>
          </p:nvSpPr>
          <p:spPr>
            <a:xfrm>
              <a:off x="4645218" y="6347118"/>
              <a:ext cx="7453" cy="7880"/>
            </a:xfrm>
            <a:custGeom>
              <a:avLst/>
              <a:gdLst>
                <a:gd name="connsiteX0" fmla="*/ 7453 w 7453"/>
                <a:gd name="connsiteY0" fmla="*/ 7881 h 7880"/>
                <a:gd name="connsiteX1" fmla="*/ 4668 w 7453"/>
                <a:gd name="connsiteY1" fmla="*/ 1704 h 7880"/>
                <a:gd name="connsiteX2" fmla="*/ 168 w 7453"/>
                <a:gd name="connsiteY2" fmla="*/ 0 h 7880"/>
                <a:gd name="connsiteX3" fmla="*/ 1025 w 7453"/>
                <a:gd name="connsiteY3" fmla="*/ 3621 h 7880"/>
                <a:gd name="connsiteX4" fmla="*/ 5739 w 7453"/>
                <a:gd name="connsiteY4" fmla="*/ 7029 h 7880"/>
                <a:gd name="connsiteX5" fmla="*/ 7453 w 7453"/>
                <a:gd name="connsiteY5" fmla="*/ 7881 h 7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53" h="7880">
                  <a:moveTo>
                    <a:pt x="7453" y="7881"/>
                  </a:moveTo>
                  <a:cubicBezTo>
                    <a:pt x="6596" y="5751"/>
                    <a:pt x="5525" y="3834"/>
                    <a:pt x="4668" y="1704"/>
                  </a:cubicBezTo>
                  <a:cubicBezTo>
                    <a:pt x="3168" y="1065"/>
                    <a:pt x="1668" y="426"/>
                    <a:pt x="168" y="0"/>
                  </a:cubicBezTo>
                  <a:cubicBezTo>
                    <a:pt x="-260" y="1278"/>
                    <a:pt x="168" y="2556"/>
                    <a:pt x="1025" y="3621"/>
                  </a:cubicBezTo>
                  <a:cubicBezTo>
                    <a:pt x="2525" y="4686"/>
                    <a:pt x="4239" y="5964"/>
                    <a:pt x="5739" y="7029"/>
                  </a:cubicBezTo>
                  <a:cubicBezTo>
                    <a:pt x="6168" y="7242"/>
                    <a:pt x="6810" y="7668"/>
                    <a:pt x="7453" y="7881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9" name="任意多边形: 形状 408"/>
            <p:cNvSpPr/>
            <p:nvPr/>
          </p:nvSpPr>
          <p:spPr>
            <a:xfrm>
              <a:off x="4659957" y="6350526"/>
              <a:ext cx="5571" cy="2982"/>
            </a:xfrm>
            <a:custGeom>
              <a:avLst/>
              <a:gdLst>
                <a:gd name="connsiteX0" fmla="*/ 3000 w 5571"/>
                <a:gd name="connsiteY0" fmla="*/ 852 h 2982"/>
                <a:gd name="connsiteX1" fmla="*/ 0 w 5571"/>
                <a:gd name="connsiteY1" fmla="*/ 0 h 2982"/>
                <a:gd name="connsiteX2" fmla="*/ 3428 w 5571"/>
                <a:gd name="connsiteY2" fmla="*/ 2769 h 2982"/>
                <a:gd name="connsiteX3" fmla="*/ 5571 w 5571"/>
                <a:gd name="connsiteY3" fmla="*/ 2982 h 2982"/>
                <a:gd name="connsiteX4" fmla="*/ 3000 w 5571"/>
                <a:gd name="connsiteY4" fmla="*/ 852 h 2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" h="2982">
                  <a:moveTo>
                    <a:pt x="3000" y="852"/>
                  </a:moveTo>
                  <a:cubicBezTo>
                    <a:pt x="1929" y="639"/>
                    <a:pt x="1071" y="426"/>
                    <a:pt x="0" y="0"/>
                  </a:cubicBezTo>
                  <a:cubicBezTo>
                    <a:pt x="1071" y="852"/>
                    <a:pt x="2143" y="1917"/>
                    <a:pt x="3428" y="2769"/>
                  </a:cubicBezTo>
                  <a:cubicBezTo>
                    <a:pt x="4071" y="2769"/>
                    <a:pt x="4714" y="2769"/>
                    <a:pt x="5571" y="2982"/>
                  </a:cubicBezTo>
                  <a:cubicBezTo>
                    <a:pt x="4500" y="2343"/>
                    <a:pt x="3643" y="1491"/>
                    <a:pt x="3000" y="852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0" name="任意多边形: 形状 409"/>
            <p:cNvSpPr/>
            <p:nvPr/>
          </p:nvSpPr>
          <p:spPr>
            <a:xfrm>
              <a:off x="4649243" y="6347757"/>
              <a:ext cx="13927" cy="5963"/>
            </a:xfrm>
            <a:custGeom>
              <a:avLst/>
              <a:gdLst>
                <a:gd name="connsiteX0" fmla="*/ 13928 w 13927"/>
                <a:gd name="connsiteY0" fmla="*/ 5538 h 5963"/>
                <a:gd name="connsiteX1" fmla="*/ 10499 w 13927"/>
                <a:gd name="connsiteY1" fmla="*/ 2769 h 5963"/>
                <a:gd name="connsiteX2" fmla="*/ 0 w 13927"/>
                <a:gd name="connsiteY2" fmla="*/ 0 h 5963"/>
                <a:gd name="connsiteX3" fmla="*/ 429 w 13927"/>
                <a:gd name="connsiteY3" fmla="*/ 1065 h 5963"/>
                <a:gd name="connsiteX4" fmla="*/ 12214 w 13927"/>
                <a:gd name="connsiteY4" fmla="*/ 5964 h 5963"/>
                <a:gd name="connsiteX5" fmla="*/ 13928 w 13927"/>
                <a:gd name="connsiteY5" fmla="*/ 5538 h 5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927" h="5963">
                  <a:moveTo>
                    <a:pt x="13928" y="5538"/>
                  </a:moveTo>
                  <a:cubicBezTo>
                    <a:pt x="12856" y="4686"/>
                    <a:pt x="11785" y="3621"/>
                    <a:pt x="10499" y="2769"/>
                  </a:cubicBezTo>
                  <a:cubicBezTo>
                    <a:pt x="6857" y="1917"/>
                    <a:pt x="3428" y="852"/>
                    <a:pt x="0" y="0"/>
                  </a:cubicBezTo>
                  <a:cubicBezTo>
                    <a:pt x="214" y="213"/>
                    <a:pt x="214" y="639"/>
                    <a:pt x="429" y="1065"/>
                  </a:cubicBezTo>
                  <a:cubicBezTo>
                    <a:pt x="4285" y="2557"/>
                    <a:pt x="8142" y="4473"/>
                    <a:pt x="12214" y="5964"/>
                  </a:cubicBezTo>
                  <a:cubicBezTo>
                    <a:pt x="12856" y="5751"/>
                    <a:pt x="13285" y="5751"/>
                    <a:pt x="13928" y="5538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1" name="任意多边形: 形状 410"/>
            <p:cNvSpPr/>
            <p:nvPr/>
          </p:nvSpPr>
          <p:spPr>
            <a:xfrm>
              <a:off x="4645291" y="6346905"/>
              <a:ext cx="4594" cy="1916"/>
            </a:xfrm>
            <a:custGeom>
              <a:avLst/>
              <a:gdLst>
                <a:gd name="connsiteX0" fmla="*/ 95 w 4594"/>
                <a:gd name="connsiteY0" fmla="*/ 0 h 1916"/>
                <a:gd name="connsiteX1" fmla="*/ 95 w 4594"/>
                <a:gd name="connsiteY1" fmla="*/ 0 h 1916"/>
                <a:gd name="connsiteX2" fmla="*/ 4595 w 4594"/>
                <a:gd name="connsiteY2" fmla="*/ 1917 h 1916"/>
                <a:gd name="connsiteX3" fmla="*/ 4167 w 4594"/>
                <a:gd name="connsiteY3" fmla="*/ 852 h 1916"/>
                <a:gd name="connsiteX4" fmla="*/ 95 w 4594"/>
                <a:gd name="connsiteY4" fmla="*/ 0 h 1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94" h="1916">
                  <a:moveTo>
                    <a:pt x="95" y="0"/>
                  </a:moveTo>
                  <a:cubicBezTo>
                    <a:pt x="95" y="0"/>
                    <a:pt x="-119" y="0"/>
                    <a:pt x="95" y="0"/>
                  </a:cubicBezTo>
                  <a:cubicBezTo>
                    <a:pt x="1595" y="852"/>
                    <a:pt x="3095" y="1490"/>
                    <a:pt x="4595" y="1917"/>
                  </a:cubicBezTo>
                  <a:cubicBezTo>
                    <a:pt x="4381" y="1704"/>
                    <a:pt x="4381" y="1278"/>
                    <a:pt x="4167" y="852"/>
                  </a:cubicBezTo>
                  <a:cubicBezTo>
                    <a:pt x="2666" y="639"/>
                    <a:pt x="1381" y="213"/>
                    <a:pt x="95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2" name="任意多边形: 形状 411"/>
            <p:cNvSpPr/>
            <p:nvPr/>
          </p:nvSpPr>
          <p:spPr>
            <a:xfrm>
              <a:off x="4649458" y="6342858"/>
              <a:ext cx="13284" cy="8519"/>
            </a:xfrm>
            <a:custGeom>
              <a:avLst/>
              <a:gdLst>
                <a:gd name="connsiteX0" fmla="*/ 5571 w 13284"/>
                <a:gd name="connsiteY0" fmla="*/ 1065 h 8519"/>
                <a:gd name="connsiteX1" fmla="*/ 3214 w 13284"/>
                <a:gd name="connsiteY1" fmla="*/ 213 h 8519"/>
                <a:gd name="connsiteX2" fmla="*/ 214 w 13284"/>
                <a:gd name="connsiteY2" fmla="*/ 0 h 8519"/>
                <a:gd name="connsiteX3" fmla="*/ 0 w 13284"/>
                <a:gd name="connsiteY3" fmla="*/ 0 h 8519"/>
                <a:gd name="connsiteX4" fmla="*/ 10285 w 13284"/>
                <a:gd name="connsiteY4" fmla="*/ 7668 h 8519"/>
                <a:gd name="connsiteX5" fmla="*/ 13285 w 13284"/>
                <a:gd name="connsiteY5" fmla="*/ 8520 h 8519"/>
                <a:gd name="connsiteX6" fmla="*/ 5571 w 13284"/>
                <a:gd name="connsiteY6" fmla="*/ 1065 h 8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284" h="8519">
                  <a:moveTo>
                    <a:pt x="5571" y="1065"/>
                  </a:moveTo>
                  <a:cubicBezTo>
                    <a:pt x="4928" y="426"/>
                    <a:pt x="4071" y="426"/>
                    <a:pt x="3214" y="213"/>
                  </a:cubicBezTo>
                  <a:cubicBezTo>
                    <a:pt x="2143" y="213"/>
                    <a:pt x="1286" y="0"/>
                    <a:pt x="214" y="0"/>
                  </a:cubicBezTo>
                  <a:cubicBezTo>
                    <a:pt x="214" y="0"/>
                    <a:pt x="214" y="0"/>
                    <a:pt x="0" y="0"/>
                  </a:cubicBezTo>
                  <a:cubicBezTo>
                    <a:pt x="3428" y="2556"/>
                    <a:pt x="6856" y="4899"/>
                    <a:pt x="10285" y="7668"/>
                  </a:cubicBezTo>
                  <a:cubicBezTo>
                    <a:pt x="11356" y="7881"/>
                    <a:pt x="12213" y="8094"/>
                    <a:pt x="13285" y="8520"/>
                  </a:cubicBezTo>
                  <a:cubicBezTo>
                    <a:pt x="10714" y="5964"/>
                    <a:pt x="8357" y="3408"/>
                    <a:pt x="5571" y="1065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3" name="任意多边形: 形状 412"/>
            <p:cNvSpPr/>
            <p:nvPr/>
          </p:nvSpPr>
          <p:spPr>
            <a:xfrm>
              <a:off x="4647315" y="6343071"/>
              <a:ext cx="12427" cy="7668"/>
            </a:xfrm>
            <a:custGeom>
              <a:avLst/>
              <a:gdLst>
                <a:gd name="connsiteX0" fmla="*/ 0 w 12427"/>
                <a:gd name="connsiteY0" fmla="*/ 852 h 7668"/>
                <a:gd name="connsiteX1" fmla="*/ 1928 w 12427"/>
                <a:gd name="connsiteY1" fmla="*/ 4899 h 7668"/>
                <a:gd name="connsiteX2" fmla="*/ 12428 w 12427"/>
                <a:gd name="connsiteY2" fmla="*/ 7668 h 7668"/>
                <a:gd name="connsiteX3" fmla="*/ 2143 w 12427"/>
                <a:gd name="connsiteY3" fmla="*/ 0 h 7668"/>
                <a:gd name="connsiteX4" fmla="*/ 0 w 12427"/>
                <a:gd name="connsiteY4" fmla="*/ 852 h 7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27" h="7668">
                  <a:moveTo>
                    <a:pt x="0" y="852"/>
                  </a:moveTo>
                  <a:cubicBezTo>
                    <a:pt x="643" y="2130"/>
                    <a:pt x="1286" y="3408"/>
                    <a:pt x="1928" y="4899"/>
                  </a:cubicBezTo>
                  <a:cubicBezTo>
                    <a:pt x="5357" y="5751"/>
                    <a:pt x="8999" y="6816"/>
                    <a:pt x="12428" y="7668"/>
                  </a:cubicBezTo>
                  <a:cubicBezTo>
                    <a:pt x="8999" y="4899"/>
                    <a:pt x="5571" y="2343"/>
                    <a:pt x="2143" y="0"/>
                  </a:cubicBezTo>
                  <a:cubicBezTo>
                    <a:pt x="1500" y="0"/>
                    <a:pt x="857" y="213"/>
                    <a:pt x="0" y="852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4" name="任意多边形: 形状 413"/>
            <p:cNvSpPr/>
            <p:nvPr/>
          </p:nvSpPr>
          <p:spPr>
            <a:xfrm>
              <a:off x="4645387" y="6343923"/>
              <a:ext cx="3856" cy="4047"/>
            </a:xfrm>
            <a:custGeom>
              <a:avLst/>
              <a:gdLst>
                <a:gd name="connsiteX0" fmla="*/ 0 w 3856"/>
                <a:gd name="connsiteY0" fmla="*/ 2982 h 4047"/>
                <a:gd name="connsiteX1" fmla="*/ 3857 w 3856"/>
                <a:gd name="connsiteY1" fmla="*/ 4047 h 4047"/>
                <a:gd name="connsiteX2" fmla="*/ 1928 w 3856"/>
                <a:gd name="connsiteY2" fmla="*/ 0 h 4047"/>
                <a:gd name="connsiteX3" fmla="*/ 0 w 3856"/>
                <a:gd name="connsiteY3" fmla="*/ 2982 h 4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6" h="4047">
                  <a:moveTo>
                    <a:pt x="0" y="2982"/>
                  </a:moveTo>
                  <a:cubicBezTo>
                    <a:pt x="1286" y="3408"/>
                    <a:pt x="2571" y="3621"/>
                    <a:pt x="3857" y="4047"/>
                  </a:cubicBezTo>
                  <a:cubicBezTo>
                    <a:pt x="3214" y="2769"/>
                    <a:pt x="2571" y="1278"/>
                    <a:pt x="1928" y="0"/>
                  </a:cubicBezTo>
                  <a:cubicBezTo>
                    <a:pt x="1071" y="639"/>
                    <a:pt x="429" y="1704"/>
                    <a:pt x="0" y="2982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5" name="任意多边形: 形状 414"/>
            <p:cNvSpPr/>
            <p:nvPr/>
          </p:nvSpPr>
          <p:spPr>
            <a:xfrm>
              <a:off x="4649672" y="6342676"/>
              <a:ext cx="2999" cy="395"/>
            </a:xfrm>
            <a:custGeom>
              <a:avLst/>
              <a:gdLst>
                <a:gd name="connsiteX0" fmla="*/ 0 w 2999"/>
                <a:gd name="connsiteY0" fmla="*/ 182 h 395"/>
                <a:gd name="connsiteX1" fmla="*/ 3000 w 2999"/>
                <a:gd name="connsiteY1" fmla="*/ 395 h 395"/>
                <a:gd name="connsiteX2" fmla="*/ 0 w 2999"/>
                <a:gd name="connsiteY2" fmla="*/ 182 h 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99" h="395">
                  <a:moveTo>
                    <a:pt x="0" y="182"/>
                  </a:moveTo>
                  <a:cubicBezTo>
                    <a:pt x="1071" y="395"/>
                    <a:pt x="1928" y="395"/>
                    <a:pt x="3000" y="395"/>
                  </a:cubicBezTo>
                  <a:cubicBezTo>
                    <a:pt x="1928" y="182"/>
                    <a:pt x="1071" y="-244"/>
                    <a:pt x="0" y="182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6" name="任意多边形: 形状 415"/>
            <p:cNvSpPr/>
            <p:nvPr/>
          </p:nvSpPr>
          <p:spPr>
            <a:xfrm>
              <a:off x="4678599" y="6367992"/>
              <a:ext cx="23784" cy="24494"/>
            </a:xfrm>
            <a:custGeom>
              <a:avLst/>
              <a:gdLst>
                <a:gd name="connsiteX0" fmla="*/ 3214 w 23784"/>
                <a:gd name="connsiteY0" fmla="*/ 1704 h 24494"/>
                <a:gd name="connsiteX1" fmla="*/ 0 w 23784"/>
                <a:gd name="connsiteY1" fmla="*/ 0 h 24494"/>
                <a:gd name="connsiteX2" fmla="*/ 14356 w 23784"/>
                <a:gd name="connsiteY2" fmla="*/ 17466 h 24494"/>
                <a:gd name="connsiteX3" fmla="*/ 23784 w 23784"/>
                <a:gd name="connsiteY3" fmla="*/ 24495 h 24494"/>
                <a:gd name="connsiteX4" fmla="*/ 3214 w 23784"/>
                <a:gd name="connsiteY4" fmla="*/ 1704 h 2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84" h="24494">
                  <a:moveTo>
                    <a:pt x="3214" y="1704"/>
                  </a:moveTo>
                  <a:cubicBezTo>
                    <a:pt x="2143" y="1065"/>
                    <a:pt x="1071" y="639"/>
                    <a:pt x="0" y="0"/>
                  </a:cubicBezTo>
                  <a:cubicBezTo>
                    <a:pt x="4928" y="5325"/>
                    <a:pt x="9642" y="11076"/>
                    <a:pt x="14356" y="17466"/>
                  </a:cubicBezTo>
                  <a:cubicBezTo>
                    <a:pt x="17570" y="19809"/>
                    <a:pt x="20784" y="22152"/>
                    <a:pt x="23784" y="24495"/>
                  </a:cubicBezTo>
                  <a:cubicBezTo>
                    <a:pt x="17141" y="16827"/>
                    <a:pt x="10285" y="9159"/>
                    <a:pt x="3214" y="1704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7" name="任意多边形: 形状 416"/>
            <p:cNvSpPr/>
            <p:nvPr/>
          </p:nvSpPr>
          <p:spPr>
            <a:xfrm>
              <a:off x="4658029" y="6360111"/>
              <a:ext cx="7713" cy="7028"/>
            </a:xfrm>
            <a:custGeom>
              <a:avLst/>
              <a:gdLst>
                <a:gd name="connsiteX0" fmla="*/ 2571 w 7713"/>
                <a:gd name="connsiteY0" fmla="*/ 3621 h 7028"/>
                <a:gd name="connsiteX1" fmla="*/ 7714 w 7713"/>
                <a:gd name="connsiteY1" fmla="*/ 7029 h 7028"/>
                <a:gd name="connsiteX2" fmla="*/ 0 w 7713"/>
                <a:gd name="connsiteY2" fmla="*/ 0 h 7028"/>
                <a:gd name="connsiteX3" fmla="*/ 2571 w 7713"/>
                <a:gd name="connsiteY3" fmla="*/ 3621 h 7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13" h="7028">
                  <a:moveTo>
                    <a:pt x="2571" y="3621"/>
                  </a:moveTo>
                  <a:cubicBezTo>
                    <a:pt x="4285" y="4686"/>
                    <a:pt x="6000" y="5964"/>
                    <a:pt x="7714" y="7029"/>
                  </a:cubicBezTo>
                  <a:cubicBezTo>
                    <a:pt x="5143" y="4473"/>
                    <a:pt x="2571" y="2130"/>
                    <a:pt x="0" y="0"/>
                  </a:cubicBezTo>
                  <a:cubicBezTo>
                    <a:pt x="214" y="1278"/>
                    <a:pt x="857" y="2556"/>
                    <a:pt x="2571" y="3621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8" name="任意多边形: 形状 417"/>
            <p:cNvSpPr/>
            <p:nvPr/>
          </p:nvSpPr>
          <p:spPr>
            <a:xfrm>
              <a:off x="4657970" y="6357555"/>
              <a:ext cx="34984" cy="28115"/>
            </a:xfrm>
            <a:custGeom>
              <a:avLst/>
              <a:gdLst>
                <a:gd name="connsiteX0" fmla="*/ 20628 w 34984"/>
                <a:gd name="connsiteY0" fmla="*/ 10650 h 28115"/>
                <a:gd name="connsiteX1" fmla="*/ 487 w 34984"/>
                <a:gd name="connsiteY1" fmla="*/ 0 h 28115"/>
                <a:gd name="connsiteX2" fmla="*/ 58 w 34984"/>
                <a:gd name="connsiteY2" fmla="*/ 2343 h 28115"/>
                <a:gd name="connsiteX3" fmla="*/ 7772 w 34984"/>
                <a:gd name="connsiteY3" fmla="*/ 9372 h 28115"/>
                <a:gd name="connsiteX4" fmla="*/ 34985 w 34984"/>
                <a:gd name="connsiteY4" fmla="*/ 28115 h 28115"/>
                <a:gd name="connsiteX5" fmla="*/ 20628 w 34984"/>
                <a:gd name="connsiteY5" fmla="*/ 10650 h 28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984" h="28115">
                  <a:moveTo>
                    <a:pt x="20628" y="10650"/>
                  </a:moveTo>
                  <a:cubicBezTo>
                    <a:pt x="13772" y="7242"/>
                    <a:pt x="7343" y="3408"/>
                    <a:pt x="487" y="0"/>
                  </a:cubicBezTo>
                  <a:cubicBezTo>
                    <a:pt x="273" y="852"/>
                    <a:pt x="-156" y="1490"/>
                    <a:pt x="58" y="2343"/>
                  </a:cubicBezTo>
                  <a:cubicBezTo>
                    <a:pt x="2630" y="4686"/>
                    <a:pt x="5201" y="7029"/>
                    <a:pt x="7772" y="9372"/>
                  </a:cubicBezTo>
                  <a:cubicBezTo>
                    <a:pt x="16986" y="15336"/>
                    <a:pt x="26199" y="21512"/>
                    <a:pt x="34985" y="28115"/>
                  </a:cubicBezTo>
                  <a:cubicBezTo>
                    <a:pt x="30271" y="21726"/>
                    <a:pt x="25557" y="15975"/>
                    <a:pt x="20628" y="1065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9" name="任意多边形: 形状 418"/>
            <p:cNvSpPr/>
            <p:nvPr/>
          </p:nvSpPr>
          <p:spPr>
            <a:xfrm>
              <a:off x="4665742" y="6355425"/>
              <a:ext cx="16284" cy="14270"/>
            </a:xfrm>
            <a:custGeom>
              <a:avLst/>
              <a:gdLst>
                <a:gd name="connsiteX0" fmla="*/ 2786 w 16284"/>
                <a:gd name="connsiteY0" fmla="*/ 1278 h 14270"/>
                <a:gd name="connsiteX1" fmla="*/ 0 w 16284"/>
                <a:gd name="connsiteY1" fmla="*/ 0 h 14270"/>
                <a:gd name="connsiteX2" fmla="*/ 13071 w 16284"/>
                <a:gd name="connsiteY2" fmla="*/ 12567 h 14270"/>
                <a:gd name="connsiteX3" fmla="*/ 16284 w 16284"/>
                <a:gd name="connsiteY3" fmla="*/ 14270 h 14270"/>
                <a:gd name="connsiteX4" fmla="*/ 2786 w 16284"/>
                <a:gd name="connsiteY4" fmla="*/ 1278 h 14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284" h="14270">
                  <a:moveTo>
                    <a:pt x="2786" y="1278"/>
                  </a:moveTo>
                  <a:cubicBezTo>
                    <a:pt x="1928" y="852"/>
                    <a:pt x="857" y="426"/>
                    <a:pt x="0" y="0"/>
                  </a:cubicBezTo>
                  <a:cubicBezTo>
                    <a:pt x="4500" y="3834"/>
                    <a:pt x="8785" y="8094"/>
                    <a:pt x="13071" y="12567"/>
                  </a:cubicBezTo>
                  <a:cubicBezTo>
                    <a:pt x="14142" y="13206"/>
                    <a:pt x="15213" y="13632"/>
                    <a:pt x="16284" y="14270"/>
                  </a:cubicBezTo>
                  <a:cubicBezTo>
                    <a:pt x="11785" y="9798"/>
                    <a:pt x="7285" y="5538"/>
                    <a:pt x="2786" y="1278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0" name="任意多边形: 形状 419"/>
            <p:cNvSpPr/>
            <p:nvPr/>
          </p:nvSpPr>
          <p:spPr>
            <a:xfrm>
              <a:off x="4658457" y="6353721"/>
              <a:ext cx="20141" cy="14484"/>
            </a:xfrm>
            <a:custGeom>
              <a:avLst/>
              <a:gdLst>
                <a:gd name="connsiteX0" fmla="*/ 3000 w 20141"/>
                <a:gd name="connsiteY0" fmla="*/ 0 h 14484"/>
                <a:gd name="connsiteX1" fmla="*/ 0 w 20141"/>
                <a:gd name="connsiteY1" fmla="*/ 3834 h 14484"/>
                <a:gd name="connsiteX2" fmla="*/ 20141 w 20141"/>
                <a:gd name="connsiteY2" fmla="*/ 14484 h 14484"/>
                <a:gd name="connsiteX3" fmla="*/ 7071 w 20141"/>
                <a:gd name="connsiteY3" fmla="*/ 1918 h 14484"/>
                <a:gd name="connsiteX4" fmla="*/ 3000 w 20141"/>
                <a:gd name="connsiteY4" fmla="*/ 0 h 14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41" h="14484">
                  <a:moveTo>
                    <a:pt x="3000" y="0"/>
                  </a:moveTo>
                  <a:cubicBezTo>
                    <a:pt x="1500" y="852"/>
                    <a:pt x="428" y="2130"/>
                    <a:pt x="0" y="3834"/>
                  </a:cubicBezTo>
                  <a:cubicBezTo>
                    <a:pt x="6856" y="7242"/>
                    <a:pt x="13499" y="10863"/>
                    <a:pt x="20141" y="14484"/>
                  </a:cubicBezTo>
                  <a:cubicBezTo>
                    <a:pt x="15856" y="10011"/>
                    <a:pt x="11570" y="5751"/>
                    <a:pt x="7071" y="1918"/>
                  </a:cubicBezTo>
                  <a:cubicBezTo>
                    <a:pt x="5785" y="1278"/>
                    <a:pt x="4500" y="639"/>
                    <a:pt x="3000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1" name="任意多边形: 形状 420"/>
            <p:cNvSpPr/>
            <p:nvPr/>
          </p:nvSpPr>
          <p:spPr>
            <a:xfrm>
              <a:off x="4663171" y="6353420"/>
              <a:ext cx="5356" cy="3283"/>
            </a:xfrm>
            <a:custGeom>
              <a:avLst/>
              <a:gdLst>
                <a:gd name="connsiteX0" fmla="*/ 5357 w 5356"/>
                <a:gd name="connsiteY0" fmla="*/ 3283 h 3283"/>
                <a:gd name="connsiteX1" fmla="*/ 2143 w 5356"/>
                <a:gd name="connsiteY1" fmla="*/ 301 h 3283"/>
                <a:gd name="connsiteX2" fmla="*/ 0 w 5356"/>
                <a:gd name="connsiteY2" fmla="*/ 88 h 3283"/>
                <a:gd name="connsiteX3" fmla="*/ 2357 w 5356"/>
                <a:gd name="connsiteY3" fmla="*/ 2218 h 3283"/>
                <a:gd name="connsiteX4" fmla="*/ 5357 w 5356"/>
                <a:gd name="connsiteY4" fmla="*/ 3283 h 3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56" h="3283">
                  <a:moveTo>
                    <a:pt x="5357" y="3283"/>
                  </a:moveTo>
                  <a:cubicBezTo>
                    <a:pt x="4285" y="2218"/>
                    <a:pt x="3214" y="1366"/>
                    <a:pt x="2143" y="301"/>
                  </a:cubicBezTo>
                  <a:cubicBezTo>
                    <a:pt x="1500" y="88"/>
                    <a:pt x="643" y="-125"/>
                    <a:pt x="0" y="88"/>
                  </a:cubicBezTo>
                  <a:cubicBezTo>
                    <a:pt x="857" y="727"/>
                    <a:pt x="1714" y="1579"/>
                    <a:pt x="2357" y="2218"/>
                  </a:cubicBezTo>
                  <a:cubicBezTo>
                    <a:pt x="3428" y="2431"/>
                    <a:pt x="4285" y="2857"/>
                    <a:pt x="5357" y="3283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2" name="任意多边形: 形状 421"/>
            <p:cNvSpPr/>
            <p:nvPr/>
          </p:nvSpPr>
          <p:spPr>
            <a:xfrm>
              <a:off x="4661457" y="6353295"/>
              <a:ext cx="4285" cy="2130"/>
            </a:xfrm>
            <a:custGeom>
              <a:avLst/>
              <a:gdLst>
                <a:gd name="connsiteX0" fmla="*/ 1714 w 4285"/>
                <a:gd name="connsiteY0" fmla="*/ 0 h 2130"/>
                <a:gd name="connsiteX1" fmla="*/ 0 w 4285"/>
                <a:gd name="connsiteY1" fmla="*/ 426 h 2130"/>
                <a:gd name="connsiteX2" fmla="*/ 4285 w 4285"/>
                <a:gd name="connsiteY2" fmla="*/ 2130 h 2130"/>
                <a:gd name="connsiteX3" fmla="*/ 1714 w 4285"/>
                <a:gd name="connsiteY3" fmla="*/ 0 h 2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85" h="2130">
                  <a:moveTo>
                    <a:pt x="1714" y="0"/>
                  </a:moveTo>
                  <a:cubicBezTo>
                    <a:pt x="1071" y="0"/>
                    <a:pt x="429" y="0"/>
                    <a:pt x="0" y="426"/>
                  </a:cubicBezTo>
                  <a:cubicBezTo>
                    <a:pt x="1500" y="1065"/>
                    <a:pt x="2785" y="1704"/>
                    <a:pt x="4285" y="2130"/>
                  </a:cubicBezTo>
                  <a:cubicBezTo>
                    <a:pt x="3428" y="1491"/>
                    <a:pt x="2571" y="852"/>
                    <a:pt x="1714" y="0"/>
                  </a:cubicBezTo>
                  <a:close/>
                </a:path>
              </a:pathLst>
            </a:custGeom>
            <a:solidFill>
              <a:srgbClr val="FFFFF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423" name="组合 422"/>
          <p:cNvGrpSpPr/>
          <p:nvPr userDrawn="1"/>
        </p:nvGrpSpPr>
        <p:grpSpPr>
          <a:xfrm>
            <a:off x="9186639" y="5302035"/>
            <a:ext cx="2776592" cy="1287358"/>
            <a:chOff x="9186639" y="7488296"/>
            <a:chExt cx="2776592" cy="1287358"/>
          </a:xfrm>
        </p:grpSpPr>
        <p:grpSp>
          <p:nvGrpSpPr>
            <p:cNvPr id="424" name="图形 2"/>
            <p:cNvGrpSpPr/>
            <p:nvPr/>
          </p:nvGrpSpPr>
          <p:grpSpPr>
            <a:xfrm>
              <a:off x="9186639" y="7488296"/>
              <a:ext cx="2453184" cy="1287358"/>
              <a:chOff x="9186639" y="5644438"/>
              <a:chExt cx="2453184" cy="1287358"/>
            </a:xfrm>
          </p:grpSpPr>
          <p:sp>
            <p:nvSpPr>
              <p:cNvPr id="449" name="任意多边形: 形状 448"/>
              <p:cNvSpPr/>
              <p:nvPr/>
            </p:nvSpPr>
            <p:spPr>
              <a:xfrm>
                <a:off x="9251135" y="6017398"/>
                <a:ext cx="2388688" cy="914399"/>
              </a:xfrm>
              <a:custGeom>
                <a:avLst/>
                <a:gdLst>
                  <a:gd name="connsiteX0" fmla="*/ 53782 w 2388688"/>
                  <a:gd name="connsiteY0" fmla="*/ 319283 h 914399"/>
                  <a:gd name="connsiteX1" fmla="*/ 0 w 2388688"/>
                  <a:gd name="connsiteY1" fmla="*/ 370829 h 914399"/>
                  <a:gd name="connsiteX2" fmla="*/ 564817 w 2388688"/>
                  <a:gd name="connsiteY2" fmla="*/ 612794 h 914399"/>
                  <a:gd name="connsiteX3" fmla="*/ 718450 w 2388688"/>
                  <a:gd name="connsiteY3" fmla="*/ 654542 h 914399"/>
                  <a:gd name="connsiteX4" fmla="*/ 1644313 w 2388688"/>
                  <a:gd name="connsiteY4" fmla="*/ 914399 h 914399"/>
                  <a:gd name="connsiteX5" fmla="*/ 2388689 w 2388688"/>
                  <a:gd name="connsiteY5" fmla="*/ 150589 h 914399"/>
                  <a:gd name="connsiteX6" fmla="*/ 1893724 w 2388688"/>
                  <a:gd name="connsiteY6" fmla="*/ 91163 h 914399"/>
                  <a:gd name="connsiteX7" fmla="*/ 564603 w 2388688"/>
                  <a:gd name="connsiteY7" fmla="*/ 0 h 914399"/>
                  <a:gd name="connsiteX8" fmla="*/ 53782 w 2388688"/>
                  <a:gd name="connsiteY8" fmla="*/ 319283 h 914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388688" h="914399">
                    <a:moveTo>
                      <a:pt x="53782" y="319283"/>
                    </a:moveTo>
                    <a:lnTo>
                      <a:pt x="0" y="370829"/>
                    </a:lnTo>
                    <a:cubicBezTo>
                      <a:pt x="0" y="370829"/>
                      <a:pt x="339190" y="378710"/>
                      <a:pt x="564817" y="612794"/>
                    </a:cubicBezTo>
                    <a:cubicBezTo>
                      <a:pt x="564817" y="612794"/>
                      <a:pt x="596744" y="668387"/>
                      <a:pt x="718450" y="654542"/>
                    </a:cubicBezTo>
                    <a:cubicBezTo>
                      <a:pt x="718450" y="654542"/>
                      <a:pt x="1045641" y="634733"/>
                      <a:pt x="1644313" y="914399"/>
                    </a:cubicBezTo>
                    <a:lnTo>
                      <a:pt x="2388689" y="150589"/>
                    </a:lnTo>
                    <a:lnTo>
                      <a:pt x="1893724" y="91163"/>
                    </a:lnTo>
                    <a:lnTo>
                      <a:pt x="564603" y="0"/>
                    </a:lnTo>
                    <a:lnTo>
                      <a:pt x="53782" y="319283"/>
                    </a:lnTo>
                    <a:close/>
                  </a:path>
                </a:pathLst>
              </a:custGeom>
              <a:gradFill>
                <a:gsLst>
                  <a:gs pos="8040">
                    <a:srgbClr val="1A707E"/>
                  </a:gs>
                  <a:gs pos="66200">
                    <a:srgbClr val="199190"/>
                  </a:gs>
                </a:gsLst>
                <a:lin ang="0" scaled="1"/>
              </a:gradFill>
              <a:ln w="21427" cap="rnd">
                <a:solidFill>
                  <a:srgbClr val="FF9A3E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50" name="图形 2"/>
              <p:cNvGrpSpPr/>
              <p:nvPr/>
            </p:nvGrpSpPr>
            <p:grpSpPr>
              <a:xfrm>
                <a:off x="9186639" y="5644438"/>
                <a:ext cx="2433472" cy="1242628"/>
                <a:chOff x="9186639" y="5644438"/>
                <a:chExt cx="2433472" cy="1242628"/>
              </a:xfrm>
            </p:grpSpPr>
            <p:sp>
              <p:nvSpPr>
                <p:cNvPr id="451" name="任意多边形: 形状 450"/>
                <p:cNvSpPr/>
                <p:nvPr/>
              </p:nvSpPr>
              <p:spPr>
                <a:xfrm>
                  <a:off x="9186639" y="6081936"/>
                  <a:ext cx="1743949" cy="805131"/>
                </a:xfrm>
                <a:custGeom>
                  <a:avLst/>
                  <a:gdLst>
                    <a:gd name="connsiteX0" fmla="*/ 0 w 1743949"/>
                    <a:gd name="connsiteY0" fmla="*/ 229824 h 805131"/>
                    <a:gd name="connsiteX1" fmla="*/ 104779 w 1743949"/>
                    <a:gd name="connsiteY1" fmla="*/ 294576 h 805131"/>
                    <a:gd name="connsiteX2" fmla="*/ 652454 w 1743949"/>
                    <a:gd name="connsiteY2" fmla="*/ 514815 h 805131"/>
                    <a:gd name="connsiteX3" fmla="*/ 786802 w 1743949"/>
                    <a:gd name="connsiteY3" fmla="*/ 548682 h 805131"/>
                    <a:gd name="connsiteX4" fmla="*/ 1664883 w 1743949"/>
                    <a:gd name="connsiteY4" fmla="*/ 805131 h 805131"/>
                    <a:gd name="connsiteX5" fmla="*/ 1743949 w 1743949"/>
                    <a:gd name="connsiteY5" fmla="*/ 773395 h 805131"/>
                    <a:gd name="connsiteX6" fmla="*/ 1466683 w 1743949"/>
                    <a:gd name="connsiteY6" fmla="*/ 222370 h 805131"/>
                    <a:gd name="connsiteX7" fmla="*/ 552390 w 1743949"/>
                    <a:gd name="connsiteY7" fmla="*/ 0 h 805131"/>
                    <a:gd name="connsiteX8" fmla="*/ 215556 w 1743949"/>
                    <a:gd name="connsiteY8" fmla="*/ 125030 h 805131"/>
                    <a:gd name="connsiteX9" fmla="*/ 0 w 1743949"/>
                    <a:gd name="connsiteY9" fmla="*/ 229824 h 8051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743949" h="805131">
                      <a:moveTo>
                        <a:pt x="0" y="229824"/>
                      </a:moveTo>
                      <a:cubicBezTo>
                        <a:pt x="0" y="229824"/>
                        <a:pt x="68352" y="239409"/>
                        <a:pt x="104779" y="294576"/>
                      </a:cubicBezTo>
                      <a:cubicBezTo>
                        <a:pt x="104779" y="294576"/>
                        <a:pt x="377545" y="235149"/>
                        <a:pt x="652454" y="514815"/>
                      </a:cubicBezTo>
                      <a:cubicBezTo>
                        <a:pt x="652454" y="514815"/>
                        <a:pt x="699380" y="567852"/>
                        <a:pt x="786802" y="548682"/>
                      </a:cubicBezTo>
                      <a:cubicBezTo>
                        <a:pt x="786802" y="548682"/>
                        <a:pt x="1093638" y="512685"/>
                        <a:pt x="1664883" y="805131"/>
                      </a:cubicBezTo>
                      <a:lnTo>
                        <a:pt x="1743949" y="773395"/>
                      </a:lnTo>
                      <a:lnTo>
                        <a:pt x="1466683" y="222370"/>
                      </a:lnTo>
                      <a:lnTo>
                        <a:pt x="552390" y="0"/>
                      </a:lnTo>
                      <a:lnTo>
                        <a:pt x="215556" y="125030"/>
                      </a:lnTo>
                      <a:lnTo>
                        <a:pt x="0" y="229824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4D8AC"/>
                    </a:gs>
                    <a:gs pos="50000">
                      <a:srgbClr val="92BAA3"/>
                    </a:gs>
                    <a:gs pos="100000">
                      <a:srgbClr val="519D9B"/>
                    </a:gs>
                  </a:gsLst>
                  <a:lin ang="11977739" scaled="1"/>
                </a:gradFill>
                <a:ln w="21427" cap="rnd">
                  <a:solidFill>
                    <a:srgbClr val="FF9A3E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452" name="图形 2"/>
                <p:cNvGrpSpPr/>
                <p:nvPr/>
              </p:nvGrpSpPr>
              <p:grpSpPr>
                <a:xfrm>
                  <a:off x="9186853" y="5644438"/>
                  <a:ext cx="2433257" cy="1211104"/>
                  <a:chOff x="9186853" y="5644438"/>
                  <a:chExt cx="2433257" cy="1211104"/>
                </a:xfrm>
              </p:grpSpPr>
              <p:grpSp>
                <p:nvGrpSpPr>
                  <p:cNvPr id="453" name="图形 2"/>
                  <p:cNvGrpSpPr/>
                  <p:nvPr/>
                </p:nvGrpSpPr>
                <p:grpSpPr>
                  <a:xfrm>
                    <a:off x="9905303" y="5896841"/>
                    <a:ext cx="1714808" cy="958702"/>
                    <a:chOff x="9905303" y="5896841"/>
                    <a:chExt cx="1714808" cy="958702"/>
                  </a:xfrm>
                </p:grpSpPr>
                <p:sp>
                  <p:nvSpPr>
                    <p:cNvPr id="486" name="任意多边形: 形状 485"/>
                    <p:cNvSpPr/>
                    <p:nvPr/>
                  </p:nvSpPr>
                  <p:spPr>
                    <a:xfrm>
                      <a:off x="9938086" y="5907491"/>
                      <a:ext cx="1665525" cy="934420"/>
                    </a:xfrm>
                    <a:custGeom>
                      <a:avLst/>
                      <a:gdLst>
                        <a:gd name="connsiteX0" fmla="*/ 990359 w 1665525"/>
                        <a:gd name="connsiteY0" fmla="*/ 934421 h 934420"/>
                        <a:gd name="connsiteX1" fmla="*/ 49496 w 1665525"/>
                        <a:gd name="connsiteY1" fmla="*/ 661571 h 934420"/>
                        <a:gd name="connsiteX2" fmla="*/ 0 w 1665525"/>
                        <a:gd name="connsiteY2" fmla="*/ 662423 h 934420"/>
                        <a:gd name="connsiteX3" fmla="*/ 832870 w 1665525"/>
                        <a:gd name="connsiteY3" fmla="*/ 7242 h 934420"/>
                        <a:gd name="connsiteX4" fmla="*/ 960147 w 1665525"/>
                        <a:gd name="connsiteY4" fmla="*/ 0 h 934420"/>
                        <a:gd name="connsiteX5" fmla="*/ 1665526 w 1665525"/>
                        <a:gd name="connsiteY5" fmla="*/ 198940 h 934420"/>
                        <a:gd name="connsiteX6" fmla="*/ 990359 w 1665525"/>
                        <a:gd name="connsiteY6" fmla="*/ 934421 h 9344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665525" h="934420">
                          <a:moveTo>
                            <a:pt x="990359" y="934421"/>
                          </a:moveTo>
                          <a:cubicBezTo>
                            <a:pt x="928649" y="898424"/>
                            <a:pt x="504393" y="661571"/>
                            <a:pt x="49496" y="661571"/>
                          </a:cubicBezTo>
                          <a:cubicBezTo>
                            <a:pt x="32998" y="661571"/>
                            <a:pt x="16499" y="661784"/>
                            <a:pt x="0" y="662423"/>
                          </a:cubicBezTo>
                          <a:lnTo>
                            <a:pt x="832870" y="7242"/>
                          </a:lnTo>
                          <a:cubicBezTo>
                            <a:pt x="844226" y="5751"/>
                            <a:pt x="890723" y="0"/>
                            <a:pt x="960147" y="0"/>
                          </a:cubicBezTo>
                          <a:cubicBezTo>
                            <a:pt x="1105209" y="0"/>
                            <a:pt x="1389759" y="25773"/>
                            <a:pt x="1665526" y="198940"/>
                          </a:cubicBezTo>
                          <a:lnTo>
                            <a:pt x="990359" y="93442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45030">
                          <a:srgbClr val="FBE5D3"/>
                        </a:gs>
                        <a:gs pos="100000">
                          <a:srgbClr val="FFAA78"/>
                        </a:gs>
                      </a:gsLst>
                      <a:lin ang="9988486" scaled="1"/>
                    </a:gradFill>
                    <a:ln w="2142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87" name="任意多边形: 形状 486"/>
                    <p:cNvSpPr/>
                    <p:nvPr/>
                  </p:nvSpPr>
                  <p:spPr>
                    <a:xfrm>
                      <a:off x="9905303" y="5896841"/>
                      <a:ext cx="1714808" cy="958702"/>
                    </a:xfrm>
                    <a:custGeom>
                      <a:avLst/>
                      <a:gdLst>
                        <a:gd name="connsiteX0" fmla="*/ 993145 w 1714808"/>
                        <a:gd name="connsiteY0" fmla="*/ 21300 h 958702"/>
                        <a:gd name="connsiteX1" fmla="*/ 993145 w 1714808"/>
                        <a:gd name="connsiteY1" fmla="*/ 21300 h 958702"/>
                        <a:gd name="connsiteX2" fmla="*/ 1681811 w 1714808"/>
                        <a:gd name="connsiteY2" fmla="*/ 211932 h 958702"/>
                        <a:gd name="connsiteX3" fmla="*/ 1021214 w 1714808"/>
                        <a:gd name="connsiteY3" fmla="*/ 931652 h 958702"/>
                        <a:gd name="connsiteX4" fmla="*/ 82494 w 1714808"/>
                        <a:gd name="connsiteY4" fmla="*/ 661571 h 958702"/>
                        <a:gd name="connsiteX5" fmla="*/ 64924 w 1714808"/>
                        <a:gd name="connsiteY5" fmla="*/ 661784 h 958702"/>
                        <a:gd name="connsiteX6" fmla="*/ 870154 w 1714808"/>
                        <a:gd name="connsiteY6" fmla="*/ 28328 h 958702"/>
                        <a:gd name="connsiteX7" fmla="*/ 993145 w 1714808"/>
                        <a:gd name="connsiteY7" fmla="*/ 21300 h 958702"/>
                        <a:gd name="connsiteX8" fmla="*/ 993145 w 1714808"/>
                        <a:gd name="connsiteY8" fmla="*/ 0 h 958702"/>
                        <a:gd name="connsiteX9" fmla="*/ 861368 w 1714808"/>
                        <a:gd name="connsiteY9" fmla="*/ 7881 h 958702"/>
                        <a:gd name="connsiteX10" fmla="*/ 3214 w 1714808"/>
                        <a:gd name="connsiteY10" fmla="*/ 682871 h 958702"/>
                        <a:gd name="connsiteX11" fmla="*/ 0 w 1714808"/>
                        <a:gd name="connsiteY11" fmla="*/ 685427 h 958702"/>
                        <a:gd name="connsiteX12" fmla="*/ 82280 w 1714808"/>
                        <a:gd name="connsiteY12" fmla="*/ 682871 h 958702"/>
                        <a:gd name="connsiteX13" fmla="*/ 1025071 w 1714808"/>
                        <a:gd name="connsiteY13" fmla="*/ 958702 h 958702"/>
                        <a:gd name="connsiteX14" fmla="*/ 1714808 w 1714808"/>
                        <a:gd name="connsiteY14" fmla="*/ 207460 h 958702"/>
                        <a:gd name="connsiteX15" fmla="*/ 1705809 w 1714808"/>
                        <a:gd name="connsiteY15" fmla="*/ 201709 h 958702"/>
                        <a:gd name="connsiteX16" fmla="*/ 993145 w 1714808"/>
                        <a:gd name="connsiteY16" fmla="*/ 0 h 958702"/>
                        <a:gd name="connsiteX17" fmla="*/ 993145 w 1714808"/>
                        <a:gd name="connsiteY17" fmla="*/ 0 h 95870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1714808" h="958702">
                          <a:moveTo>
                            <a:pt x="993145" y="21300"/>
                          </a:moveTo>
                          <a:lnTo>
                            <a:pt x="993145" y="21300"/>
                          </a:lnTo>
                          <a:cubicBezTo>
                            <a:pt x="1135206" y="21300"/>
                            <a:pt x="1411615" y="46220"/>
                            <a:pt x="1681811" y="211932"/>
                          </a:cubicBezTo>
                          <a:lnTo>
                            <a:pt x="1021214" y="931652"/>
                          </a:lnTo>
                          <a:cubicBezTo>
                            <a:pt x="937434" y="883941"/>
                            <a:pt x="524320" y="661571"/>
                            <a:pt x="82494" y="661571"/>
                          </a:cubicBezTo>
                          <a:cubicBezTo>
                            <a:pt x="76709" y="661571"/>
                            <a:pt x="70709" y="661571"/>
                            <a:pt x="64924" y="661784"/>
                          </a:cubicBezTo>
                          <a:lnTo>
                            <a:pt x="870154" y="28328"/>
                          </a:lnTo>
                          <a:cubicBezTo>
                            <a:pt x="884938" y="26198"/>
                            <a:pt x="929078" y="21300"/>
                            <a:pt x="993145" y="21300"/>
                          </a:cubicBezTo>
                          <a:moveTo>
                            <a:pt x="993145" y="0"/>
                          </a:moveTo>
                          <a:cubicBezTo>
                            <a:pt x="911293" y="0"/>
                            <a:pt x="861368" y="7881"/>
                            <a:pt x="861368" y="7881"/>
                          </a:cubicBezTo>
                          <a:lnTo>
                            <a:pt x="3214" y="682871"/>
                          </a:lnTo>
                          <a:lnTo>
                            <a:pt x="0" y="685427"/>
                          </a:lnTo>
                          <a:cubicBezTo>
                            <a:pt x="27427" y="683723"/>
                            <a:pt x="55068" y="682871"/>
                            <a:pt x="82280" y="682871"/>
                          </a:cubicBezTo>
                          <a:cubicBezTo>
                            <a:pt x="574674" y="682871"/>
                            <a:pt x="1025071" y="958702"/>
                            <a:pt x="1025071" y="958702"/>
                          </a:cubicBezTo>
                          <a:lnTo>
                            <a:pt x="1714808" y="207460"/>
                          </a:lnTo>
                          <a:cubicBezTo>
                            <a:pt x="1711808" y="205543"/>
                            <a:pt x="1708809" y="203626"/>
                            <a:pt x="1705809" y="201709"/>
                          </a:cubicBezTo>
                          <a:cubicBezTo>
                            <a:pt x="1432185" y="29394"/>
                            <a:pt x="1152133" y="0"/>
                            <a:pt x="993145" y="0"/>
                          </a:cubicBezTo>
                          <a:lnTo>
                            <a:pt x="993145" y="0"/>
                          </a:lnTo>
                          <a:close/>
                        </a:path>
                      </a:pathLst>
                    </a:custGeom>
                    <a:solidFill>
                      <a:srgbClr val="FF9A3E"/>
                    </a:solidFill>
                    <a:ln w="2142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454" name="图形 2"/>
                  <p:cNvGrpSpPr/>
                  <p:nvPr/>
                </p:nvGrpSpPr>
                <p:grpSpPr>
                  <a:xfrm>
                    <a:off x="9186853" y="5644438"/>
                    <a:ext cx="1580031" cy="938042"/>
                    <a:chOff x="9186853" y="5644438"/>
                    <a:chExt cx="1580031" cy="938042"/>
                  </a:xfrm>
                </p:grpSpPr>
                <p:sp>
                  <p:nvSpPr>
                    <p:cNvPr id="484" name="任意多边形: 形状 483"/>
                    <p:cNvSpPr/>
                    <p:nvPr/>
                  </p:nvSpPr>
                  <p:spPr>
                    <a:xfrm>
                      <a:off x="9227351" y="5655301"/>
                      <a:ext cx="1523463" cy="911843"/>
                    </a:xfrm>
                    <a:custGeom>
                      <a:avLst/>
                      <a:gdLst>
                        <a:gd name="connsiteX0" fmla="*/ 680095 w 1523463"/>
                        <a:gd name="connsiteY0" fmla="*/ 911843 h 911843"/>
                        <a:gd name="connsiteX1" fmla="*/ 89993 w 1523463"/>
                        <a:gd name="connsiteY1" fmla="*/ 636224 h 911843"/>
                        <a:gd name="connsiteX2" fmla="*/ 0 w 1523463"/>
                        <a:gd name="connsiteY2" fmla="*/ 640910 h 911843"/>
                        <a:gd name="connsiteX3" fmla="*/ 901008 w 1523463"/>
                        <a:gd name="connsiteY3" fmla="*/ 0 h 911843"/>
                        <a:gd name="connsiteX4" fmla="*/ 908721 w 1523463"/>
                        <a:gd name="connsiteY4" fmla="*/ 0 h 911843"/>
                        <a:gd name="connsiteX5" fmla="*/ 1521965 w 1523463"/>
                        <a:gd name="connsiteY5" fmla="*/ 246864 h 911843"/>
                        <a:gd name="connsiteX6" fmla="*/ 1523464 w 1523463"/>
                        <a:gd name="connsiteY6" fmla="*/ 248568 h 911843"/>
                        <a:gd name="connsiteX7" fmla="*/ 680095 w 1523463"/>
                        <a:gd name="connsiteY7" fmla="*/ 911843 h 9118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523463" h="911843">
                          <a:moveTo>
                            <a:pt x="680095" y="911843"/>
                          </a:moveTo>
                          <a:cubicBezTo>
                            <a:pt x="642169" y="862853"/>
                            <a:pt x="447183" y="636224"/>
                            <a:pt x="89993" y="636224"/>
                          </a:cubicBezTo>
                          <a:cubicBezTo>
                            <a:pt x="60424" y="636224"/>
                            <a:pt x="30426" y="637715"/>
                            <a:pt x="0" y="640910"/>
                          </a:cubicBezTo>
                          <a:lnTo>
                            <a:pt x="901008" y="0"/>
                          </a:lnTo>
                          <a:cubicBezTo>
                            <a:pt x="902722" y="0"/>
                            <a:pt x="905294" y="0"/>
                            <a:pt x="908721" y="0"/>
                          </a:cubicBezTo>
                          <a:cubicBezTo>
                            <a:pt x="969789" y="0"/>
                            <a:pt x="1286052" y="11928"/>
                            <a:pt x="1521965" y="246864"/>
                          </a:cubicBezTo>
                          <a:lnTo>
                            <a:pt x="1523464" y="248568"/>
                          </a:lnTo>
                          <a:lnTo>
                            <a:pt x="680095" y="911843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45030">
                          <a:srgbClr val="FBE5D3"/>
                        </a:gs>
                        <a:gs pos="100000">
                          <a:srgbClr val="FFAA78"/>
                        </a:gs>
                      </a:gsLst>
                      <a:lin ang="12610871" scaled="1"/>
                    </a:gradFill>
                    <a:ln w="2142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85" name="任意多边形: 形状 484"/>
                    <p:cNvSpPr/>
                    <p:nvPr/>
                  </p:nvSpPr>
                  <p:spPr>
                    <a:xfrm>
                      <a:off x="9186853" y="5644438"/>
                      <a:ext cx="1580031" cy="938042"/>
                    </a:xfrm>
                    <a:custGeom>
                      <a:avLst/>
                      <a:gdLst>
                        <a:gd name="connsiteX0" fmla="*/ 949005 w 1580031"/>
                        <a:gd name="connsiteY0" fmla="*/ 21300 h 938042"/>
                        <a:gd name="connsiteX1" fmla="*/ 1547677 w 1580031"/>
                        <a:gd name="connsiteY1" fmla="*/ 258366 h 938042"/>
                        <a:gd name="connsiteX2" fmla="*/ 722306 w 1580031"/>
                        <a:gd name="connsiteY2" fmla="*/ 907583 h 938042"/>
                        <a:gd name="connsiteX3" fmla="*/ 130276 w 1580031"/>
                        <a:gd name="connsiteY3" fmla="*/ 636437 h 938042"/>
                        <a:gd name="connsiteX4" fmla="*/ 77995 w 1580031"/>
                        <a:gd name="connsiteY4" fmla="*/ 637928 h 938042"/>
                        <a:gd name="connsiteX5" fmla="*/ 944934 w 1580031"/>
                        <a:gd name="connsiteY5" fmla="*/ 21300 h 938042"/>
                        <a:gd name="connsiteX6" fmla="*/ 949005 w 1580031"/>
                        <a:gd name="connsiteY6" fmla="*/ 21300 h 938042"/>
                        <a:gd name="connsiteX7" fmla="*/ 949005 w 1580031"/>
                        <a:gd name="connsiteY7" fmla="*/ 0 h 938042"/>
                        <a:gd name="connsiteX8" fmla="*/ 937863 w 1580031"/>
                        <a:gd name="connsiteY8" fmla="*/ 213 h 938042"/>
                        <a:gd name="connsiteX9" fmla="*/ 21642 w 1580031"/>
                        <a:gd name="connsiteY9" fmla="*/ 651986 h 938042"/>
                        <a:gd name="connsiteX10" fmla="*/ 0 w 1580031"/>
                        <a:gd name="connsiteY10" fmla="*/ 667535 h 938042"/>
                        <a:gd name="connsiteX11" fmla="*/ 130491 w 1580031"/>
                        <a:gd name="connsiteY11" fmla="*/ 657737 h 938042"/>
                        <a:gd name="connsiteX12" fmla="*/ 718664 w 1580031"/>
                        <a:gd name="connsiteY12" fmla="*/ 938042 h 938042"/>
                        <a:gd name="connsiteX13" fmla="*/ 1580032 w 1580031"/>
                        <a:gd name="connsiteY13" fmla="*/ 260496 h 938042"/>
                        <a:gd name="connsiteX14" fmla="*/ 1570175 w 1580031"/>
                        <a:gd name="connsiteY14" fmla="*/ 250272 h 938042"/>
                        <a:gd name="connsiteX15" fmla="*/ 949005 w 1580031"/>
                        <a:gd name="connsiteY15" fmla="*/ 0 h 938042"/>
                        <a:gd name="connsiteX16" fmla="*/ 949005 w 1580031"/>
                        <a:gd name="connsiteY16" fmla="*/ 0 h 93804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580031" h="938042">
                          <a:moveTo>
                            <a:pt x="949005" y="21300"/>
                          </a:moveTo>
                          <a:cubicBezTo>
                            <a:pt x="1008786" y="21300"/>
                            <a:pt x="1315836" y="32802"/>
                            <a:pt x="1547677" y="258366"/>
                          </a:cubicBezTo>
                          <a:lnTo>
                            <a:pt x="722306" y="907583"/>
                          </a:lnTo>
                          <a:cubicBezTo>
                            <a:pt x="671096" y="843471"/>
                            <a:pt x="479109" y="636437"/>
                            <a:pt x="130276" y="636437"/>
                          </a:cubicBezTo>
                          <a:cubicBezTo>
                            <a:pt x="112920" y="636437"/>
                            <a:pt x="95565" y="636863"/>
                            <a:pt x="77995" y="637928"/>
                          </a:cubicBezTo>
                          <a:lnTo>
                            <a:pt x="944934" y="21300"/>
                          </a:lnTo>
                          <a:cubicBezTo>
                            <a:pt x="946005" y="21300"/>
                            <a:pt x="947505" y="21300"/>
                            <a:pt x="949005" y="21300"/>
                          </a:cubicBezTo>
                          <a:moveTo>
                            <a:pt x="949005" y="0"/>
                          </a:moveTo>
                          <a:cubicBezTo>
                            <a:pt x="941720" y="0"/>
                            <a:pt x="937863" y="213"/>
                            <a:pt x="937863" y="213"/>
                          </a:cubicBezTo>
                          <a:lnTo>
                            <a:pt x="21642" y="651986"/>
                          </a:lnTo>
                          <a:lnTo>
                            <a:pt x="0" y="667535"/>
                          </a:lnTo>
                          <a:cubicBezTo>
                            <a:pt x="45854" y="660932"/>
                            <a:pt x="89351" y="657737"/>
                            <a:pt x="130491" y="657737"/>
                          </a:cubicBezTo>
                          <a:cubicBezTo>
                            <a:pt x="527749" y="657737"/>
                            <a:pt x="718664" y="938042"/>
                            <a:pt x="718664" y="938042"/>
                          </a:cubicBezTo>
                          <a:lnTo>
                            <a:pt x="1580032" y="260496"/>
                          </a:lnTo>
                          <a:cubicBezTo>
                            <a:pt x="1576818" y="257088"/>
                            <a:pt x="1573389" y="253680"/>
                            <a:pt x="1570175" y="250272"/>
                          </a:cubicBezTo>
                          <a:cubicBezTo>
                            <a:pt x="1331264" y="12354"/>
                            <a:pt x="1012429" y="0"/>
                            <a:pt x="949005" y="0"/>
                          </a:cubicBezTo>
                          <a:lnTo>
                            <a:pt x="949005" y="0"/>
                          </a:lnTo>
                          <a:close/>
                        </a:path>
                      </a:pathLst>
                    </a:custGeom>
                    <a:solidFill>
                      <a:srgbClr val="FF9A3E"/>
                    </a:solidFill>
                    <a:ln w="2142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455" name="图形 2"/>
                  <p:cNvGrpSpPr/>
                  <p:nvPr/>
                </p:nvGrpSpPr>
                <p:grpSpPr>
                  <a:xfrm>
                    <a:off x="10237637" y="5980347"/>
                    <a:ext cx="1181702" cy="659429"/>
                    <a:chOff x="10237637" y="5980347"/>
                    <a:chExt cx="1181702" cy="659429"/>
                  </a:xfrm>
                  <a:noFill/>
                </p:grpSpPr>
                <p:sp>
                  <p:nvSpPr>
                    <p:cNvPr id="472" name="任意多边形: 形状 471"/>
                    <p:cNvSpPr/>
                    <p:nvPr/>
                  </p:nvSpPr>
                  <p:spPr>
                    <a:xfrm>
                      <a:off x="10768385" y="5980347"/>
                      <a:ext cx="650954" cy="180610"/>
                    </a:xfrm>
                    <a:custGeom>
                      <a:avLst/>
                      <a:gdLst>
                        <a:gd name="connsiteX0" fmla="*/ 0 w 650954"/>
                        <a:gd name="connsiteY0" fmla="*/ 201 h 180610"/>
                        <a:gd name="connsiteX1" fmla="*/ 650954 w 650954"/>
                        <a:gd name="connsiteY1" fmla="*/ 180610 h 1806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650954" h="180610">
                          <a:moveTo>
                            <a:pt x="0" y="201"/>
                          </a:moveTo>
                          <a:cubicBezTo>
                            <a:pt x="228412" y="-4059"/>
                            <a:pt x="457682" y="59415"/>
                            <a:pt x="650954" y="180610"/>
                          </a:cubicBezTo>
                        </a:path>
                      </a:pathLst>
                    </a:custGeom>
                    <a:noFill/>
                    <a:ln w="21427" cap="flat">
                      <a:solidFill>
                        <a:srgbClr val="E8BDAF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73" name="任意多边形: 形状 472"/>
                    <p:cNvSpPr/>
                    <p:nvPr/>
                  </p:nvSpPr>
                  <p:spPr>
                    <a:xfrm>
                      <a:off x="10720174" y="6023799"/>
                      <a:ext cx="650954" cy="180610"/>
                    </a:xfrm>
                    <a:custGeom>
                      <a:avLst/>
                      <a:gdLst>
                        <a:gd name="connsiteX0" fmla="*/ 0 w 650954"/>
                        <a:gd name="connsiteY0" fmla="*/ 201 h 180610"/>
                        <a:gd name="connsiteX1" fmla="*/ 650954 w 650954"/>
                        <a:gd name="connsiteY1" fmla="*/ 180610 h 1806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650954" h="180610">
                          <a:moveTo>
                            <a:pt x="0" y="201"/>
                          </a:moveTo>
                          <a:cubicBezTo>
                            <a:pt x="228413" y="-4059"/>
                            <a:pt x="457682" y="59415"/>
                            <a:pt x="650954" y="180610"/>
                          </a:cubicBezTo>
                        </a:path>
                      </a:pathLst>
                    </a:custGeom>
                    <a:noFill/>
                    <a:ln w="21427" cap="flat">
                      <a:solidFill>
                        <a:srgbClr val="E8BDAF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74" name="任意多边形: 形状 473"/>
                    <p:cNvSpPr/>
                    <p:nvPr/>
                  </p:nvSpPr>
                  <p:spPr>
                    <a:xfrm>
                      <a:off x="10671963" y="6067464"/>
                      <a:ext cx="650954" cy="180610"/>
                    </a:xfrm>
                    <a:custGeom>
                      <a:avLst/>
                      <a:gdLst>
                        <a:gd name="connsiteX0" fmla="*/ 0 w 650954"/>
                        <a:gd name="connsiteY0" fmla="*/ 201 h 180610"/>
                        <a:gd name="connsiteX1" fmla="*/ 650954 w 650954"/>
                        <a:gd name="connsiteY1" fmla="*/ 180610 h 1806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650954" h="180610">
                          <a:moveTo>
                            <a:pt x="0" y="201"/>
                          </a:moveTo>
                          <a:cubicBezTo>
                            <a:pt x="228413" y="-4058"/>
                            <a:pt x="457682" y="59415"/>
                            <a:pt x="650954" y="180610"/>
                          </a:cubicBezTo>
                        </a:path>
                      </a:pathLst>
                    </a:custGeom>
                    <a:noFill/>
                    <a:ln w="21427" cap="flat">
                      <a:solidFill>
                        <a:srgbClr val="E8BDAF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75" name="任意多边形: 形状 474"/>
                    <p:cNvSpPr/>
                    <p:nvPr/>
                  </p:nvSpPr>
                  <p:spPr>
                    <a:xfrm>
                      <a:off x="10623752" y="6110915"/>
                      <a:ext cx="650954" cy="180610"/>
                    </a:xfrm>
                    <a:custGeom>
                      <a:avLst/>
                      <a:gdLst>
                        <a:gd name="connsiteX0" fmla="*/ 0 w 650954"/>
                        <a:gd name="connsiteY0" fmla="*/ 201 h 180610"/>
                        <a:gd name="connsiteX1" fmla="*/ 650954 w 650954"/>
                        <a:gd name="connsiteY1" fmla="*/ 180610 h 1806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650954" h="180610">
                          <a:moveTo>
                            <a:pt x="0" y="201"/>
                          </a:moveTo>
                          <a:cubicBezTo>
                            <a:pt x="228413" y="-4059"/>
                            <a:pt x="457682" y="59415"/>
                            <a:pt x="650954" y="180610"/>
                          </a:cubicBezTo>
                        </a:path>
                      </a:pathLst>
                    </a:custGeom>
                    <a:noFill/>
                    <a:ln w="21427" cap="flat">
                      <a:solidFill>
                        <a:srgbClr val="E8BDAF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76" name="任意多边形: 形状 475"/>
                    <p:cNvSpPr/>
                    <p:nvPr/>
                  </p:nvSpPr>
                  <p:spPr>
                    <a:xfrm>
                      <a:off x="10575542" y="6154367"/>
                      <a:ext cx="650954" cy="180610"/>
                    </a:xfrm>
                    <a:custGeom>
                      <a:avLst/>
                      <a:gdLst>
                        <a:gd name="connsiteX0" fmla="*/ 0 w 650954"/>
                        <a:gd name="connsiteY0" fmla="*/ 201 h 180610"/>
                        <a:gd name="connsiteX1" fmla="*/ 650954 w 650954"/>
                        <a:gd name="connsiteY1" fmla="*/ 180610 h 1806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650954" h="180610">
                          <a:moveTo>
                            <a:pt x="0" y="201"/>
                          </a:moveTo>
                          <a:cubicBezTo>
                            <a:pt x="228413" y="-4059"/>
                            <a:pt x="457682" y="59415"/>
                            <a:pt x="650954" y="180610"/>
                          </a:cubicBezTo>
                        </a:path>
                      </a:pathLst>
                    </a:custGeom>
                    <a:noFill/>
                    <a:ln w="21427" cap="flat">
                      <a:solidFill>
                        <a:srgbClr val="E8BDAF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77" name="任意多边形: 形状 476"/>
                    <p:cNvSpPr/>
                    <p:nvPr/>
                  </p:nvSpPr>
                  <p:spPr>
                    <a:xfrm>
                      <a:off x="10527116" y="6198031"/>
                      <a:ext cx="650954" cy="180610"/>
                    </a:xfrm>
                    <a:custGeom>
                      <a:avLst/>
                      <a:gdLst>
                        <a:gd name="connsiteX0" fmla="*/ 0 w 650954"/>
                        <a:gd name="connsiteY0" fmla="*/ 201 h 180610"/>
                        <a:gd name="connsiteX1" fmla="*/ 650954 w 650954"/>
                        <a:gd name="connsiteY1" fmla="*/ 180610 h 1806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650954" h="180610">
                          <a:moveTo>
                            <a:pt x="0" y="201"/>
                          </a:moveTo>
                          <a:cubicBezTo>
                            <a:pt x="228413" y="-4059"/>
                            <a:pt x="457682" y="59415"/>
                            <a:pt x="650954" y="180610"/>
                          </a:cubicBezTo>
                        </a:path>
                      </a:pathLst>
                    </a:custGeom>
                    <a:noFill/>
                    <a:ln w="21427" cap="flat">
                      <a:solidFill>
                        <a:srgbClr val="E8BDAF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78" name="任意多边形: 形状 477"/>
                    <p:cNvSpPr/>
                    <p:nvPr/>
                  </p:nvSpPr>
                  <p:spPr>
                    <a:xfrm>
                      <a:off x="10478905" y="6241483"/>
                      <a:ext cx="650954" cy="180610"/>
                    </a:xfrm>
                    <a:custGeom>
                      <a:avLst/>
                      <a:gdLst>
                        <a:gd name="connsiteX0" fmla="*/ 0 w 650954"/>
                        <a:gd name="connsiteY0" fmla="*/ 201 h 180610"/>
                        <a:gd name="connsiteX1" fmla="*/ 650954 w 650954"/>
                        <a:gd name="connsiteY1" fmla="*/ 180610 h 1806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650954" h="180610">
                          <a:moveTo>
                            <a:pt x="0" y="201"/>
                          </a:moveTo>
                          <a:cubicBezTo>
                            <a:pt x="228413" y="-4059"/>
                            <a:pt x="457683" y="59415"/>
                            <a:pt x="650954" y="180610"/>
                          </a:cubicBezTo>
                        </a:path>
                      </a:pathLst>
                    </a:custGeom>
                    <a:noFill/>
                    <a:ln w="21427" cap="flat">
                      <a:solidFill>
                        <a:srgbClr val="E8BDAF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79" name="任意多边形: 形状 478"/>
                    <p:cNvSpPr/>
                    <p:nvPr/>
                  </p:nvSpPr>
                  <p:spPr>
                    <a:xfrm>
                      <a:off x="10430694" y="6284934"/>
                      <a:ext cx="650954" cy="180610"/>
                    </a:xfrm>
                    <a:custGeom>
                      <a:avLst/>
                      <a:gdLst>
                        <a:gd name="connsiteX0" fmla="*/ 0 w 650954"/>
                        <a:gd name="connsiteY0" fmla="*/ 201 h 180610"/>
                        <a:gd name="connsiteX1" fmla="*/ 650954 w 650954"/>
                        <a:gd name="connsiteY1" fmla="*/ 180610 h 1806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650954" h="180610">
                          <a:moveTo>
                            <a:pt x="0" y="201"/>
                          </a:moveTo>
                          <a:cubicBezTo>
                            <a:pt x="228413" y="-4058"/>
                            <a:pt x="457683" y="59415"/>
                            <a:pt x="650954" y="180610"/>
                          </a:cubicBezTo>
                        </a:path>
                      </a:pathLst>
                    </a:custGeom>
                    <a:noFill/>
                    <a:ln w="21427" cap="flat">
                      <a:solidFill>
                        <a:srgbClr val="E8BDAF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80" name="任意多边形: 形状 479"/>
                    <p:cNvSpPr/>
                    <p:nvPr/>
                  </p:nvSpPr>
                  <p:spPr>
                    <a:xfrm>
                      <a:off x="10382483" y="6328599"/>
                      <a:ext cx="650954" cy="180610"/>
                    </a:xfrm>
                    <a:custGeom>
                      <a:avLst/>
                      <a:gdLst>
                        <a:gd name="connsiteX0" fmla="*/ 0 w 650954"/>
                        <a:gd name="connsiteY0" fmla="*/ 201 h 180610"/>
                        <a:gd name="connsiteX1" fmla="*/ 650954 w 650954"/>
                        <a:gd name="connsiteY1" fmla="*/ 180610 h 1806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650954" h="180610">
                          <a:moveTo>
                            <a:pt x="0" y="201"/>
                          </a:moveTo>
                          <a:cubicBezTo>
                            <a:pt x="228413" y="-4059"/>
                            <a:pt x="457683" y="59415"/>
                            <a:pt x="650954" y="180610"/>
                          </a:cubicBezTo>
                        </a:path>
                      </a:pathLst>
                    </a:custGeom>
                    <a:noFill/>
                    <a:ln w="21427" cap="flat">
                      <a:solidFill>
                        <a:srgbClr val="E8BDAF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81" name="任意多边形: 形状 480"/>
                    <p:cNvSpPr/>
                    <p:nvPr/>
                  </p:nvSpPr>
                  <p:spPr>
                    <a:xfrm>
                      <a:off x="10334273" y="6372051"/>
                      <a:ext cx="650954" cy="180610"/>
                    </a:xfrm>
                    <a:custGeom>
                      <a:avLst/>
                      <a:gdLst>
                        <a:gd name="connsiteX0" fmla="*/ 0 w 650954"/>
                        <a:gd name="connsiteY0" fmla="*/ 201 h 180610"/>
                        <a:gd name="connsiteX1" fmla="*/ 650954 w 650954"/>
                        <a:gd name="connsiteY1" fmla="*/ 180610 h 1806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650954" h="180610">
                          <a:moveTo>
                            <a:pt x="0" y="201"/>
                          </a:moveTo>
                          <a:cubicBezTo>
                            <a:pt x="228413" y="-4059"/>
                            <a:pt x="457683" y="59415"/>
                            <a:pt x="650954" y="180610"/>
                          </a:cubicBezTo>
                        </a:path>
                      </a:pathLst>
                    </a:custGeom>
                    <a:noFill/>
                    <a:ln w="21427" cap="flat">
                      <a:solidFill>
                        <a:srgbClr val="E8BDAF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82" name="任意多边形: 形状 481"/>
                    <p:cNvSpPr/>
                    <p:nvPr/>
                  </p:nvSpPr>
                  <p:spPr>
                    <a:xfrm>
                      <a:off x="10286062" y="6415715"/>
                      <a:ext cx="650954" cy="180610"/>
                    </a:xfrm>
                    <a:custGeom>
                      <a:avLst/>
                      <a:gdLst>
                        <a:gd name="connsiteX0" fmla="*/ 0 w 650954"/>
                        <a:gd name="connsiteY0" fmla="*/ 201 h 180610"/>
                        <a:gd name="connsiteX1" fmla="*/ 650954 w 650954"/>
                        <a:gd name="connsiteY1" fmla="*/ 180610 h 1806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650954" h="180610">
                          <a:moveTo>
                            <a:pt x="0" y="201"/>
                          </a:moveTo>
                          <a:cubicBezTo>
                            <a:pt x="228413" y="-4059"/>
                            <a:pt x="457683" y="59415"/>
                            <a:pt x="650954" y="180610"/>
                          </a:cubicBezTo>
                        </a:path>
                      </a:pathLst>
                    </a:custGeom>
                    <a:noFill/>
                    <a:ln w="21427" cap="flat">
                      <a:solidFill>
                        <a:srgbClr val="E8BDAF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83" name="任意多边形: 形状 482"/>
                    <p:cNvSpPr/>
                    <p:nvPr/>
                  </p:nvSpPr>
                  <p:spPr>
                    <a:xfrm>
                      <a:off x="10237637" y="6459167"/>
                      <a:ext cx="650954" cy="180610"/>
                    </a:xfrm>
                    <a:custGeom>
                      <a:avLst/>
                      <a:gdLst>
                        <a:gd name="connsiteX0" fmla="*/ 0 w 650954"/>
                        <a:gd name="connsiteY0" fmla="*/ 201 h 180610"/>
                        <a:gd name="connsiteX1" fmla="*/ 650954 w 650954"/>
                        <a:gd name="connsiteY1" fmla="*/ 180610 h 1806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650954" h="180610">
                          <a:moveTo>
                            <a:pt x="0" y="201"/>
                          </a:moveTo>
                          <a:cubicBezTo>
                            <a:pt x="228413" y="-4059"/>
                            <a:pt x="457682" y="59415"/>
                            <a:pt x="650954" y="180610"/>
                          </a:cubicBezTo>
                        </a:path>
                      </a:pathLst>
                    </a:custGeom>
                    <a:noFill/>
                    <a:ln w="21427" cap="flat">
                      <a:solidFill>
                        <a:srgbClr val="E8BDAF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456" name="图形 2"/>
                  <p:cNvGrpSpPr/>
                  <p:nvPr/>
                </p:nvGrpSpPr>
                <p:grpSpPr>
                  <a:xfrm>
                    <a:off x="9455549" y="5732635"/>
                    <a:ext cx="1152990" cy="715869"/>
                    <a:chOff x="9455549" y="5732635"/>
                    <a:chExt cx="1152990" cy="715869"/>
                  </a:xfrm>
                  <a:noFill/>
                </p:grpSpPr>
                <p:sp>
                  <p:nvSpPr>
                    <p:cNvPr id="457" name="任意多边形: 形状 456"/>
                    <p:cNvSpPr/>
                    <p:nvPr/>
                  </p:nvSpPr>
                  <p:spPr>
                    <a:xfrm>
                      <a:off x="10144001" y="5732635"/>
                      <a:ext cx="464538" cy="186144"/>
                    </a:xfrm>
                    <a:custGeom>
                      <a:avLst/>
                      <a:gdLst>
                        <a:gd name="connsiteX0" fmla="*/ 0 w 464538"/>
                        <a:gd name="connsiteY0" fmla="*/ 1902 h 186144"/>
                        <a:gd name="connsiteX1" fmla="*/ 464539 w 464538"/>
                        <a:gd name="connsiteY1" fmla="*/ 186145 h 1861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464538" h="186144">
                          <a:moveTo>
                            <a:pt x="0" y="1902"/>
                          </a:moveTo>
                          <a:cubicBezTo>
                            <a:pt x="0" y="1902"/>
                            <a:pt x="270623" y="-31965"/>
                            <a:pt x="464539" y="186145"/>
                          </a:cubicBezTo>
                        </a:path>
                      </a:pathLst>
                    </a:custGeom>
                    <a:noFill/>
                    <a:ln w="21427" cap="flat">
                      <a:solidFill>
                        <a:srgbClr val="E8BDAF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58" name="任意多边形: 形状 457"/>
                    <p:cNvSpPr/>
                    <p:nvPr/>
                  </p:nvSpPr>
                  <p:spPr>
                    <a:xfrm>
                      <a:off x="10094718" y="5767158"/>
                      <a:ext cx="465824" cy="189535"/>
                    </a:xfrm>
                    <a:custGeom>
                      <a:avLst/>
                      <a:gdLst>
                        <a:gd name="connsiteX0" fmla="*/ 0 w 465824"/>
                        <a:gd name="connsiteY0" fmla="*/ 1671 h 189535"/>
                        <a:gd name="connsiteX1" fmla="*/ 465824 w 465824"/>
                        <a:gd name="connsiteY1" fmla="*/ 189535 h 18953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465824" h="189535">
                          <a:moveTo>
                            <a:pt x="0" y="1671"/>
                          </a:moveTo>
                          <a:cubicBezTo>
                            <a:pt x="0" y="1671"/>
                            <a:pt x="277266" y="-30704"/>
                            <a:pt x="465824" y="189535"/>
                          </a:cubicBezTo>
                        </a:path>
                      </a:pathLst>
                    </a:custGeom>
                    <a:noFill/>
                    <a:ln w="21427" cap="flat">
                      <a:solidFill>
                        <a:srgbClr val="E8BDAF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59" name="任意多边形: 形状 458"/>
                    <p:cNvSpPr/>
                    <p:nvPr/>
                  </p:nvSpPr>
                  <p:spPr>
                    <a:xfrm>
                      <a:off x="10045650" y="5801873"/>
                      <a:ext cx="467110" cy="192733"/>
                    </a:xfrm>
                    <a:custGeom>
                      <a:avLst/>
                      <a:gdLst>
                        <a:gd name="connsiteX0" fmla="*/ 0 w 467110"/>
                        <a:gd name="connsiteY0" fmla="*/ 1462 h 192733"/>
                        <a:gd name="connsiteX1" fmla="*/ 467110 w 467110"/>
                        <a:gd name="connsiteY1" fmla="*/ 192734 h 19273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467110" h="192733">
                          <a:moveTo>
                            <a:pt x="0" y="1462"/>
                          </a:moveTo>
                          <a:cubicBezTo>
                            <a:pt x="0" y="1462"/>
                            <a:pt x="283695" y="-29423"/>
                            <a:pt x="467110" y="192734"/>
                          </a:cubicBezTo>
                        </a:path>
                      </a:pathLst>
                    </a:custGeom>
                    <a:noFill/>
                    <a:ln w="21427" cap="flat">
                      <a:solidFill>
                        <a:srgbClr val="E8BDAF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60" name="任意多边形: 形状 459"/>
                    <p:cNvSpPr/>
                    <p:nvPr/>
                  </p:nvSpPr>
                  <p:spPr>
                    <a:xfrm>
                      <a:off x="9996368" y="5836358"/>
                      <a:ext cx="468396" cy="195949"/>
                    </a:xfrm>
                    <a:custGeom>
                      <a:avLst/>
                      <a:gdLst>
                        <a:gd name="connsiteX0" fmla="*/ 0 w 468396"/>
                        <a:gd name="connsiteY0" fmla="*/ 1270 h 195949"/>
                        <a:gd name="connsiteX1" fmla="*/ 468396 w 468396"/>
                        <a:gd name="connsiteY1" fmla="*/ 195949 h 19594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468396" h="195949">
                          <a:moveTo>
                            <a:pt x="0" y="1270"/>
                          </a:moveTo>
                          <a:cubicBezTo>
                            <a:pt x="0" y="1270"/>
                            <a:pt x="290337" y="-28124"/>
                            <a:pt x="468396" y="195949"/>
                          </a:cubicBezTo>
                        </a:path>
                      </a:pathLst>
                    </a:custGeom>
                    <a:noFill/>
                    <a:ln w="21427" cap="flat">
                      <a:solidFill>
                        <a:srgbClr val="E8BDAF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61" name="任意多边形: 形状 460"/>
                    <p:cNvSpPr/>
                    <p:nvPr/>
                  </p:nvSpPr>
                  <p:spPr>
                    <a:xfrm>
                      <a:off x="9947300" y="5870827"/>
                      <a:ext cx="469467" cy="199393"/>
                    </a:xfrm>
                    <a:custGeom>
                      <a:avLst/>
                      <a:gdLst>
                        <a:gd name="connsiteX0" fmla="*/ 0 w 469467"/>
                        <a:gd name="connsiteY0" fmla="*/ 1093 h 199393"/>
                        <a:gd name="connsiteX1" fmla="*/ 469467 w 469467"/>
                        <a:gd name="connsiteY1" fmla="*/ 199393 h 19939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469467" h="199393">
                          <a:moveTo>
                            <a:pt x="0" y="1093"/>
                          </a:moveTo>
                          <a:cubicBezTo>
                            <a:pt x="0" y="1093"/>
                            <a:pt x="296765" y="-26810"/>
                            <a:pt x="469467" y="199393"/>
                          </a:cubicBezTo>
                        </a:path>
                      </a:pathLst>
                    </a:custGeom>
                    <a:noFill/>
                    <a:ln w="21427" cap="flat">
                      <a:solidFill>
                        <a:srgbClr val="E8BDAF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62" name="任意多边形: 形状 461"/>
                    <p:cNvSpPr/>
                    <p:nvPr/>
                  </p:nvSpPr>
                  <p:spPr>
                    <a:xfrm>
                      <a:off x="9898018" y="5905279"/>
                      <a:ext cx="470752" cy="202642"/>
                    </a:xfrm>
                    <a:custGeom>
                      <a:avLst/>
                      <a:gdLst>
                        <a:gd name="connsiteX0" fmla="*/ 0 w 470752"/>
                        <a:gd name="connsiteY0" fmla="*/ 934 h 202642"/>
                        <a:gd name="connsiteX1" fmla="*/ 470753 w 470752"/>
                        <a:gd name="connsiteY1" fmla="*/ 202643 h 20264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470752" h="202642">
                          <a:moveTo>
                            <a:pt x="0" y="934"/>
                          </a:moveTo>
                          <a:cubicBezTo>
                            <a:pt x="0" y="934"/>
                            <a:pt x="303407" y="-25478"/>
                            <a:pt x="470753" y="202643"/>
                          </a:cubicBezTo>
                        </a:path>
                      </a:pathLst>
                    </a:custGeom>
                    <a:noFill/>
                    <a:ln w="21427" cap="flat">
                      <a:solidFill>
                        <a:srgbClr val="E8BDAF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63" name="任意多边形: 形状 462"/>
                    <p:cNvSpPr/>
                    <p:nvPr/>
                  </p:nvSpPr>
                  <p:spPr>
                    <a:xfrm>
                      <a:off x="9848950" y="5939928"/>
                      <a:ext cx="472038" cy="205907"/>
                    </a:xfrm>
                    <a:custGeom>
                      <a:avLst/>
                      <a:gdLst>
                        <a:gd name="connsiteX0" fmla="*/ 0 w 472038"/>
                        <a:gd name="connsiteY0" fmla="*/ 790 h 205907"/>
                        <a:gd name="connsiteX1" fmla="*/ 472038 w 472038"/>
                        <a:gd name="connsiteY1" fmla="*/ 205907 h 20590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472038" h="205907">
                          <a:moveTo>
                            <a:pt x="0" y="790"/>
                          </a:moveTo>
                          <a:cubicBezTo>
                            <a:pt x="0" y="790"/>
                            <a:pt x="310050" y="-24131"/>
                            <a:pt x="472038" y="205907"/>
                          </a:cubicBezTo>
                        </a:path>
                      </a:pathLst>
                    </a:custGeom>
                    <a:noFill/>
                    <a:ln w="21427" cap="flat">
                      <a:solidFill>
                        <a:srgbClr val="E8BDAF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64" name="任意多边形: 形状 463"/>
                    <p:cNvSpPr/>
                    <p:nvPr/>
                  </p:nvSpPr>
                  <p:spPr>
                    <a:xfrm>
                      <a:off x="9799668" y="5974365"/>
                      <a:ext cx="473109" cy="209384"/>
                    </a:xfrm>
                    <a:custGeom>
                      <a:avLst/>
                      <a:gdLst>
                        <a:gd name="connsiteX0" fmla="*/ 0 w 473109"/>
                        <a:gd name="connsiteY0" fmla="*/ 646 h 209384"/>
                        <a:gd name="connsiteX1" fmla="*/ 473109 w 473109"/>
                        <a:gd name="connsiteY1" fmla="*/ 209384 h 2093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473109" h="209384">
                          <a:moveTo>
                            <a:pt x="0" y="646"/>
                          </a:moveTo>
                          <a:cubicBezTo>
                            <a:pt x="0" y="646"/>
                            <a:pt x="316478" y="-22571"/>
                            <a:pt x="473109" y="209384"/>
                          </a:cubicBezTo>
                        </a:path>
                      </a:pathLst>
                    </a:custGeom>
                    <a:noFill/>
                    <a:ln w="21427" cap="flat">
                      <a:solidFill>
                        <a:srgbClr val="E8BDAF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65" name="任意多边形: 形状 464"/>
                    <p:cNvSpPr/>
                    <p:nvPr/>
                  </p:nvSpPr>
                  <p:spPr>
                    <a:xfrm>
                      <a:off x="9750599" y="6008770"/>
                      <a:ext cx="474395" cy="212678"/>
                    </a:xfrm>
                    <a:custGeom>
                      <a:avLst/>
                      <a:gdLst>
                        <a:gd name="connsiteX0" fmla="*/ 0 w 474395"/>
                        <a:gd name="connsiteY0" fmla="*/ 533 h 212678"/>
                        <a:gd name="connsiteX1" fmla="*/ 474396 w 474395"/>
                        <a:gd name="connsiteY1" fmla="*/ 212679 h 2126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474395" h="212678">
                          <a:moveTo>
                            <a:pt x="0" y="533"/>
                          </a:moveTo>
                          <a:cubicBezTo>
                            <a:pt x="0" y="533"/>
                            <a:pt x="323121" y="-21193"/>
                            <a:pt x="474396" y="212679"/>
                          </a:cubicBezTo>
                        </a:path>
                      </a:pathLst>
                    </a:custGeom>
                    <a:noFill/>
                    <a:ln w="21427" cap="flat">
                      <a:solidFill>
                        <a:srgbClr val="E8BDAF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66" name="任意多边形: 形状 465"/>
                    <p:cNvSpPr/>
                    <p:nvPr/>
                  </p:nvSpPr>
                  <p:spPr>
                    <a:xfrm>
                      <a:off x="9701317" y="6043375"/>
                      <a:ext cx="475680" cy="215987"/>
                    </a:xfrm>
                    <a:custGeom>
                      <a:avLst/>
                      <a:gdLst>
                        <a:gd name="connsiteX0" fmla="*/ 0 w 475680"/>
                        <a:gd name="connsiteY0" fmla="*/ 434 h 215987"/>
                        <a:gd name="connsiteX1" fmla="*/ 475681 w 475680"/>
                        <a:gd name="connsiteY1" fmla="*/ 215988 h 2159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475680" h="215987">
                          <a:moveTo>
                            <a:pt x="0" y="434"/>
                          </a:moveTo>
                          <a:cubicBezTo>
                            <a:pt x="0" y="434"/>
                            <a:pt x="329548" y="-19801"/>
                            <a:pt x="475681" y="215988"/>
                          </a:cubicBezTo>
                        </a:path>
                      </a:pathLst>
                    </a:custGeom>
                    <a:noFill/>
                    <a:ln w="21427" cap="flat">
                      <a:solidFill>
                        <a:srgbClr val="E8BDAF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67" name="任意多边形: 形状 466"/>
                    <p:cNvSpPr/>
                    <p:nvPr/>
                  </p:nvSpPr>
                  <p:spPr>
                    <a:xfrm>
                      <a:off x="9652249" y="6077754"/>
                      <a:ext cx="476752" cy="219522"/>
                    </a:xfrm>
                    <a:custGeom>
                      <a:avLst/>
                      <a:gdLst>
                        <a:gd name="connsiteX0" fmla="*/ 0 w 476752"/>
                        <a:gd name="connsiteY0" fmla="*/ 347 h 219522"/>
                        <a:gd name="connsiteX1" fmla="*/ 476752 w 476752"/>
                        <a:gd name="connsiteY1" fmla="*/ 219522 h 21952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476752" h="219522">
                          <a:moveTo>
                            <a:pt x="0" y="347"/>
                          </a:moveTo>
                          <a:cubicBezTo>
                            <a:pt x="0" y="347"/>
                            <a:pt x="336191" y="-18396"/>
                            <a:pt x="476752" y="219522"/>
                          </a:cubicBezTo>
                        </a:path>
                      </a:pathLst>
                    </a:custGeom>
                    <a:noFill/>
                    <a:ln w="21427" cap="flat">
                      <a:solidFill>
                        <a:srgbClr val="E8BDAF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68" name="任意多边形: 形状 467"/>
                    <p:cNvSpPr/>
                    <p:nvPr/>
                  </p:nvSpPr>
                  <p:spPr>
                    <a:xfrm>
                      <a:off x="9602967" y="6112121"/>
                      <a:ext cx="478037" cy="222855"/>
                    </a:xfrm>
                    <a:custGeom>
                      <a:avLst/>
                      <a:gdLst>
                        <a:gd name="connsiteX0" fmla="*/ 0 w 478037"/>
                        <a:gd name="connsiteY0" fmla="*/ 273 h 222855"/>
                        <a:gd name="connsiteX1" fmla="*/ 478038 w 478037"/>
                        <a:gd name="connsiteY1" fmla="*/ 222856 h 22285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478037" h="222855">
                          <a:moveTo>
                            <a:pt x="0" y="273"/>
                          </a:moveTo>
                          <a:cubicBezTo>
                            <a:pt x="0" y="273"/>
                            <a:pt x="342619" y="-16980"/>
                            <a:pt x="478038" y="222856"/>
                          </a:cubicBezTo>
                        </a:path>
                      </a:pathLst>
                    </a:custGeom>
                    <a:noFill/>
                    <a:ln w="21427" cap="flat">
                      <a:solidFill>
                        <a:srgbClr val="E8BDAF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69" name="任意多边形: 形状 468"/>
                    <p:cNvSpPr/>
                    <p:nvPr/>
                  </p:nvSpPr>
                  <p:spPr>
                    <a:xfrm>
                      <a:off x="9553899" y="6146477"/>
                      <a:ext cx="479323" cy="226200"/>
                    </a:xfrm>
                    <a:custGeom>
                      <a:avLst/>
                      <a:gdLst>
                        <a:gd name="connsiteX0" fmla="*/ 0 w 479323"/>
                        <a:gd name="connsiteY0" fmla="*/ 210 h 226200"/>
                        <a:gd name="connsiteX1" fmla="*/ 479323 w 479323"/>
                        <a:gd name="connsiteY1" fmla="*/ 226201 h 2262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479323" h="226200">
                          <a:moveTo>
                            <a:pt x="0" y="210"/>
                          </a:moveTo>
                          <a:cubicBezTo>
                            <a:pt x="0" y="210"/>
                            <a:pt x="349261" y="-15552"/>
                            <a:pt x="479323" y="226201"/>
                          </a:cubicBezTo>
                        </a:path>
                      </a:pathLst>
                    </a:custGeom>
                    <a:noFill/>
                    <a:ln w="21427" cap="flat">
                      <a:solidFill>
                        <a:srgbClr val="E8BDAF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70" name="任意多边形: 形状 469"/>
                    <p:cNvSpPr/>
                    <p:nvPr/>
                  </p:nvSpPr>
                  <p:spPr>
                    <a:xfrm>
                      <a:off x="9504616" y="6181036"/>
                      <a:ext cx="480395" cy="229768"/>
                    </a:xfrm>
                    <a:custGeom>
                      <a:avLst/>
                      <a:gdLst>
                        <a:gd name="connsiteX0" fmla="*/ 0 w 480395"/>
                        <a:gd name="connsiteY0" fmla="*/ 157 h 229768"/>
                        <a:gd name="connsiteX1" fmla="*/ 480395 w 480395"/>
                        <a:gd name="connsiteY1" fmla="*/ 229768 h 2297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480395" h="229768">
                          <a:moveTo>
                            <a:pt x="0" y="157"/>
                          </a:moveTo>
                          <a:cubicBezTo>
                            <a:pt x="0" y="157"/>
                            <a:pt x="355689" y="-14114"/>
                            <a:pt x="480395" y="229768"/>
                          </a:cubicBezTo>
                        </a:path>
                      </a:pathLst>
                    </a:custGeom>
                    <a:noFill/>
                    <a:ln w="21427" cap="flat">
                      <a:solidFill>
                        <a:srgbClr val="E8BDAF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71" name="任意多边形: 形状 470"/>
                    <p:cNvSpPr/>
                    <p:nvPr/>
                  </p:nvSpPr>
                  <p:spPr>
                    <a:xfrm>
                      <a:off x="9455549" y="6215372"/>
                      <a:ext cx="481680" cy="233132"/>
                    </a:xfrm>
                    <a:custGeom>
                      <a:avLst/>
                      <a:gdLst>
                        <a:gd name="connsiteX0" fmla="*/ 0 w 481680"/>
                        <a:gd name="connsiteY0" fmla="*/ 113 h 233132"/>
                        <a:gd name="connsiteX1" fmla="*/ 481680 w 481680"/>
                        <a:gd name="connsiteY1" fmla="*/ 233133 h 2331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481680" h="233132">
                          <a:moveTo>
                            <a:pt x="0" y="113"/>
                          </a:moveTo>
                          <a:cubicBezTo>
                            <a:pt x="0" y="113"/>
                            <a:pt x="362332" y="-12667"/>
                            <a:pt x="481680" y="233133"/>
                          </a:cubicBezTo>
                        </a:path>
                      </a:pathLst>
                    </a:custGeom>
                    <a:noFill/>
                    <a:ln w="21427" cap="flat">
                      <a:solidFill>
                        <a:srgbClr val="E8BDAF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</p:grpSp>
        <p:grpSp>
          <p:nvGrpSpPr>
            <p:cNvPr id="425" name="图形 2"/>
            <p:cNvGrpSpPr/>
            <p:nvPr/>
          </p:nvGrpSpPr>
          <p:grpSpPr>
            <a:xfrm>
              <a:off x="10809739" y="7490754"/>
              <a:ext cx="1153492" cy="699798"/>
              <a:chOff x="10809739" y="5678323"/>
              <a:chExt cx="1153492" cy="699798"/>
            </a:xfrm>
          </p:grpSpPr>
          <p:sp>
            <p:nvSpPr>
              <p:cNvPr id="426" name="任意多边形: 形状 425"/>
              <p:cNvSpPr/>
              <p:nvPr/>
            </p:nvSpPr>
            <p:spPr>
              <a:xfrm>
                <a:off x="10809739" y="6229466"/>
                <a:ext cx="1027857" cy="148655"/>
              </a:xfrm>
              <a:custGeom>
                <a:avLst/>
                <a:gdLst>
                  <a:gd name="connsiteX0" fmla="*/ 1027857 w 1027857"/>
                  <a:gd name="connsiteY0" fmla="*/ 51623 h 148655"/>
                  <a:gd name="connsiteX1" fmla="*/ 926506 w 1027857"/>
                  <a:gd name="connsiteY1" fmla="*/ 148323 h 148655"/>
                  <a:gd name="connsiteX2" fmla="*/ 839727 w 1027857"/>
                  <a:gd name="connsiteY2" fmla="*/ 125532 h 148655"/>
                  <a:gd name="connsiteX3" fmla="*/ 751876 w 1027857"/>
                  <a:gd name="connsiteY3" fmla="*/ 105937 h 148655"/>
                  <a:gd name="connsiteX4" fmla="*/ 569532 w 1027857"/>
                  <a:gd name="connsiteY4" fmla="*/ 76117 h 148655"/>
                  <a:gd name="connsiteX5" fmla="*/ 198629 w 1027857"/>
                  <a:gd name="connsiteY5" fmla="*/ 57799 h 148655"/>
                  <a:gd name="connsiteX6" fmla="*/ 0 w 1027857"/>
                  <a:gd name="connsiteY6" fmla="*/ 70366 h 148655"/>
                  <a:gd name="connsiteX7" fmla="*/ 165845 w 1027857"/>
                  <a:gd name="connsiteY7" fmla="*/ 33304 h 148655"/>
                  <a:gd name="connsiteX8" fmla="*/ 375188 w 1027857"/>
                  <a:gd name="connsiteY8" fmla="*/ 6893 h 148655"/>
                  <a:gd name="connsiteX9" fmla="*/ 794516 w 1027857"/>
                  <a:gd name="connsiteY9" fmla="*/ 13069 h 148655"/>
                  <a:gd name="connsiteX10" fmla="*/ 1027857 w 1027857"/>
                  <a:gd name="connsiteY10" fmla="*/ 51623 h 14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27857" h="148655">
                    <a:moveTo>
                      <a:pt x="1027857" y="51623"/>
                    </a:moveTo>
                    <a:cubicBezTo>
                      <a:pt x="994002" y="83785"/>
                      <a:pt x="960361" y="116161"/>
                      <a:pt x="926506" y="148323"/>
                    </a:cubicBezTo>
                    <a:cubicBezTo>
                      <a:pt x="922864" y="151731"/>
                      <a:pt x="848940" y="127875"/>
                      <a:pt x="839727" y="125532"/>
                    </a:cubicBezTo>
                    <a:cubicBezTo>
                      <a:pt x="810586" y="118504"/>
                      <a:pt x="781231" y="111901"/>
                      <a:pt x="751876" y="105937"/>
                    </a:cubicBezTo>
                    <a:cubicBezTo>
                      <a:pt x="691666" y="93796"/>
                      <a:pt x="630813" y="83785"/>
                      <a:pt x="569532" y="76117"/>
                    </a:cubicBezTo>
                    <a:cubicBezTo>
                      <a:pt x="446968" y="60781"/>
                      <a:pt x="322692" y="54604"/>
                      <a:pt x="198629" y="57799"/>
                    </a:cubicBezTo>
                    <a:cubicBezTo>
                      <a:pt x="132205" y="59503"/>
                      <a:pt x="66210" y="68236"/>
                      <a:pt x="0" y="70366"/>
                    </a:cubicBezTo>
                    <a:cubicBezTo>
                      <a:pt x="46925" y="48215"/>
                      <a:pt x="114207" y="42463"/>
                      <a:pt x="165845" y="33304"/>
                    </a:cubicBezTo>
                    <a:cubicBezTo>
                      <a:pt x="235056" y="21163"/>
                      <a:pt x="304907" y="12430"/>
                      <a:pt x="375188" y="6893"/>
                    </a:cubicBezTo>
                    <a:cubicBezTo>
                      <a:pt x="514893" y="-3970"/>
                      <a:pt x="655669" y="-2053"/>
                      <a:pt x="794516" y="13069"/>
                    </a:cubicBezTo>
                    <a:cubicBezTo>
                      <a:pt x="873153" y="21802"/>
                      <a:pt x="951148" y="34582"/>
                      <a:pt x="1027857" y="51623"/>
                    </a:cubicBezTo>
                    <a:close/>
                  </a:path>
                </a:pathLst>
              </a:custGeom>
              <a:gradFill>
                <a:gsLst>
                  <a:gs pos="0">
                    <a:srgbClr val="F9DED6"/>
                  </a:gs>
                  <a:gs pos="50000">
                    <a:srgbClr val="FCEEEA">
                      <a:alpha val="4980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1464857" scaled="1"/>
              </a:gradFill>
              <a:ln w="2142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27" name="图形 2"/>
              <p:cNvGrpSpPr/>
              <p:nvPr/>
            </p:nvGrpSpPr>
            <p:grpSpPr>
              <a:xfrm>
                <a:off x="10812525" y="5678323"/>
                <a:ext cx="1150707" cy="619166"/>
                <a:chOff x="10812525" y="5678323"/>
                <a:chExt cx="1150707" cy="619166"/>
              </a:xfrm>
            </p:grpSpPr>
            <p:grpSp>
              <p:nvGrpSpPr>
                <p:cNvPr id="428" name="图形 2"/>
                <p:cNvGrpSpPr/>
                <p:nvPr/>
              </p:nvGrpSpPr>
              <p:grpSpPr>
                <a:xfrm>
                  <a:off x="10812525" y="5678323"/>
                  <a:ext cx="1150707" cy="619166"/>
                  <a:chOff x="10812525" y="5678323"/>
                  <a:chExt cx="1150707" cy="619166"/>
                </a:xfrm>
              </p:grpSpPr>
              <p:grpSp>
                <p:nvGrpSpPr>
                  <p:cNvPr id="430" name="图形 2"/>
                  <p:cNvGrpSpPr/>
                  <p:nvPr/>
                </p:nvGrpSpPr>
                <p:grpSpPr>
                  <a:xfrm>
                    <a:off x="10812525" y="5756688"/>
                    <a:ext cx="979053" cy="540801"/>
                    <a:chOff x="10812525" y="5756688"/>
                    <a:chExt cx="979053" cy="540801"/>
                  </a:xfrm>
                </p:grpSpPr>
                <p:grpSp>
                  <p:nvGrpSpPr>
                    <p:cNvPr id="437" name="图形 2"/>
                    <p:cNvGrpSpPr/>
                    <p:nvPr/>
                  </p:nvGrpSpPr>
                  <p:grpSpPr>
                    <a:xfrm>
                      <a:off x="10909376" y="5756688"/>
                      <a:ext cx="882202" cy="519501"/>
                      <a:chOff x="10909376" y="5756688"/>
                      <a:chExt cx="882202" cy="519501"/>
                    </a:xfrm>
                  </p:grpSpPr>
                  <p:grpSp>
                    <p:nvGrpSpPr>
                      <p:cNvPr id="442" name="图形 2"/>
                      <p:cNvGrpSpPr/>
                      <p:nvPr/>
                    </p:nvGrpSpPr>
                    <p:grpSpPr>
                      <a:xfrm>
                        <a:off x="10909376" y="5756688"/>
                        <a:ext cx="860510" cy="445378"/>
                        <a:chOff x="10909376" y="5756688"/>
                        <a:chExt cx="860510" cy="445378"/>
                      </a:xfrm>
                    </p:grpSpPr>
                    <p:sp>
                      <p:nvSpPr>
                        <p:cNvPr id="447" name="任意多边形: 形状 446"/>
                        <p:cNvSpPr/>
                        <p:nvPr/>
                      </p:nvSpPr>
                      <p:spPr>
                        <a:xfrm>
                          <a:off x="10923731" y="5767551"/>
                          <a:ext cx="828584" cy="420244"/>
                        </a:xfrm>
                        <a:custGeom>
                          <a:avLst/>
                          <a:gdLst>
                            <a:gd name="connsiteX0" fmla="*/ 0 w 828584"/>
                            <a:gd name="connsiteY0" fmla="*/ 402353 h 420244"/>
                            <a:gd name="connsiteX1" fmla="*/ 807157 w 828584"/>
                            <a:gd name="connsiteY1" fmla="*/ 0 h 420244"/>
                            <a:gd name="connsiteX2" fmla="*/ 828584 w 828584"/>
                            <a:gd name="connsiteY2" fmla="*/ 11715 h 420244"/>
                            <a:gd name="connsiteX3" fmla="*/ 9000 w 828584"/>
                            <a:gd name="connsiteY3" fmla="*/ 420245 h 420244"/>
                            <a:gd name="connsiteX4" fmla="*/ 0 w 828584"/>
                            <a:gd name="connsiteY4" fmla="*/ 402353 h 420244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</a:cxnLst>
                          <a:rect l="l" t="t" r="r" b="b"/>
                          <a:pathLst>
                            <a:path w="828584" h="420244">
                              <a:moveTo>
                                <a:pt x="0" y="402353"/>
                              </a:moveTo>
                              <a:lnTo>
                                <a:pt x="807157" y="0"/>
                              </a:lnTo>
                              <a:cubicBezTo>
                                <a:pt x="811014" y="852"/>
                                <a:pt x="819371" y="3408"/>
                                <a:pt x="828584" y="11715"/>
                              </a:cubicBezTo>
                              <a:lnTo>
                                <a:pt x="9000" y="420245"/>
                              </a:lnTo>
                              <a:lnTo>
                                <a:pt x="0" y="402353"/>
                              </a:lnTo>
                              <a:close/>
                            </a:path>
                          </a:pathLst>
                        </a:custGeom>
                        <a:gradFill>
                          <a:gsLst>
                            <a:gs pos="45030">
                              <a:srgbClr val="FBE5D3"/>
                            </a:gs>
                            <a:gs pos="100000">
                              <a:srgbClr val="FFAA78"/>
                            </a:gs>
                          </a:gsLst>
                          <a:lin ang="9554267" scaled="1"/>
                        </a:gradFill>
                        <a:ln w="2142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448" name="任意多边形: 形状 447"/>
                        <p:cNvSpPr/>
                        <p:nvPr/>
                      </p:nvSpPr>
                      <p:spPr>
                        <a:xfrm>
                          <a:off x="10909376" y="5756688"/>
                          <a:ext cx="860510" cy="445378"/>
                        </a:xfrm>
                        <a:custGeom>
                          <a:avLst/>
                          <a:gdLst>
                            <a:gd name="connsiteX0" fmla="*/ 819585 w 860510"/>
                            <a:gd name="connsiteY0" fmla="*/ 0 h 445378"/>
                            <a:gd name="connsiteX1" fmla="*/ 0 w 860510"/>
                            <a:gd name="connsiteY1" fmla="*/ 408530 h 445378"/>
                            <a:gd name="connsiteX2" fmla="*/ 18641 w 860510"/>
                            <a:gd name="connsiteY2" fmla="*/ 445378 h 445378"/>
                            <a:gd name="connsiteX3" fmla="*/ 860510 w 860510"/>
                            <a:gd name="connsiteY3" fmla="*/ 25773 h 445378"/>
                            <a:gd name="connsiteX4" fmla="*/ 819585 w 860510"/>
                            <a:gd name="connsiteY4" fmla="*/ 0 h 445378"/>
                            <a:gd name="connsiteX5" fmla="*/ 819585 w 860510"/>
                            <a:gd name="connsiteY5" fmla="*/ 0 h 44537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</a:cxnLst>
                          <a:rect l="l" t="t" r="r" b="b"/>
                          <a:pathLst>
                            <a:path w="860510" h="445378">
                              <a:moveTo>
                                <a:pt x="819585" y="0"/>
                              </a:moveTo>
                              <a:lnTo>
                                <a:pt x="0" y="408530"/>
                              </a:lnTo>
                              <a:lnTo>
                                <a:pt x="18641" y="445378"/>
                              </a:lnTo>
                              <a:lnTo>
                                <a:pt x="860510" y="25773"/>
                              </a:lnTo>
                              <a:cubicBezTo>
                                <a:pt x="841012" y="852"/>
                                <a:pt x="819585" y="0"/>
                                <a:pt x="819585" y="0"/>
                              </a:cubicBezTo>
                              <a:lnTo>
                                <a:pt x="819585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9A3E"/>
                        </a:solidFill>
                        <a:ln w="2142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  <p:grpSp>
                    <p:nvGrpSpPr>
                      <p:cNvPr id="443" name="图形 2"/>
                      <p:cNvGrpSpPr/>
                      <p:nvPr/>
                    </p:nvGrpSpPr>
                    <p:grpSpPr>
                      <a:xfrm>
                        <a:off x="10927803" y="5782674"/>
                        <a:ext cx="860510" cy="456667"/>
                        <a:chOff x="10927803" y="5782674"/>
                        <a:chExt cx="860510" cy="456667"/>
                      </a:xfrm>
                    </p:grpSpPr>
                    <p:sp>
                      <p:nvSpPr>
                        <p:cNvPr id="445" name="任意多边形: 形状 444"/>
                        <p:cNvSpPr/>
                        <p:nvPr/>
                      </p:nvSpPr>
                      <p:spPr>
                        <a:xfrm>
                          <a:off x="10942373" y="5796306"/>
                          <a:ext cx="832869" cy="428551"/>
                        </a:xfrm>
                        <a:custGeom>
                          <a:avLst/>
                          <a:gdLst>
                            <a:gd name="connsiteX0" fmla="*/ 0 w 832869"/>
                            <a:gd name="connsiteY0" fmla="*/ 410660 h 428551"/>
                            <a:gd name="connsiteX1" fmla="*/ 823871 w 832869"/>
                            <a:gd name="connsiteY1" fmla="*/ 0 h 428551"/>
                            <a:gd name="connsiteX2" fmla="*/ 828799 w 832869"/>
                            <a:gd name="connsiteY2" fmla="*/ 8733 h 428551"/>
                            <a:gd name="connsiteX3" fmla="*/ 832870 w 832869"/>
                            <a:gd name="connsiteY3" fmla="*/ 17892 h 428551"/>
                            <a:gd name="connsiteX4" fmla="*/ 8785 w 832869"/>
                            <a:gd name="connsiteY4" fmla="*/ 428551 h 428551"/>
                            <a:gd name="connsiteX5" fmla="*/ 0 w 832869"/>
                            <a:gd name="connsiteY5" fmla="*/ 410660 h 42855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</a:cxnLst>
                          <a:rect l="l" t="t" r="r" b="b"/>
                          <a:pathLst>
                            <a:path w="832869" h="428551">
                              <a:moveTo>
                                <a:pt x="0" y="410660"/>
                              </a:moveTo>
                              <a:lnTo>
                                <a:pt x="823871" y="0"/>
                              </a:lnTo>
                              <a:cubicBezTo>
                                <a:pt x="825586" y="2769"/>
                                <a:pt x="827299" y="5751"/>
                                <a:pt x="828799" y="8733"/>
                              </a:cubicBezTo>
                              <a:cubicBezTo>
                                <a:pt x="830299" y="11928"/>
                                <a:pt x="831799" y="14909"/>
                                <a:pt x="832870" y="17892"/>
                              </a:cubicBezTo>
                              <a:lnTo>
                                <a:pt x="8785" y="428551"/>
                              </a:lnTo>
                              <a:lnTo>
                                <a:pt x="0" y="410660"/>
                              </a:lnTo>
                              <a:close/>
                            </a:path>
                          </a:pathLst>
                        </a:custGeom>
                        <a:gradFill>
                          <a:gsLst>
                            <a:gs pos="45030">
                              <a:srgbClr val="FBE5D3"/>
                            </a:gs>
                            <a:gs pos="100000">
                              <a:srgbClr val="FFAA78"/>
                            </a:gs>
                          </a:gsLst>
                          <a:lin ang="0" scaled="1"/>
                        </a:gradFill>
                        <a:ln w="2142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446" name="任意多边形: 形状 445"/>
                        <p:cNvSpPr/>
                        <p:nvPr/>
                      </p:nvSpPr>
                      <p:spPr>
                        <a:xfrm>
                          <a:off x="10927803" y="5782674"/>
                          <a:ext cx="860510" cy="456667"/>
                        </a:xfrm>
                        <a:custGeom>
                          <a:avLst/>
                          <a:gdLst>
                            <a:gd name="connsiteX0" fmla="*/ 841869 w 860510"/>
                            <a:gd name="connsiteY0" fmla="*/ 0 h 456667"/>
                            <a:gd name="connsiteX1" fmla="*/ 0 w 860510"/>
                            <a:gd name="connsiteY1" fmla="*/ 419606 h 456667"/>
                            <a:gd name="connsiteX2" fmla="*/ 18641 w 860510"/>
                            <a:gd name="connsiteY2" fmla="*/ 456667 h 456667"/>
                            <a:gd name="connsiteX3" fmla="*/ 860510 w 860510"/>
                            <a:gd name="connsiteY3" fmla="*/ 37062 h 456667"/>
                            <a:gd name="connsiteX4" fmla="*/ 852797 w 860510"/>
                            <a:gd name="connsiteY4" fmla="*/ 17679 h 456667"/>
                            <a:gd name="connsiteX5" fmla="*/ 841869 w 860510"/>
                            <a:gd name="connsiteY5" fmla="*/ 0 h 456667"/>
                            <a:gd name="connsiteX6" fmla="*/ 841869 w 860510"/>
                            <a:gd name="connsiteY6" fmla="*/ 0 h 45666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860510" h="456667">
                              <a:moveTo>
                                <a:pt x="841869" y="0"/>
                              </a:moveTo>
                              <a:lnTo>
                                <a:pt x="0" y="419606"/>
                              </a:lnTo>
                              <a:lnTo>
                                <a:pt x="18641" y="456667"/>
                              </a:lnTo>
                              <a:lnTo>
                                <a:pt x="860510" y="37062"/>
                              </a:lnTo>
                              <a:cubicBezTo>
                                <a:pt x="858797" y="31098"/>
                                <a:pt x="856439" y="24708"/>
                                <a:pt x="852797" y="17679"/>
                              </a:cubicBezTo>
                              <a:cubicBezTo>
                                <a:pt x="849584" y="10650"/>
                                <a:pt x="845726" y="4686"/>
                                <a:pt x="841869" y="0"/>
                              </a:cubicBezTo>
                              <a:lnTo>
                                <a:pt x="841869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9A3E"/>
                        </a:solidFill>
                        <a:ln w="2142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  <p:sp>
                    <p:nvSpPr>
                      <p:cNvPr id="444" name="任意多边形: 形状 443"/>
                      <p:cNvSpPr/>
                      <p:nvPr/>
                    </p:nvSpPr>
                    <p:spPr>
                      <a:xfrm>
                        <a:off x="10946658" y="5819523"/>
                        <a:ext cx="844919" cy="456667"/>
                      </a:xfrm>
                      <a:custGeom>
                        <a:avLst/>
                        <a:gdLst>
                          <a:gd name="connsiteX0" fmla="*/ 841869 w 844919"/>
                          <a:gd name="connsiteY0" fmla="*/ 0 h 456667"/>
                          <a:gd name="connsiteX1" fmla="*/ 838227 w 844919"/>
                          <a:gd name="connsiteY1" fmla="*/ 48138 h 456667"/>
                          <a:gd name="connsiteX2" fmla="*/ 18641 w 844919"/>
                          <a:gd name="connsiteY2" fmla="*/ 456667 h 456667"/>
                          <a:gd name="connsiteX3" fmla="*/ 0 w 844919"/>
                          <a:gd name="connsiteY3" fmla="*/ 419606 h 456667"/>
                          <a:gd name="connsiteX4" fmla="*/ 841869 w 844919"/>
                          <a:gd name="connsiteY4" fmla="*/ 0 h 45666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844919" h="456667">
                            <a:moveTo>
                              <a:pt x="841869" y="0"/>
                            </a:moveTo>
                            <a:cubicBezTo>
                              <a:pt x="850440" y="30459"/>
                              <a:pt x="838227" y="48138"/>
                              <a:pt x="838227" y="48138"/>
                            </a:cubicBezTo>
                            <a:lnTo>
                              <a:pt x="18641" y="456667"/>
                            </a:lnTo>
                            <a:lnTo>
                              <a:pt x="0" y="419606"/>
                            </a:lnTo>
                            <a:lnTo>
                              <a:pt x="841869" y="0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17140">
                            <a:srgbClr val="ED2210"/>
                          </a:gs>
                          <a:gs pos="65530">
                            <a:srgbClr val="FEBE7B"/>
                          </a:gs>
                        </a:gsLst>
                        <a:lin ang="20185378" scaled="1"/>
                      </a:gradFill>
                      <a:ln w="21427" cap="rnd">
                        <a:solidFill>
                          <a:srgbClr val="FF9A3E"/>
                        </a:solidFill>
                        <a:prstDash val="solid"/>
                        <a:round/>
                      </a:ln>
                    </p:spPr>
                    <p:txBody>
                      <a:bodyPr rtlCol="0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438" name="任意多边形: 形状 437"/>
                    <p:cNvSpPr/>
                    <p:nvPr/>
                  </p:nvSpPr>
                  <p:spPr>
                    <a:xfrm>
                      <a:off x="10842094" y="6165218"/>
                      <a:ext cx="123420" cy="111610"/>
                    </a:xfrm>
                    <a:custGeom>
                      <a:avLst/>
                      <a:gdLst>
                        <a:gd name="connsiteX0" fmla="*/ 116349 w 123420"/>
                        <a:gd name="connsiteY0" fmla="*/ 47924 h 111610"/>
                        <a:gd name="connsiteX1" fmla="*/ 123420 w 123420"/>
                        <a:gd name="connsiteY1" fmla="*/ 64325 h 111610"/>
                        <a:gd name="connsiteX2" fmla="*/ 16928 w 123420"/>
                        <a:gd name="connsiteY2" fmla="*/ 111611 h 111610"/>
                        <a:gd name="connsiteX3" fmla="*/ 0 w 123420"/>
                        <a:gd name="connsiteY3" fmla="*/ 92015 h 111610"/>
                        <a:gd name="connsiteX4" fmla="*/ 67281 w 123420"/>
                        <a:gd name="connsiteY4" fmla="*/ 0 h 111610"/>
                        <a:gd name="connsiteX5" fmla="*/ 116349 w 123420"/>
                        <a:gd name="connsiteY5" fmla="*/ 47924 h 1116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23420" h="111610">
                          <a:moveTo>
                            <a:pt x="116349" y="47924"/>
                          </a:moveTo>
                          <a:cubicBezTo>
                            <a:pt x="119349" y="53888"/>
                            <a:pt x="121706" y="59426"/>
                            <a:pt x="123420" y="64325"/>
                          </a:cubicBezTo>
                          <a:lnTo>
                            <a:pt x="16928" y="111611"/>
                          </a:lnTo>
                          <a:cubicBezTo>
                            <a:pt x="12427" y="103730"/>
                            <a:pt x="6857" y="96914"/>
                            <a:pt x="0" y="92015"/>
                          </a:cubicBezTo>
                          <a:lnTo>
                            <a:pt x="67281" y="0"/>
                          </a:lnTo>
                          <a:cubicBezTo>
                            <a:pt x="67281" y="0"/>
                            <a:pt x="94493" y="4473"/>
                            <a:pt x="116349" y="47924"/>
                          </a:cubicBezTo>
                          <a:close/>
                        </a:path>
                      </a:pathLst>
                    </a:custGeom>
                    <a:solidFill>
                      <a:srgbClr val="FFEBD6"/>
                    </a:solidFill>
                    <a:ln w="2142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39" name="任意多边形: 形状 438"/>
                    <p:cNvSpPr/>
                    <p:nvPr/>
                  </p:nvSpPr>
                  <p:spPr>
                    <a:xfrm>
                      <a:off x="10812525" y="6257233"/>
                      <a:ext cx="46497" cy="40256"/>
                    </a:xfrm>
                    <a:custGeom>
                      <a:avLst/>
                      <a:gdLst>
                        <a:gd name="connsiteX0" fmla="*/ 46497 w 46497"/>
                        <a:gd name="connsiteY0" fmla="*/ 19596 h 40256"/>
                        <a:gd name="connsiteX1" fmla="*/ 0 w 46497"/>
                        <a:gd name="connsiteY1" fmla="*/ 40257 h 40256"/>
                        <a:gd name="connsiteX2" fmla="*/ 29569 w 46497"/>
                        <a:gd name="connsiteY2" fmla="*/ 0 h 40256"/>
                        <a:gd name="connsiteX3" fmla="*/ 46497 w 46497"/>
                        <a:gd name="connsiteY3" fmla="*/ 19596 h 4025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6497" h="40256">
                          <a:moveTo>
                            <a:pt x="46497" y="19596"/>
                          </a:moveTo>
                          <a:lnTo>
                            <a:pt x="0" y="40257"/>
                          </a:lnTo>
                          <a:lnTo>
                            <a:pt x="29569" y="0"/>
                          </a:lnTo>
                          <a:cubicBezTo>
                            <a:pt x="36426" y="4899"/>
                            <a:pt x="41997" y="11715"/>
                            <a:pt x="46497" y="19596"/>
                          </a:cubicBezTo>
                          <a:close/>
                        </a:path>
                      </a:pathLst>
                    </a:custGeom>
                    <a:solidFill>
                      <a:srgbClr val="83422D"/>
                    </a:solidFill>
                    <a:ln w="2142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40" name="任意多边形: 形状 439"/>
                    <p:cNvSpPr/>
                    <p:nvPr/>
                  </p:nvSpPr>
                  <p:spPr>
                    <a:xfrm>
                      <a:off x="10858807" y="6229543"/>
                      <a:ext cx="111550" cy="60491"/>
                    </a:xfrm>
                    <a:custGeom>
                      <a:avLst/>
                      <a:gdLst>
                        <a:gd name="connsiteX0" fmla="*/ 106707 w 111550"/>
                        <a:gd name="connsiteY0" fmla="*/ 0 h 60491"/>
                        <a:gd name="connsiteX1" fmla="*/ 106278 w 111550"/>
                        <a:gd name="connsiteY1" fmla="*/ 46433 h 60491"/>
                        <a:gd name="connsiteX2" fmla="*/ 6214 w 111550"/>
                        <a:gd name="connsiteY2" fmla="*/ 60491 h 60491"/>
                        <a:gd name="connsiteX3" fmla="*/ 0 w 111550"/>
                        <a:gd name="connsiteY3" fmla="*/ 47286 h 60491"/>
                        <a:gd name="connsiteX4" fmla="*/ 106707 w 111550"/>
                        <a:gd name="connsiteY4" fmla="*/ 0 h 604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11550" h="60491">
                          <a:moveTo>
                            <a:pt x="106707" y="0"/>
                          </a:moveTo>
                          <a:cubicBezTo>
                            <a:pt x="117850" y="31950"/>
                            <a:pt x="106278" y="46433"/>
                            <a:pt x="106278" y="46433"/>
                          </a:cubicBezTo>
                          <a:lnTo>
                            <a:pt x="6214" y="60491"/>
                          </a:lnTo>
                          <a:cubicBezTo>
                            <a:pt x="4500" y="55805"/>
                            <a:pt x="2357" y="51333"/>
                            <a:pt x="0" y="47286"/>
                          </a:cubicBezTo>
                          <a:lnTo>
                            <a:pt x="106707" y="0"/>
                          </a:lnTo>
                          <a:close/>
                        </a:path>
                      </a:pathLst>
                    </a:custGeom>
                    <a:solidFill>
                      <a:srgbClr val="F7D6BE"/>
                    </a:solidFill>
                    <a:ln w="2142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41" name="任意多边形: 形状 440"/>
                    <p:cNvSpPr/>
                    <p:nvPr/>
                  </p:nvSpPr>
                  <p:spPr>
                    <a:xfrm>
                      <a:off x="10812525" y="6276615"/>
                      <a:ext cx="52710" cy="20874"/>
                    </a:xfrm>
                    <a:custGeom>
                      <a:avLst/>
                      <a:gdLst>
                        <a:gd name="connsiteX0" fmla="*/ 52710 w 52710"/>
                        <a:gd name="connsiteY0" fmla="*/ 13419 h 20874"/>
                        <a:gd name="connsiteX1" fmla="*/ 0 w 52710"/>
                        <a:gd name="connsiteY1" fmla="*/ 20874 h 20874"/>
                        <a:gd name="connsiteX2" fmla="*/ 0 w 52710"/>
                        <a:gd name="connsiteY2" fmla="*/ 20661 h 20874"/>
                        <a:gd name="connsiteX3" fmla="*/ 46497 w 52710"/>
                        <a:gd name="connsiteY3" fmla="*/ 0 h 20874"/>
                        <a:gd name="connsiteX4" fmla="*/ 52710 w 52710"/>
                        <a:gd name="connsiteY4" fmla="*/ 13419 h 2087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52710" h="20874">
                          <a:moveTo>
                            <a:pt x="52710" y="13419"/>
                          </a:moveTo>
                          <a:lnTo>
                            <a:pt x="0" y="20874"/>
                          </a:lnTo>
                          <a:lnTo>
                            <a:pt x="0" y="20661"/>
                          </a:lnTo>
                          <a:lnTo>
                            <a:pt x="46497" y="0"/>
                          </a:lnTo>
                          <a:cubicBezTo>
                            <a:pt x="48854" y="4473"/>
                            <a:pt x="50997" y="8946"/>
                            <a:pt x="52710" y="13419"/>
                          </a:cubicBezTo>
                          <a:close/>
                        </a:path>
                      </a:pathLst>
                    </a:custGeom>
                    <a:solidFill>
                      <a:srgbClr val="6D3020"/>
                    </a:solidFill>
                    <a:ln w="2142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431" name="图形 2"/>
                  <p:cNvGrpSpPr/>
                  <p:nvPr/>
                </p:nvGrpSpPr>
                <p:grpSpPr>
                  <a:xfrm>
                    <a:off x="11763244" y="5678323"/>
                    <a:ext cx="199988" cy="172084"/>
                    <a:chOff x="11763244" y="5678323"/>
                    <a:chExt cx="199988" cy="172084"/>
                  </a:xfrm>
                </p:grpSpPr>
                <p:sp>
                  <p:nvSpPr>
                    <p:cNvPr id="435" name="任意多边形: 形状 434"/>
                    <p:cNvSpPr/>
                    <p:nvPr/>
                  </p:nvSpPr>
                  <p:spPr>
                    <a:xfrm>
                      <a:off x="11763244" y="5678323"/>
                      <a:ext cx="199914" cy="137152"/>
                    </a:xfrm>
                    <a:custGeom>
                      <a:avLst/>
                      <a:gdLst>
                        <a:gd name="connsiteX0" fmla="*/ 193487 w 199914"/>
                        <a:gd name="connsiteY0" fmla="*/ 34275 h 137152"/>
                        <a:gd name="connsiteX1" fmla="*/ 199915 w 199914"/>
                        <a:gd name="connsiteY1" fmla="*/ 56639 h 137152"/>
                        <a:gd name="connsiteX2" fmla="*/ 38355 w 199914"/>
                        <a:gd name="connsiteY2" fmla="*/ 137152 h 137152"/>
                        <a:gd name="connsiteX3" fmla="*/ 0 w 199914"/>
                        <a:gd name="connsiteY3" fmla="*/ 61325 h 137152"/>
                        <a:gd name="connsiteX4" fmla="*/ 109706 w 199914"/>
                        <a:gd name="connsiteY4" fmla="*/ 6585 h 137152"/>
                        <a:gd name="connsiteX5" fmla="*/ 193487 w 199914"/>
                        <a:gd name="connsiteY5" fmla="*/ 34275 h 1371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99914" h="137152">
                          <a:moveTo>
                            <a:pt x="193487" y="34275"/>
                          </a:moveTo>
                          <a:cubicBezTo>
                            <a:pt x="197129" y="41517"/>
                            <a:pt x="199271" y="49184"/>
                            <a:pt x="199915" y="56639"/>
                          </a:cubicBezTo>
                          <a:lnTo>
                            <a:pt x="38355" y="137152"/>
                          </a:lnTo>
                          <a:lnTo>
                            <a:pt x="0" y="61325"/>
                          </a:lnTo>
                          <a:lnTo>
                            <a:pt x="109706" y="6585"/>
                          </a:lnTo>
                          <a:cubicBezTo>
                            <a:pt x="140562" y="-8751"/>
                            <a:pt x="178059" y="3603"/>
                            <a:pt x="193487" y="34275"/>
                          </a:cubicBezTo>
                          <a:close/>
                        </a:path>
                      </a:pathLst>
                    </a:custGeom>
                    <a:solidFill>
                      <a:srgbClr val="FFADAD"/>
                    </a:solidFill>
                    <a:ln w="2142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36" name="任意多边形: 形状 435"/>
                    <p:cNvSpPr/>
                    <p:nvPr/>
                  </p:nvSpPr>
                  <p:spPr>
                    <a:xfrm>
                      <a:off x="11801384" y="5734962"/>
                      <a:ext cx="161847" cy="115445"/>
                    </a:xfrm>
                    <a:custGeom>
                      <a:avLst/>
                      <a:gdLst>
                        <a:gd name="connsiteX0" fmla="*/ 161560 w 161847"/>
                        <a:gd name="connsiteY0" fmla="*/ 0 h 115445"/>
                        <a:gd name="connsiteX1" fmla="*/ 158560 w 161847"/>
                        <a:gd name="connsiteY1" fmla="*/ 24921 h 115445"/>
                        <a:gd name="connsiteX2" fmla="*/ 127277 w 161847"/>
                        <a:gd name="connsiteY2" fmla="*/ 60704 h 115445"/>
                        <a:gd name="connsiteX3" fmla="*/ 17570 w 161847"/>
                        <a:gd name="connsiteY3" fmla="*/ 115445 h 115445"/>
                        <a:gd name="connsiteX4" fmla="*/ 0 w 161847"/>
                        <a:gd name="connsiteY4" fmla="*/ 80513 h 115445"/>
                        <a:gd name="connsiteX5" fmla="*/ 161560 w 161847"/>
                        <a:gd name="connsiteY5" fmla="*/ 0 h 11544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161847" h="115445">
                          <a:moveTo>
                            <a:pt x="161560" y="0"/>
                          </a:moveTo>
                          <a:cubicBezTo>
                            <a:pt x="162416" y="8520"/>
                            <a:pt x="161345" y="17040"/>
                            <a:pt x="158560" y="24921"/>
                          </a:cubicBezTo>
                          <a:cubicBezTo>
                            <a:pt x="153417" y="40044"/>
                            <a:pt x="142704" y="53249"/>
                            <a:pt x="127277" y="60704"/>
                          </a:cubicBezTo>
                          <a:lnTo>
                            <a:pt x="17570" y="115445"/>
                          </a:lnTo>
                          <a:lnTo>
                            <a:pt x="0" y="80513"/>
                          </a:lnTo>
                          <a:lnTo>
                            <a:pt x="161560" y="0"/>
                          </a:lnTo>
                          <a:close/>
                        </a:path>
                      </a:pathLst>
                    </a:custGeom>
                    <a:solidFill>
                      <a:srgbClr val="FF9494"/>
                    </a:solidFill>
                    <a:ln w="2142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432" name="任意多边形: 形状 431"/>
                  <p:cNvSpPr/>
                  <p:nvPr/>
                </p:nvSpPr>
                <p:spPr>
                  <a:xfrm>
                    <a:off x="11728961" y="5725377"/>
                    <a:ext cx="124818" cy="142069"/>
                  </a:xfrm>
                  <a:custGeom>
                    <a:avLst/>
                    <a:gdLst>
                      <a:gd name="connsiteX0" fmla="*/ 114205 w 124818"/>
                      <a:gd name="connsiteY0" fmla="*/ 43665 h 142069"/>
                      <a:gd name="connsiteX1" fmla="*/ 118277 w 124818"/>
                      <a:gd name="connsiteY1" fmla="*/ 110972 h 142069"/>
                      <a:gd name="connsiteX2" fmla="*/ 55924 w 124818"/>
                      <a:gd name="connsiteY2" fmla="*/ 142070 h 142069"/>
                      <a:gd name="connsiteX3" fmla="*/ 59567 w 124818"/>
                      <a:gd name="connsiteY3" fmla="*/ 93932 h 142069"/>
                      <a:gd name="connsiteX4" fmla="*/ 51853 w 124818"/>
                      <a:gd name="connsiteY4" fmla="*/ 74549 h 142069"/>
                      <a:gd name="connsiteX5" fmla="*/ 40711 w 124818"/>
                      <a:gd name="connsiteY5" fmla="*/ 56871 h 142069"/>
                      <a:gd name="connsiteX6" fmla="*/ 0 w 124818"/>
                      <a:gd name="connsiteY6" fmla="*/ 31098 h 142069"/>
                      <a:gd name="connsiteX7" fmla="*/ 62352 w 124818"/>
                      <a:gd name="connsiteY7" fmla="*/ 0 h 142069"/>
                      <a:gd name="connsiteX8" fmla="*/ 114205 w 124818"/>
                      <a:gd name="connsiteY8" fmla="*/ 43665 h 1420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4818" h="142069">
                        <a:moveTo>
                          <a:pt x="114205" y="43665"/>
                        </a:moveTo>
                        <a:cubicBezTo>
                          <a:pt x="135419" y="85838"/>
                          <a:pt x="118277" y="110972"/>
                          <a:pt x="118277" y="110972"/>
                        </a:cubicBezTo>
                        <a:lnTo>
                          <a:pt x="55924" y="142070"/>
                        </a:lnTo>
                        <a:cubicBezTo>
                          <a:pt x="55924" y="142070"/>
                          <a:pt x="67923" y="124391"/>
                          <a:pt x="59567" y="93932"/>
                        </a:cubicBezTo>
                        <a:cubicBezTo>
                          <a:pt x="57853" y="87968"/>
                          <a:pt x="55495" y="81578"/>
                          <a:pt x="51853" y="74549"/>
                        </a:cubicBezTo>
                        <a:cubicBezTo>
                          <a:pt x="48425" y="67521"/>
                          <a:pt x="44567" y="61770"/>
                          <a:pt x="40711" y="56871"/>
                        </a:cubicBezTo>
                        <a:cubicBezTo>
                          <a:pt x="21213" y="31950"/>
                          <a:pt x="0" y="31098"/>
                          <a:pt x="0" y="31098"/>
                        </a:cubicBezTo>
                        <a:lnTo>
                          <a:pt x="62352" y="0"/>
                        </a:lnTo>
                        <a:cubicBezTo>
                          <a:pt x="62352" y="213"/>
                          <a:pt x="92993" y="1491"/>
                          <a:pt x="114205" y="43665"/>
                        </a:cubicBezTo>
                        <a:close/>
                      </a:path>
                    </a:pathLst>
                  </a:custGeom>
                  <a:solidFill>
                    <a:srgbClr val="EF7C34"/>
                  </a:solidFill>
                  <a:ln w="2142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3" name="任意多边形: 形状 432"/>
                  <p:cNvSpPr/>
                  <p:nvPr/>
                </p:nvSpPr>
                <p:spPr>
                  <a:xfrm>
                    <a:off x="11755842" y="5752123"/>
                    <a:ext cx="68097" cy="102118"/>
                  </a:xfrm>
                  <a:custGeom>
                    <a:avLst/>
                    <a:gdLst>
                      <a:gd name="connsiteX0" fmla="*/ 33757 w 68097"/>
                      <a:gd name="connsiteY0" fmla="*/ 43756 h 102118"/>
                      <a:gd name="connsiteX1" fmla="*/ 42328 w 68097"/>
                      <a:gd name="connsiteY1" fmla="*/ 102118 h 102118"/>
                      <a:gd name="connsiteX2" fmla="*/ 68041 w 68097"/>
                      <a:gd name="connsiteY2" fmla="*/ 88060 h 102118"/>
                      <a:gd name="connsiteX3" fmla="*/ 31185 w 68097"/>
                      <a:gd name="connsiteY3" fmla="*/ 10529 h 102118"/>
                      <a:gd name="connsiteX4" fmla="*/ 11902 w 68097"/>
                      <a:gd name="connsiteY4" fmla="*/ 518 h 102118"/>
                      <a:gd name="connsiteX5" fmla="*/ 2045 w 68097"/>
                      <a:gd name="connsiteY5" fmla="*/ 6269 h 102118"/>
                      <a:gd name="connsiteX6" fmla="*/ 20259 w 68097"/>
                      <a:gd name="connsiteY6" fmla="*/ 22883 h 102118"/>
                      <a:gd name="connsiteX7" fmla="*/ 33757 w 68097"/>
                      <a:gd name="connsiteY7" fmla="*/ 43756 h 10211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68097" h="102118">
                        <a:moveTo>
                          <a:pt x="33757" y="43756"/>
                        </a:moveTo>
                        <a:cubicBezTo>
                          <a:pt x="42542" y="61861"/>
                          <a:pt x="45542" y="82522"/>
                          <a:pt x="42328" y="102118"/>
                        </a:cubicBezTo>
                        <a:cubicBezTo>
                          <a:pt x="50899" y="97432"/>
                          <a:pt x="59469" y="92746"/>
                          <a:pt x="68041" y="88060"/>
                        </a:cubicBezTo>
                        <a:cubicBezTo>
                          <a:pt x="69112" y="58453"/>
                          <a:pt x="54970" y="28634"/>
                          <a:pt x="31185" y="10529"/>
                        </a:cubicBezTo>
                        <a:cubicBezTo>
                          <a:pt x="25401" y="6056"/>
                          <a:pt x="18973" y="2435"/>
                          <a:pt x="11902" y="518"/>
                        </a:cubicBezTo>
                        <a:cubicBezTo>
                          <a:pt x="7402" y="-547"/>
                          <a:pt x="-4812" y="-547"/>
                          <a:pt x="2045" y="6269"/>
                        </a:cubicBezTo>
                        <a:cubicBezTo>
                          <a:pt x="7831" y="12020"/>
                          <a:pt x="14902" y="16493"/>
                          <a:pt x="20259" y="22883"/>
                        </a:cubicBezTo>
                        <a:cubicBezTo>
                          <a:pt x="25401" y="29273"/>
                          <a:pt x="30114" y="36302"/>
                          <a:pt x="33757" y="43756"/>
                        </a:cubicBezTo>
                        <a:close/>
                      </a:path>
                    </a:pathLst>
                  </a:custGeom>
                  <a:solidFill>
                    <a:srgbClr val="D96821"/>
                  </a:solidFill>
                  <a:ln w="2142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4" name="任意多边形: 形状 433"/>
                  <p:cNvSpPr/>
                  <p:nvPr/>
                </p:nvSpPr>
                <p:spPr>
                  <a:xfrm>
                    <a:off x="11795325" y="5743478"/>
                    <a:ext cx="47797" cy="93723"/>
                  </a:xfrm>
                  <a:custGeom>
                    <a:avLst/>
                    <a:gdLst>
                      <a:gd name="connsiteX0" fmla="*/ 25772 w 47797"/>
                      <a:gd name="connsiteY0" fmla="*/ 40261 h 93723"/>
                      <a:gd name="connsiteX1" fmla="*/ 34344 w 47797"/>
                      <a:gd name="connsiteY1" fmla="*/ 93723 h 93723"/>
                      <a:gd name="connsiteX2" fmla="*/ 46128 w 47797"/>
                      <a:gd name="connsiteY2" fmla="*/ 85203 h 93723"/>
                      <a:gd name="connsiteX3" fmla="*/ 47414 w 47797"/>
                      <a:gd name="connsiteY3" fmla="*/ 71998 h 93723"/>
                      <a:gd name="connsiteX4" fmla="*/ 21272 w 47797"/>
                      <a:gd name="connsiteY4" fmla="*/ 13849 h 93723"/>
                      <a:gd name="connsiteX5" fmla="*/ 703 w 47797"/>
                      <a:gd name="connsiteY5" fmla="*/ 5329 h 93723"/>
                      <a:gd name="connsiteX6" fmla="*/ 11417 w 47797"/>
                      <a:gd name="connsiteY6" fmla="*/ 19387 h 93723"/>
                      <a:gd name="connsiteX7" fmla="*/ 25772 w 47797"/>
                      <a:gd name="connsiteY7" fmla="*/ 40261 h 937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7797" h="93723">
                        <a:moveTo>
                          <a:pt x="25772" y="40261"/>
                        </a:moveTo>
                        <a:cubicBezTo>
                          <a:pt x="33915" y="56662"/>
                          <a:pt x="36915" y="75619"/>
                          <a:pt x="34344" y="93723"/>
                        </a:cubicBezTo>
                        <a:cubicBezTo>
                          <a:pt x="39272" y="92445"/>
                          <a:pt x="43985" y="89676"/>
                          <a:pt x="46128" y="85203"/>
                        </a:cubicBezTo>
                        <a:cubicBezTo>
                          <a:pt x="48056" y="81156"/>
                          <a:pt x="48056" y="76470"/>
                          <a:pt x="47414" y="71998"/>
                        </a:cubicBezTo>
                        <a:cubicBezTo>
                          <a:pt x="45057" y="50485"/>
                          <a:pt x="35842" y="29824"/>
                          <a:pt x="21272" y="13849"/>
                        </a:cubicBezTo>
                        <a:cubicBezTo>
                          <a:pt x="18273" y="10654"/>
                          <a:pt x="-4226" y="-9368"/>
                          <a:pt x="703" y="5329"/>
                        </a:cubicBezTo>
                        <a:cubicBezTo>
                          <a:pt x="2631" y="11293"/>
                          <a:pt x="7345" y="14914"/>
                          <a:pt x="11417" y="19387"/>
                        </a:cubicBezTo>
                        <a:cubicBezTo>
                          <a:pt x="16988" y="25777"/>
                          <a:pt x="21916" y="32806"/>
                          <a:pt x="25772" y="40261"/>
                        </a:cubicBezTo>
                        <a:close/>
                      </a:path>
                    </a:pathLst>
                  </a:custGeom>
                  <a:solidFill>
                    <a:srgbClr val="D96821"/>
                  </a:solidFill>
                  <a:ln w="2142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429" name="任意多边形: 形状 428"/>
                <p:cNvSpPr/>
                <p:nvPr/>
              </p:nvSpPr>
              <p:spPr>
                <a:xfrm>
                  <a:off x="11823887" y="5691960"/>
                  <a:ext cx="101687" cy="36587"/>
                </a:xfrm>
                <a:custGeom>
                  <a:avLst/>
                  <a:gdLst>
                    <a:gd name="connsiteX0" fmla="*/ 4495 w 101687"/>
                    <a:gd name="connsiteY0" fmla="*/ 26814 h 36587"/>
                    <a:gd name="connsiteX1" fmla="*/ 1066 w 101687"/>
                    <a:gd name="connsiteY1" fmla="*/ 35547 h 36587"/>
                    <a:gd name="connsiteX2" fmla="*/ 6852 w 101687"/>
                    <a:gd name="connsiteY2" fmla="*/ 36186 h 36587"/>
                    <a:gd name="connsiteX3" fmla="*/ 65348 w 101687"/>
                    <a:gd name="connsiteY3" fmla="*/ 23619 h 36587"/>
                    <a:gd name="connsiteX4" fmla="*/ 100274 w 101687"/>
                    <a:gd name="connsiteY4" fmla="*/ 5727 h 36587"/>
                    <a:gd name="connsiteX5" fmla="*/ 56134 w 101687"/>
                    <a:gd name="connsiteY5" fmla="*/ 4024 h 36587"/>
                    <a:gd name="connsiteX6" fmla="*/ 4495 w 101687"/>
                    <a:gd name="connsiteY6" fmla="*/ 26814 h 36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1687" h="36587">
                      <a:moveTo>
                        <a:pt x="4495" y="26814"/>
                      </a:moveTo>
                      <a:cubicBezTo>
                        <a:pt x="1495" y="28944"/>
                        <a:pt x="-1719" y="33204"/>
                        <a:pt x="1066" y="35547"/>
                      </a:cubicBezTo>
                      <a:cubicBezTo>
                        <a:pt x="2566" y="37038"/>
                        <a:pt x="4923" y="36612"/>
                        <a:pt x="6852" y="36186"/>
                      </a:cubicBezTo>
                      <a:cubicBezTo>
                        <a:pt x="26350" y="31926"/>
                        <a:pt x="45850" y="27879"/>
                        <a:pt x="65348" y="23619"/>
                      </a:cubicBezTo>
                      <a:cubicBezTo>
                        <a:pt x="72633" y="22128"/>
                        <a:pt x="109273" y="18294"/>
                        <a:pt x="100274" y="5727"/>
                      </a:cubicBezTo>
                      <a:cubicBezTo>
                        <a:pt x="92775" y="-4709"/>
                        <a:pt x="65562" y="1894"/>
                        <a:pt x="56134" y="4024"/>
                      </a:cubicBezTo>
                      <a:cubicBezTo>
                        <a:pt x="37707" y="8496"/>
                        <a:pt x="19922" y="16164"/>
                        <a:pt x="4495" y="26814"/>
                      </a:cubicBezTo>
                      <a:close/>
                    </a:path>
                  </a:pathLst>
                </a:custGeom>
                <a:solidFill>
                  <a:srgbClr val="FFCACA"/>
                </a:solidFill>
                <a:ln w="2142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 userDrawn="1"/>
        </p:nvSpPr>
        <p:spPr>
          <a:xfrm>
            <a:off x="5572" y="31425"/>
            <a:ext cx="12175502" cy="6837227"/>
          </a:xfrm>
          <a:custGeom>
            <a:avLst/>
            <a:gdLst>
              <a:gd name="connsiteX0" fmla="*/ 0 w 12175502"/>
              <a:gd name="connsiteY0" fmla="*/ 0 h 6837227"/>
              <a:gd name="connsiteX1" fmla="*/ 12175502 w 12175502"/>
              <a:gd name="connsiteY1" fmla="*/ 0 h 6837227"/>
              <a:gd name="connsiteX2" fmla="*/ 12175502 w 12175502"/>
              <a:gd name="connsiteY2" fmla="*/ 6837227 h 6837227"/>
              <a:gd name="connsiteX3" fmla="*/ 0 w 12175502"/>
              <a:gd name="connsiteY3" fmla="*/ 6837227 h 6837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75502" h="6837227">
                <a:moveTo>
                  <a:pt x="0" y="0"/>
                </a:moveTo>
                <a:lnTo>
                  <a:pt x="12175502" y="0"/>
                </a:lnTo>
                <a:lnTo>
                  <a:pt x="12175502" y="6837227"/>
                </a:lnTo>
                <a:lnTo>
                  <a:pt x="0" y="6837227"/>
                </a:lnTo>
                <a:close/>
              </a:path>
            </a:pathLst>
          </a:custGeom>
          <a:solidFill>
            <a:srgbClr val="F4E6D3">
              <a:alpha val="29000"/>
            </a:srgbClr>
          </a:solidFill>
          <a:ln w="2142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grpSp>
        <p:nvGrpSpPr>
          <p:cNvPr id="4" name="图形 2"/>
          <p:cNvGrpSpPr/>
          <p:nvPr userDrawn="1"/>
        </p:nvGrpSpPr>
        <p:grpSpPr>
          <a:xfrm>
            <a:off x="2416329" y="5613553"/>
            <a:ext cx="9783367" cy="1223672"/>
            <a:chOff x="2416329" y="5613553"/>
            <a:chExt cx="9769885" cy="1223672"/>
          </a:xfrm>
          <a:solidFill>
            <a:srgbClr val="F4E6D3"/>
          </a:solidFill>
        </p:grpSpPr>
        <p:sp>
          <p:nvSpPr>
            <p:cNvPr id="5" name="任意多边形: 形状 4"/>
            <p:cNvSpPr/>
            <p:nvPr/>
          </p:nvSpPr>
          <p:spPr>
            <a:xfrm>
              <a:off x="2511894" y="5625055"/>
              <a:ext cx="9663606" cy="1201520"/>
            </a:xfrm>
            <a:custGeom>
              <a:avLst/>
              <a:gdLst>
                <a:gd name="connsiteX0" fmla="*/ 1178489 w 9663606"/>
                <a:gd name="connsiteY0" fmla="*/ 1201520 h 1201520"/>
                <a:gd name="connsiteX1" fmla="*/ 0 w 9663606"/>
                <a:gd name="connsiteY1" fmla="*/ 1008758 h 1201520"/>
                <a:gd name="connsiteX2" fmla="*/ 5836733 w 9663606"/>
                <a:gd name="connsiteY2" fmla="*/ 575520 h 1201520"/>
                <a:gd name="connsiteX3" fmla="*/ 6548540 w 9663606"/>
                <a:gd name="connsiteY3" fmla="*/ 446443 h 1201520"/>
                <a:gd name="connsiteX4" fmla="*/ 9663607 w 9663606"/>
                <a:gd name="connsiteY4" fmla="*/ 0 h 1201520"/>
                <a:gd name="connsiteX5" fmla="*/ 9663607 w 9663606"/>
                <a:gd name="connsiteY5" fmla="*/ 1112700 h 1201520"/>
                <a:gd name="connsiteX6" fmla="*/ 8681605 w 9663606"/>
                <a:gd name="connsiteY6" fmla="*/ 1201520 h 1201520"/>
                <a:gd name="connsiteX7" fmla="*/ 1178489 w 9663606"/>
                <a:gd name="connsiteY7" fmla="*/ 1201520 h 1201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663606" h="1201520">
                  <a:moveTo>
                    <a:pt x="1178489" y="1201520"/>
                  </a:moveTo>
                  <a:cubicBezTo>
                    <a:pt x="649026" y="1126971"/>
                    <a:pt x="227984" y="1054978"/>
                    <a:pt x="0" y="1008758"/>
                  </a:cubicBezTo>
                  <a:cubicBezTo>
                    <a:pt x="698737" y="999386"/>
                    <a:pt x="3281770" y="940598"/>
                    <a:pt x="5836733" y="575520"/>
                  </a:cubicBezTo>
                  <a:cubicBezTo>
                    <a:pt x="6004936" y="551451"/>
                    <a:pt x="6244705" y="505231"/>
                    <a:pt x="6548540" y="446443"/>
                  </a:cubicBezTo>
                  <a:cubicBezTo>
                    <a:pt x="7329986" y="295428"/>
                    <a:pt x="8509331" y="67733"/>
                    <a:pt x="9663607" y="0"/>
                  </a:cubicBezTo>
                  <a:lnTo>
                    <a:pt x="9663607" y="1112700"/>
                  </a:lnTo>
                  <a:cubicBezTo>
                    <a:pt x="9327203" y="1138473"/>
                    <a:pt x="8998940" y="1170423"/>
                    <a:pt x="8681605" y="1201520"/>
                  </a:cubicBezTo>
                  <a:lnTo>
                    <a:pt x="1178489" y="1201520"/>
                  </a:lnTo>
                  <a:close/>
                </a:path>
              </a:pathLst>
            </a:custGeom>
            <a:grpFill/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2416329" y="5613553"/>
              <a:ext cx="9769885" cy="1223672"/>
            </a:xfrm>
            <a:custGeom>
              <a:avLst/>
              <a:gdLst>
                <a:gd name="connsiteX0" fmla="*/ 9748458 w 9769885"/>
                <a:gd name="connsiteY0" fmla="*/ 22578 h 1223672"/>
                <a:gd name="connsiteX1" fmla="*/ 9748458 w 9769885"/>
                <a:gd name="connsiteY1" fmla="*/ 1114191 h 1223672"/>
                <a:gd name="connsiteX2" fmla="*/ 8776527 w 9769885"/>
                <a:gd name="connsiteY2" fmla="*/ 1202373 h 1223672"/>
                <a:gd name="connsiteX3" fmla="*/ 1275553 w 9769885"/>
                <a:gd name="connsiteY3" fmla="*/ 1202373 h 1223672"/>
                <a:gd name="connsiteX4" fmla="*/ 197558 w 9769885"/>
                <a:gd name="connsiteY4" fmla="*/ 1029418 h 1223672"/>
                <a:gd name="connsiteX5" fmla="*/ 5933798 w 9769885"/>
                <a:gd name="connsiteY5" fmla="*/ 597459 h 1223672"/>
                <a:gd name="connsiteX6" fmla="*/ 6646034 w 9769885"/>
                <a:gd name="connsiteY6" fmla="*/ 468382 h 1223672"/>
                <a:gd name="connsiteX7" fmla="*/ 9748458 w 9769885"/>
                <a:gd name="connsiteY7" fmla="*/ 22578 h 1223672"/>
                <a:gd name="connsiteX8" fmla="*/ 9769885 w 9769885"/>
                <a:gd name="connsiteY8" fmla="*/ 0 h 1223672"/>
                <a:gd name="connsiteX9" fmla="*/ 5930798 w 9769885"/>
                <a:gd name="connsiteY9" fmla="*/ 576372 h 1223672"/>
                <a:gd name="connsiteX10" fmla="*/ 0 w 9769885"/>
                <a:gd name="connsiteY10" fmla="*/ 1010675 h 1223672"/>
                <a:gd name="connsiteX11" fmla="*/ 1274053 w 9769885"/>
                <a:gd name="connsiteY11" fmla="*/ 1223672 h 1223672"/>
                <a:gd name="connsiteX12" fmla="*/ 8777598 w 9769885"/>
                <a:gd name="connsiteY12" fmla="*/ 1223672 h 1223672"/>
                <a:gd name="connsiteX13" fmla="*/ 9769885 w 9769885"/>
                <a:gd name="connsiteY13" fmla="*/ 1134000 h 1223672"/>
                <a:gd name="connsiteX14" fmla="*/ 9769885 w 9769885"/>
                <a:gd name="connsiteY14" fmla="*/ 0 h 1223672"/>
                <a:gd name="connsiteX15" fmla="*/ 9769885 w 9769885"/>
                <a:gd name="connsiteY15" fmla="*/ 0 h 1223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769885" h="1223672">
                  <a:moveTo>
                    <a:pt x="9748458" y="22578"/>
                  </a:moveTo>
                  <a:lnTo>
                    <a:pt x="9748458" y="1114191"/>
                  </a:lnTo>
                  <a:cubicBezTo>
                    <a:pt x="9415267" y="1139751"/>
                    <a:pt x="9090648" y="1171488"/>
                    <a:pt x="8776527" y="1202373"/>
                  </a:cubicBezTo>
                  <a:lnTo>
                    <a:pt x="1275553" y="1202373"/>
                  </a:lnTo>
                  <a:cubicBezTo>
                    <a:pt x="815514" y="1137621"/>
                    <a:pt x="438184" y="1075000"/>
                    <a:pt x="197558" y="1029418"/>
                  </a:cubicBezTo>
                  <a:cubicBezTo>
                    <a:pt x="1019714" y="1015786"/>
                    <a:pt x="3489398" y="946775"/>
                    <a:pt x="5933798" y="597459"/>
                  </a:cubicBezTo>
                  <a:cubicBezTo>
                    <a:pt x="6102215" y="573390"/>
                    <a:pt x="6342198" y="526957"/>
                    <a:pt x="6646034" y="468382"/>
                  </a:cubicBezTo>
                  <a:cubicBezTo>
                    <a:pt x="7424693" y="318006"/>
                    <a:pt x="8598468" y="91163"/>
                    <a:pt x="9748458" y="22578"/>
                  </a:cubicBezTo>
                  <a:moveTo>
                    <a:pt x="9769885" y="0"/>
                  </a:moveTo>
                  <a:cubicBezTo>
                    <a:pt x="8174212" y="92228"/>
                    <a:pt x="6543612" y="488617"/>
                    <a:pt x="5930798" y="576372"/>
                  </a:cubicBezTo>
                  <a:cubicBezTo>
                    <a:pt x="3396619" y="938468"/>
                    <a:pt x="786802" y="1003007"/>
                    <a:pt x="0" y="1010675"/>
                  </a:cubicBezTo>
                  <a:cubicBezTo>
                    <a:pt x="199486" y="1056256"/>
                    <a:pt x="670882" y="1138686"/>
                    <a:pt x="1274053" y="1223672"/>
                  </a:cubicBezTo>
                  <a:lnTo>
                    <a:pt x="8777598" y="1223672"/>
                  </a:lnTo>
                  <a:cubicBezTo>
                    <a:pt x="9127073" y="1189380"/>
                    <a:pt x="9440766" y="1158921"/>
                    <a:pt x="9769885" y="1134000"/>
                  </a:cubicBezTo>
                  <a:lnTo>
                    <a:pt x="9769885" y="0"/>
                  </a:lnTo>
                  <a:lnTo>
                    <a:pt x="9769885" y="0"/>
                  </a:lnTo>
                  <a:close/>
                </a:path>
              </a:pathLst>
            </a:custGeom>
            <a:grpFill/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7" name="任意多边形: 形状 6"/>
          <p:cNvSpPr/>
          <p:nvPr userDrawn="1"/>
        </p:nvSpPr>
        <p:spPr>
          <a:xfrm>
            <a:off x="2801865" y="6017184"/>
            <a:ext cx="9384563" cy="805131"/>
          </a:xfrm>
          <a:custGeom>
            <a:avLst/>
            <a:gdLst>
              <a:gd name="connsiteX0" fmla="*/ 9384349 w 9384563"/>
              <a:gd name="connsiteY0" fmla="*/ 65816 h 805131"/>
              <a:gd name="connsiteX1" fmla="*/ 4862810 w 9384563"/>
              <a:gd name="connsiteY1" fmla="*/ 329933 h 805131"/>
              <a:gd name="connsiteX2" fmla="*/ 117143 w 9384563"/>
              <a:gd name="connsiteY2" fmla="*/ 0 h 805131"/>
              <a:gd name="connsiteX3" fmla="*/ 125714 w 9384563"/>
              <a:gd name="connsiteY3" fmla="*/ 30885 h 805131"/>
              <a:gd name="connsiteX4" fmla="*/ 3703819 w 9384563"/>
              <a:gd name="connsiteY4" fmla="*/ 600227 h 805131"/>
              <a:gd name="connsiteX5" fmla="*/ 6873954 w 9384563"/>
              <a:gd name="connsiteY5" fmla="*/ 805131 h 805131"/>
              <a:gd name="connsiteX6" fmla="*/ 9384563 w 9384563"/>
              <a:gd name="connsiteY6" fmla="*/ 701189 h 805131"/>
              <a:gd name="connsiteX7" fmla="*/ 9384563 w 9384563"/>
              <a:gd name="connsiteY7" fmla="*/ 273063 h 805131"/>
              <a:gd name="connsiteX8" fmla="*/ 9384563 w 9384563"/>
              <a:gd name="connsiteY8" fmla="*/ 65816 h 805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384563" h="805131">
                <a:moveTo>
                  <a:pt x="9384349" y="65816"/>
                </a:moveTo>
                <a:cubicBezTo>
                  <a:pt x="8304853" y="123965"/>
                  <a:pt x="7504981" y="228334"/>
                  <a:pt x="4862810" y="329933"/>
                </a:cubicBezTo>
                <a:cubicBezTo>
                  <a:pt x="3129574" y="396815"/>
                  <a:pt x="698245" y="94571"/>
                  <a:pt x="117143" y="0"/>
                </a:cubicBezTo>
                <a:cubicBezTo>
                  <a:pt x="-151338" y="1917"/>
                  <a:pt x="125714" y="30885"/>
                  <a:pt x="125714" y="30885"/>
                </a:cubicBezTo>
                <a:cubicBezTo>
                  <a:pt x="1435765" y="296919"/>
                  <a:pt x="2652822" y="477541"/>
                  <a:pt x="3703819" y="600227"/>
                </a:cubicBezTo>
                <a:cubicBezTo>
                  <a:pt x="4711749" y="703745"/>
                  <a:pt x="5664825" y="805131"/>
                  <a:pt x="6873954" y="805131"/>
                </a:cubicBezTo>
                <a:cubicBezTo>
                  <a:pt x="7777320" y="804919"/>
                  <a:pt x="8607618" y="765940"/>
                  <a:pt x="9384563" y="701189"/>
                </a:cubicBezTo>
                <a:lnTo>
                  <a:pt x="9384563" y="273063"/>
                </a:lnTo>
                <a:lnTo>
                  <a:pt x="9384563" y="65816"/>
                </a:lnTo>
                <a:close/>
              </a:path>
            </a:pathLst>
          </a:custGeom>
          <a:gradFill>
            <a:gsLst>
              <a:gs pos="0">
                <a:srgbClr val="D4D8AC"/>
              </a:gs>
              <a:gs pos="50000">
                <a:srgbClr val="92BAA3"/>
              </a:gs>
              <a:gs pos="100000">
                <a:srgbClr val="519D9B"/>
              </a:gs>
            </a:gsLst>
            <a:lin ang="0" scaled="1"/>
          </a:gradFill>
          <a:ln w="21427" cap="rnd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89" name="任意多边形: 形状 488"/>
          <p:cNvSpPr/>
          <p:nvPr userDrawn="1"/>
        </p:nvSpPr>
        <p:spPr>
          <a:xfrm>
            <a:off x="1" y="5378617"/>
            <a:ext cx="10230137" cy="1479383"/>
          </a:xfrm>
          <a:custGeom>
            <a:avLst/>
            <a:gdLst>
              <a:gd name="connsiteX0" fmla="*/ 10712 w 10230137"/>
              <a:gd name="connsiteY0" fmla="*/ 0 h 1479383"/>
              <a:gd name="connsiteX1" fmla="*/ 16712 w 10230137"/>
              <a:gd name="connsiteY1" fmla="*/ 1278 h 1479383"/>
              <a:gd name="connsiteX2" fmla="*/ 2258840 w 10230137"/>
              <a:gd name="connsiteY2" fmla="*/ 491172 h 1479383"/>
              <a:gd name="connsiteX3" fmla="*/ 3107352 w 10230137"/>
              <a:gd name="connsiteY3" fmla="*/ 674351 h 1479383"/>
              <a:gd name="connsiteX4" fmla="*/ 6776094 w 10230137"/>
              <a:gd name="connsiteY4" fmla="*/ 1245824 h 1479383"/>
              <a:gd name="connsiteX5" fmla="*/ 10230137 w 10230137"/>
              <a:gd name="connsiteY5" fmla="*/ 1458608 h 1479383"/>
              <a:gd name="connsiteX6" fmla="*/ 5836946 w 10230137"/>
              <a:gd name="connsiteY6" fmla="*/ 1458608 h 1479383"/>
              <a:gd name="connsiteX7" fmla="*/ 5372711 w 10230137"/>
              <a:gd name="connsiteY7" fmla="*/ 1455048 h 1479383"/>
              <a:gd name="connsiteX8" fmla="*/ 5102089 w 10230137"/>
              <a:gd name="connsiteY8" fmla="*/ 1479383 h 1479383"/>
              <a:gd name="connsiteX9" fmla="*/ 0 w 10230137"/>
              <a:gd name="connsiteY9" fmla="*/ 1479383 h 1479383"/>
              <a:gd name="connsiteX10" fmla="*/ 0 w 10230137"/>
              <a:gd name="connsiteY10" fmla="*/ 6416 h 1479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230137" h="1479383">
                <a:moveTo>
                  <a:pt x="10712" y="0"/>
                </a:moveTo>
                <a:lnTo>
                  <a:pt x="16712" y="1278"/>
                </a:lnTo>
                <a:cubicBezTo>
                  <a:pt x="691021" y="141856"/>
                  <a:pt x="1571674" y="329720"/>
                  <a:pt x="2258840" y="491172"/>
                </a:cubicBezTo>
                <a:cubicBezTo>
                  <a:pt x="2258840" y="491172"/>
                  <a:pt x="2767090" y="605126"/>
                  <a:pt x="3107352" y="674351"/>
                </a:cubicBezTo>
                <a:cubicBezTo>
                  <a:pt x="3107566" y="674351"/>
                  <a:pt x="5725097" y="1117386"/>
                  <a:pt x="6776094" y="1245824"/>
                </a:cubicBezTo>
                <a:cubicBezTo>
                  <a:pt x="7553683" y="1341034"/>
                  <a:pt x="9029364" y="1411536"/>
                  <a:pt x="10230137" y="1458608"/>
                </a:cubicBezTo>
                <a:lnTo>
                  <a:pt x="5836946" y="1458608"/>
                </a:lnTo>
                <a:cubicBezTo>
                  <a:pt x="5723704" y="1440983"/>
                  <a:pt x="5562131" y="1442169"/>
                  <a:pt x="5372711" y="1455048"/>
                </a:cubicBezTo>
                <a:lnTo>
                  <a:pt x="5102089" y="1479383"/>
                </a:lnTo>
                <a:lnTo>
                  <a:pt x="0" y="1479383"/>
                </a:lnTo>
                <a:lnTo>
                  <a:pt x="0" y="6416"/>
                </a:lnTo>
                <a:close/>
              </a:path>
            </a:pathLst>
          </a:custGeom>
          <a:gradFill>
            <a:gsLst>
              <a:gs pos="8040">
                <a:schemeClr val="accent1"/>
              </a:gs>
              <a:gs pos="66200">
                <a:schemeClr val="accent2"/>
              </a:gs>
            </a:gsLst>
            <a:lin ang="0" scaled="1"/>
          </a:gradFill>
          <a:ln w="21427" cap="rnd">
            <a:solidFill>
              <a:srgbClr val="FF9A3E"/>
            </a:solidFill>
            <a:prstDash val="solid"/>
            <a:round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8" name="任意多边形: 形状 7"/>
          <p:cNvSpPr/>
          <p:nvPr userDrawn="1"/>
        </p:nvSpPr>
        <p:spPr>
          <a:xfrm>
            <a:off x="10712" y="5698751"/>
            <a:ext cx="3209676" cy="1138474"/>
          </a:xfrm>
          <a:custGeom>
            <a:avLst/>
            <a:gdLst>
              <a:gd name="connsiteX0" fmla="*/ 0 w 1806301"/>
              <a:gd name="connsiteY0" fmla="*/ 0 h 640696"/>
              <a:gd name="connsiteX1" fmla="*/ 0 w 1806301"/>
              <a:gd name="connsiteY1" fmla="*/ 640697 h 640696"/>
              <a:gd name="connsiteX2" fmla="*/ 1806302 w 1806301"/>
              <a:gd name="connsiteY2" fmla="*/ 640697 h 640696"/>
              <a:gd name="connsiteX3" fmla="*/ 0 w 1806301"/>
              <a:gd name="connsiteY3" fmla="*/ 0 h 640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6301" h="640696">
                <a:moveTo>
                  <a:pt x="0" y="0"/>
                </a:moveTo>
                <a:lnTo>
                  <a:pt x="0" y="640697"/>
                </a:lnTo>
                <a:lnTo>
                  <a:pt x="1806302" y="640697"/>
                </a:lnTo>
                <a:cubicBezTo>
                  <a:pt x="1178489" y="399371"/>
                  <a:pt x="576602" y="186586"/>
                  <a:pt x="0" y="0"/>
                </a:cubicBezTo>
                <a:close/>
              </a:path>
            </a:pathLst>
          </a:custGeom>
          <a:gradFill>
            <a:gsLst>
              <a:gs pos="8040">
                <a:srgbClr val="1A707E"/>
              </a:gs>
              <a:gs pos="66200">
                <a:srgbClr val="199190"/>
              </a:gs>
            </a:gsLst>
            <a:lin ang="0" scaled="1"/>
          </a:gradFill>
          <a:ln w="21427" cap="rnd">
            <a:solidFill>
              <a:srgbClr val="FF9A3E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任意多边形: 形状 9"/>
          <p:cNvSpPr/>
          <p:nvPr userDrawn="1"/>
        </p:nvSpPr>
        <p:spPr>
          <a:xfrm>
            <a:off x="6509756" y="6604632"/>
            <a:ext cx="5676458" cy="232380"/>
          </a:xfrm>
          <a:custGeom>
            <a:avLst/>
            <a:gdLst>
              <a:gd name="connsiteX0" fmla="*/ 5676458 w 5676458"/>
              <a:gd name="connsiteY0" fmla="*/ 84773 h 232380"/>
              <a:gd name="connsiteX1" fmla="*/ 3302982 w 5676458"/>
              <a:gd name="connsiteY1" fmla="*/ 176789 h 232380"/>
              <a:gd name="connsiteX2" fmla="*/ 0 w 5676458"/>
              <a:gd name="connsiteY2" fmla="*/ 0 h 232380"/>
              <a:gd name="connsiteX3" fmla="*/ 2508681 w 5676458"/>
              <a:gd name="connsiteY3" fmla="*/ 232381 h 232380"/>
              <a:gd name="connsiteX4" fmla="*/ 5676244 w 5676458"/>
              <a:gd name="connsiteY4" fmla="*/ 232381 h 232380"/>
              <a:gd name="connsiteX5" fmla="*/ 5676244 w 5676458"/>
              <a:gd name="connsiteY5" fmla="*/ 84773 h 232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76458" h="232380">
                <a:moveTo>
                  <a:pt x="5676458" y="84773"/>
                </a:moveTo>
                <a:cubicBezTo>
                  <a:pt x="4946438" y="142496"/>
                  <a:pt x="4162851" y="176789"/>
                  <a:pt x="3302982" y="176789"/>
                </a:cubicBezTo>
                <a:cubicBezTo>
                  <a:pt x="2093853" y="177002"/>
                  <a:pt x="1035571" y="138449"/>
                  <a:pt x="0" y="0"/>
                </a:cubicBezTo>
                <a:cubicBezTo>
                  <a:pt x="1011572" y="135041"/>
                  <a:pt x="1870369" y="198301"/>
                  <a:pt x="2508681" y="232381"/>
                </a:cubicBezTo>
                <a:lnTo>
                  <a:pt x="5676244" y="232381"/>
                </a:lnTo>
                <a:lnTo>
                  <a:pt x="5676244" y="84773"/>
                </a:lnTo>
                <a:close/>
              </a:path>
            </a:pathLst>
          </a:custGeom>
          <a:gradFill>
            <a:gsLst>
              <a:gs pos="8040">
                <a:srgbClr val="FEBE7B"/>
              </a:gs>
              <a:gs pos="66200">
                <a:srgbClr val="ED2210"/>
              </a:gs>
            </a:gsLst>
            <a:lin ang="0" scaled="1"/>
          </a:gradFill>
          <a:ln w="21427" cap="rnd">
            <a:solidFill>
              <a:srgbClr val="FF9A3E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94" name="图形 2"/>
          <p:cNvGrpSpPr/>
          <p:nvPr userDrawn="1"/>
        </p:nvGrpSpPr>
        <p:grpSpPr>
          <a:xfrm>
            <a:off x="10712" y="-1"/>
            <a:ext cx="12175502" cy="6837227"/>
            <a:chOff x="10712" y="-1"/>
            <a:chExt cx="12175502" cy="6837227"/>
          </a:xfrm>
          <a:solidFill>
            <a:srgbClr val="EFDCBF"/>
          </a:solidFill>
        </p:grpSpPr>
        <p:sp>
          <p:nvSpPr>
            <p:cNvPr id="95" name="任意多边形: 形状 94"/>
            <p:cNvSpPr/>
            <p:nvPr/>
          </p:nvSpPr>
          <p:spPr>
            <a:xfrm>
              <a:off x="10712" y="6539029"/>
              <a:ext cx="12175502" cy="298196"/>
            </a:xfrm>
            <a:custGeom>
              <a:avLst/>
              <a:gdLst>
                <a:gd name="connsiteX0" fmla="*/ 0 w 12175502"/>
                <a:gd name="connsiteY0" fmla="*/ 0 h 298196"/>
                <a:gd name="connsiteX1" fmla="*/ 12175502 w 12175502"/>
                <a:gd name="connsiteY1" fmla="*/ 0 h 298196"/>
                <a:gd name="connsiteX2" fmla="*/ 12175502 w 12175502"/>
                <a:gd name="connsiteY2" fmla="*/ 298197 h 298196"/>
                <a:gd name="connsiteX3" fmla="*/ 0 w 12175502"/>
                <a:gd name="connsiteY3" fmla="*/ 298197 h 298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75502" h="298196">
                  <a:moveTo>
                    <a:pt x="0" y="0"/>
                  </a:moveTo>
                  <a:lnTo>
                    <a:pt x="12175502" y="0"/>
                  </a:lnTo>
                  <a:lnTo>
                    <a:pt x="12175502" y="298197"/>
                  </a:lnTo>
                  <a:lnTo>
                    <a:pt x="0" y="298197"/>
                  </a:lnTo>
                  <a:close/>
                </a:path>
              </a:pathLst>
            </a:custGeom>
            <a:solidFill>
              <a:srgbClr val="EFDCB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6" name="任意多边形: 形状 95"/>
            <p:cNvSpPr/>
            <p:nvPr/>
          </p:nvSpPr>
          <p:spPr>
            <a:xfrm>
              <a:off x="10712" y="-1"/>
              <a:ext cx="12175502" cy="340796"/>
            </a:xfrm>
            <a:custGeom>
              <a:avLst/>
              <a:gdLst>
                <a:gd name="connsiteX0" fmla="*/ 0 w 12175502"/>
                <a:gd name="connsiteY0" fmla="*/ 0 h 340796"/>
                <a:gd name="connsiteX1" fmla="*/ 12175502 w 12175502"/>
                <a:gd name="connsiteY1" fmla="*/ 0 h 340796"/>
                <a:gd name="connsiteX2" fmla="*/ 12175502 w 12175502"/>
                <a:gd name="connsiteY2" fmla="*/ 340796 h 340796"/>
                <a:gd name="connsiteX3" fmla="*/ 0 w 12175502"/>
                <a:gd name="connsiteY3" fmla="*/ 340796 h 340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75502" h="340796">
                  <a:moveTo>
                    <a:pt x="0" y="0"/>
                  </a:moveTo>
                  <a:lnTo>
                    <a:pt x="12175502" y="0"/>
                  </a:lnTo>
                  <a:lnTo>
                    <a:pt x="12175502" y="340796"/>
                  </a:lnTo>
                  <a:lnTo>
                    <a:pt x="0" y="340796"/>
                  </a:lnTo>
                  <a:close/>
                </a:path>
              </a:pathLst>
            </a:custGeom>
            <a:solidFill>
              <a:srgbClr val="EFDCBF"/>
            </a:solidFill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97" name="图形 2"/>
          <p:cNvGrpSpPr/>
          <p:nvPr userDrawn="1"/>
        </p:nvGrpSpPr>
        <p:grpSpPr>
          <a:xfrm>
            <a:off x="10712" y="319495"/>
            <a:ext cx="12175502" cy="6240833"/>
            <a:chOff x="10712" y="319495"/>
            <a:chExt cx="12175502" cy="6240833"/>
          </a:xfrm>
          <a:solidFill>
            <a:srgbClr val="FF9A3E"/>
          </a:solidFill>
        </p:grpSpPr>
        <p:sp>
          <p:nvSpPr>
            <p:cNvPr id="98" name="任意多边形: 形状 97"/>
            <p:cNvSpPr/>
            <p:nvPr/>
          </p:nvSpPr>
          <p:spPr>
            <a:xfrm>
              <a:off x="10712" y="6453830"/>
              <a:ext cx="12175502" cy="106498"/>
            </a:xfrm>
            <a:custGeom>
              <a:avLst/>
              <a:gdLst>
                <a:gd name="connsiteX0" fmla="*/ 0 w 12175502"/>
                <a:gd name="connsiteY0" fmla="*/ 0 h 106498"/>
                <a:gd name="connsiteX1" fmla="*/ 12175502 w 12175502"/>
                <a:gd name="connsiteY1" fmla="*/ 0 h 106498"/>
                <a:gd name="connsiteX2" fmla="*/ 12175502 w 12175502"/>
                <a:gd name="connsiteY2" fmla="*/ 106499 h 106498"/>
                <a:gd name="connsiteX3" fmla="*/ 0 w 12175502"/>
                <a:gd name="connsiteY3" fmla="*/ 106499 h 106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75502" h="106498">
                  <a:moveTo>
                    <a:pt x="0" y="0"/>
                  </a:moveTo>
                  <a:lnTo>
                    <a:pt x="12175502" y="0"/>
                  </a:lnTo>
                  <a:lnTo>
                    <a:pt x="12175502" y="106499"/>
                  </a:lnTo>
                  <a:lnTo>
                    <a:pt x="0" y="106499"/>
                  </a:lnTo>
                  <a:close/>
                </a:path>
              </a:pathLst>
            </a:custGeom>
            <a:grpFill/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9" name="任意多边形: 形状 98"/>
            <p:cNvSpPr/>
            <p:nvPr/>
          </p:nvSpPr>
          <p:spPr>
            <a:xfrm>
              <a:off x="10712" y="319495"/>
              <a:ext cx="12175502" cy="106498"/>
            </a:xfrm>
            <a:custGeom>
              <a:avLst/>
              <a:gdLst>
                <a:gd name="connsiteX0" fmla="*/ 0 w 12175502"/>
                <a:gd name="connsiteY0" fmla="*/ 0 h 106498"/>
                <a:gd name="connsiteX1" fmla="*/ 12175502 w 12175502"/>
                <a:gd name="connsiteY1" fmla="*/ 0 h 106498"/>
                <a:gd name="connsiteX2" fmla="*/ 12175502 w 12175502"/>
                <a:gd name="connsiteY2" fmla="*/ 106499 h 106498"/>
                <a:gd name="connsiteX3" fmla="*/ 0 w 12175502"/>
                <a:gd name="connsiteY3" fmla="*/ 106499 h 106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75502" h="106498">
                  <a:moveTo>
                    <a:pt x="0" y="0"/>
                  </a:moveTo>
                  <a:lnTo>
                    <a:pt x="12175502" y="0"/>
                  </a:lnTo>
                  <a:lnTo>
                    <a:pt x="12175502" y="106499"/>
                  </a:lnTo>
                  <a:lnTo>
                    <a:pt x="0" y="106499"/>
                  </a:lnTo>
                  <a:close/>
                </a:path>
              </a:pathLst>
            </a:custGeom>
            <a:grpFill/>
            <a:ln w="214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 userDrawn="1"/>
        </p:nvSpPr>
        <p:spPr>
          <a:xfrm>
            <a:off x="5572" y="31425"/>
            <a:ext cx="12175502" cy="6837227"/>
          </a:xfrm>
          <a:custGeom>
            <a:avLst/>
            <a:gdLst>
              <a:gd name="connsiteX0" fmla="*/ 0 w 12175502"/>
              <a:gd name="connsiteY0" fmla="*/ 0 h 6837227"/>
              <a:gd name="connsiteX1" fmla="*/ 12175502 w 12175502"/>
              <a:gd name="connsiteY1" fmla="*/ 0 h 6837227"/>
              <a:gd name="connsiteX2" fmla="*/ 12175502 w 12175502"/>
              <a:gd name="connsiteY2" fmla="*/ 6837227 h 6837227"/>
              <a:gd name="connsiteX3" fmla="*/ 0 w 12175502"/>
              <a:gd name="connsiteY3" fmla="*/ 6837227 h 6837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75502" h="6837227">
                <a:moveTo>
                  <a:pt x="0" y="0"/>
                </a:moveTo>
                <a:lnTo>
                  <a:pt x="12175502" y="0"/>
                </a:lnTo>
                <a:lnTo>
                  <a:pt x="12175502" y="6837227"/>
                </a:lnTo>
                <a:lnTo>
                  <a:pt x="0" y="6837227"/>
                </a:lnTo>
                <a:close/>
              </a:path>
            </a:pathLst>
          </a:custGeom>
          <a:solidFill>
            <a:srgbClr val="F4E6D3">
              <a:alpha val="29000"/>
            </a:srgbClr>
          </a:solidFill>
          <a:ln w="2142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5366"/>
            <a:ext cx="12201524" cy="686336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366"/>
            <a:ext cx="12192000" cy="68687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735" y="0"/>
            <a:ext cx="12192000" cy="68687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295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87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295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28" y="-15875"/>
            <a:ext cx="12201128" cy="68738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111" cy="68687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2950" cy="685800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28675" y="2540001"/>
            <a:ext cx="10515600" cy="113211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295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22400" y="2821838"/>
            <a:ext cx="8340651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422400" y="1905001"/>
            <a:ext cx="8340651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98984" y="6556810"/>
            <a:ext cx="2669952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313811" y="6556810"/>
            <a:ext cx="38608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978603" y="6555112"/>
            <a:ext cx="784448" cy="2286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20040"/>
            <a:ext cx="9656064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469392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571744" y="1600201"/>
            <a:ext cx="469392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幻灯片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-711"/>
            <a:ext cx="12192000" cy="956595"/>
            <a:chOff x="0" y="-711"/>
            <a:chExt cx="12192000" cy="956595"/>
          </a:xfrm>
        </p:grpSpPr>
        <p:sp>
          <p:nvSpPr>
            <p:cNvPr id="3" name="任意多边形: 形状 2"/>
            <p:cNvSpPr/>
            <p:nvPr/>
          </p:nvSpPr>
          <p:spPr>
            <a:xfrm>
              <a:off x="0" y="-1"/>
              <a:ext cx="12192000" cy="955885"/>
            </a:xfrm>
            <a:custGeom>
              <a:avLst/>
              <a:gdLst>
                <a:gd name="connsiteX0" fmla="*/ 1 w 12192000"/>
                <a:gd name="connsiteY0" fmla="*/ 1 h 955885"/>
                <a:gd name="connsiteX1" fmla="*/ 1 w 12192000"/>
                <a:gd name="connsiteY1" fmla="*/ 955884 h 955885"/>
                <a:gd name="connsiteX2" fmla="*/ 1555927 w 12192000"/>
                <a:gd name="connsiteY2" fmla="*/ 955884 h 955885"/>
                <a:gd name="connsiteX3" fmla="*/ 3602179 w 12192000"/>
                <a:gd name="connsiteY3" fmla="*/ 955884 h 955885"/>
                <a:gd name="connsiteX4" fmla="*/ 3888377 w 12192000"/>
                <a:gd name="connsiteY4" fmla="*/ 955884 h 955885"/>
                <a:gd name="connsiteX5" fmla="*/ 5346020 w 12192000"/>
                <a:gd name="connsiteY5" fmla="*/ 955884 h 955885"/>
                <a:gd name="connsiteX6" fmla="*/ 5632222 w 12192000"/>
                <a:gd name="connsiteY6" fmla="*/ 955884 h 955885"/>
                <a:gd name="connsiteX7" fmla="*/ 7678473 w 12192000"/>
                <a:gd name="connsiteY7" fmla="*/ 955884 h 955885"/>
                <a:gd name="connsiteX8" fmla="*/ 9422314 w 12192000"/>
                <a:gd name="connsiteY8" fmla="*/ 955884 h 955885"/>
                <a:gd name="connsiteX9" fmla="*/ 9717304 w 12192000"/>
                <a:gd name="connsiteY9" fmla="*/ 834656 h 955885"/>
                <a:gd name="connsiteX10" fmla="*/ 9836763 w 12192000"/>
                <a:gd name="connsiteY10" fmla="*/ 699461 h 955885"/>
                <a:gd name="connsiteX11" fmla="*/ 10524816 w 12192000"/>
                <a:gd name="connsiteY11" fmla="*/ 13741 h 955885"/>
                <a:gd name="connsiteX12" fmla="*/ 10604500 w 12192000"/>
                <a:gd name="connsiteY12" fmla="*/ 1 h 955885"/>
                <a:gd name="connsiteX13" fmla="*/ 0 w 12192000"/>
                <a:gd name="connsiteY13" fmla="*/ 0 h 955885"/>
                <a:gd name="connsiteX14" fmla="*/ 12192000 w 12192000"/>
                <a:gd name="connsiteY14" fmla="*/ 0 h 955885"/>
                <a:gd name="connsiteX15" fmla="*/ 12192000 w 12192000"/>
                <a:gd name="connsiteY15" fmla="*/ 955885 h 955885"/>
                <a:gd name="connsiteX16" fmla="*/ 0 w 12192000"/>
                <a:gd name="connsiteY16" fmla="*/ 955885 h 955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192000" h="955885">
                  <a:moveTo>
                    <a:pt x="1" y="1"/>
                  </a:moveTo>
                  <a:lnTo>
                    <a:pt x="1" y="955884"/>
                  </a:lnTo>
                  <a:lnTo>
                    <a:pt x="1555927" y="955884"/>
                  </a:lnTo>
                  <a:lnTo>
                    <a:pt x="3602179" y="955884"/>
                  </a:lnTo>
                  <a:lnTo>
                    <a:pt x="3888377" y="955884"/>
                  </a:lnTo>
                  <a:lnTo>
                    <a:pt x="5346020" y="955884"/>
                  </a:lnTo>
                  <a:lnTo>
                    <a:pt x="5632222" y="955884"/>
                  </a:lnTo>
                  <a:lnTo>
                    <a:pt x="7678473" y="955884"/>
                  </a:lnTo>
                  <a:lnTo>
                    <a:pt x="9422314" y="955884"/>
                  </a:lnTo>
                  <a:cubicBezTo>
                    <a:pt x="9531678" y="955884"/>
                    <a:pt x="9637109" y="913096"/>
                    <a:pt x="9717304" y="834656"/>
                  </a:cubicBezTo>
                  <a:cubicBezTo>
                    <a:pt x="9752917" y="799892"/>
                    <a:pt x="9793019" y="755617"/>
                    <a:pt x="9836763" y="699461"/>
                  </a:cubicBezTo>
                  <a:cubicBezTo>
                    <a:pt x="10002112" y="487191"/>
                    <a:pt x="10142819" y="102826"/>
                    <a:pt x="10524816" y="13741"/>
                  </a:cubicBezTo>
                  <a:lnTo>
                    <a:pt x="10604500" y="1"/>
                  </a:ln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955885"/>
                  </a:lnTo>
                  <a:lnTo>
                    <a:pt x="0" y="955885"/>
                  </a:lnTo>
                  <a:close/>
                </a:path>
              </a:pathLst>
            </a:custGeom>
            <a:pattFill prst="wdUpDiag">
              <a:fgClr>
                <a:srgbClr val="77031F"/>
              </a:fgClr>
              <a:bgClr>
                <a:schemeClr val="accent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" name="任意多边形: 形状 3"/>
            <p:cNvSpPr/>
            <p:nvPr/>
          </p:nvSpPr>
          <p:spPr>
            <a:xfrm>
              <a:off x="8621210" y="-3"/>
              <a:ext cx="2162198" cy="955179"/>
            </a:xfrm>
            <a:custGeom>
              <a:avLst/>
              <a:gdLst>
                <a:gd name="connsiteX0" fmla="*/ 0 w 1339938"/>
                <a:gd name="connsiteY0" fmla="*/ 0 h 408295"/>
                <a:gd name="connsiteX1" fmla="*/ 1115538 w 1339938"/>
                <a:gd name="connsiteY1" fmla="*/ 0 h 408295"/>
                <a:gd name="connsiteX2" fmla="*/ 1339938 w 1339938"/>
                <a:gd name="connsiteY2" fmla="*/ 0 h 408295"/>
                <a:gd name="connsiteX3" fmla="*/ 885828 w 1339938"/>
                <a:gd name="connsiteY3" fmla="*/ 298766 h 408295"/>
                <a:gd name="connsiteX4" fmla="*/ 815172 w 1339938"/>
                <a:gd name="connsiteY4" fmla="*/ 356513 h 408295"/>
                <a:gd name="connsiteX5" fmla="*/ 640694 w 1339938"/>
                <a:gd name="connsiteY5" fmla="*/ 408295 h 408295"/>
                <a:gd name="connsiteX6" fmla="*/ 0 w 1339938"/>
                <a:gd name="connsiteY6" fmla="*/ 408295 h 408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39938" h="408295">
                  <a:moveTo>
                    <a:pt x="0" y="0"/>
                  </a:moveTo>
                  <a:lnTo>
                    <a:pt x="1115538" y="0"/>
                  </a:lnTo>
                  <a:lnTo>
                    <a:pt x="1339938" y="0"/>
                  </a:lnTo>
                  <a:cubicBezTo>
                    <a:pt x="1077888" y="21703"/>
                    <a:pt x="990150" y="202054"/>
                    <a:pt x="885828" y="298766"/>
                  </a:cubicBezTo>
                  <a:cubicBezTo>
                    <a:pt x="859954" y="322753"/>
                    <a:pt x="836236" y="341663"/>
                    <a:pt x="815172" y="356513"/>
                  </a:cubicBezTo>
                  <a:cubicBezTo>
                    <a:pt x="767738" y="390019"/>
                    <a:pt x="705378" y="408295"/>
                    <a:pt x="640694" y="408295"/>
                  </a:cubicBezTo>
                  <a:lnTo>
                    <a:pt x="0" y="408295"/>
                  </a:lnTo>
                  <a:close/>
                </a:path>
              </a:pathLst>
            </a:custGeom>
            <a:gradFill flip="none" rotWithShape="1">
              <a:gsLst>
                <a:gs pos="52000">
                  <a:schemeClr val="accent2"/>
                </a:gs>
                <a:gs pos="71000">
                  <a:schemeClr val="accent3"/>
                </a:gs>
              </a:gsLst>
              <a:lin ang="2700000" scaled="1"/>
              <a:tileRect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5" name="任意多边形: 形状 4"/>
            <p:cNvSpPr/>
            <p:nvPr/>
          </p:nvSpPr>
          <p:spPr>
            <a:xfrm>
              <a:off x="8442303" y="-3"/>
              <a:ext cx="2162198" cy="955179"/>
            </a:xfrm>
            <a:custGeom>
              <a:avLst/>
              <a:gdLst>
                <a:gd name="connsiteX0" fmla="*/ 0 w 1339938"/>
                <a:gd name="connsiteY0" fmla="*/ 0 h 408295"/>
                <a:gd name="connsiteX1" fmla="*/ 1115538 w 1339938"/>
                <a:gd name="connsiteY1" fmla="*/ 0 h 408295"/>
                <a:gd name="connsiteX2" fmla="*/ 1339938 w 1339938"/>
                <a:gd name="connsiteY2" fmla="*/ 0 h 408295"/>
                <a:gd name="connsiteX3" fmla="*/ 885828 w 1339938"/>
                <a:gd name="connsiteY3" fmla="*/ 298766 h 408295"/>
                <a:gd name="connsiteX4" fmla="*/ 815172 w 1339938"/>
                <a:gd name="connsiteY4" fmla="*/ 356513 h 408295"/>
                <a:gd name="connsiteX5" fmla="*/ 640694 w 1339938"/>
                <a:gd name="connsiteY5" fmla="*/ 408295 h 408295"/>
                <a:gd name="connsiteX6" fmla="*/ 0 w 1339938"/>
                <a:gd name="connsiteY6" fmla="*/ 408295 h 408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39938" h="408295">
                  <a:moveTo>
                    <a:pt x="0" y="0"/>
                  </a:moveTo>
                  <a:lnTo>
                    <a:pt x="1115538" y="0"/>
                  </a:lnTo>
                  <a:lnTo>
                    <a:pt x="1339938" y="0"/>
                  </a:lnTo>
                  <a:cubicBezTo>
                    <a:pt x="1077888" y="21703"/>
                    <a:pt x="990150" y="202054"/>
                    <a:pt x="885828" y="298766"/>
                  </a:cubicBezTo>
                  <a:cubicBezTo>
                    <a:pt x="859954" y="322753"/>
                    <a:pt x="836236" y="341663"/>
                    <a:pt x="815172" y="356513"/>
                  </a:cubicBezTo>
                  <a:cubicBezTo>
                    <a:pt x="767738" y="390019"/>
                    <a:pt x="705378" y="408295"/>
                    <a:pt x="640694" y="408295"/>
                  </a:cubicBezTo>
                  <a:lnTo>
                    <a:pt x="0" y="408295"/>
                  </a:lnTo>
                  <a:close/>
                </a:path>
              </a:pathLst>
            </a:custGeom>
            <a:gradFill flip="none" rotWithShape="1">
              <a:gsLst>
                <a:gs pos="52000">
                  <a:schemeClr val="accent2"/>
                </a:gs>
                <a:gs pos="71000">
                  <a:schemeClr val="accent3"/>
                </a:gs>
              </a:gsLst>
              <a:lin ang="2700000" scaled="1"/>
              <a:tileRect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9441737" y="-711"/>
              <a:ext cx="1233114" cy="955179"/>
            </a:xfrm>
            <a:custGeom>
              <a:avLst/>
              <a:gdLst>
                <a:gd name="connsiteX0" fmla="*/ 1128339 w 1233114"/>
                <a:gd name="connsiteY0" fmla="*/ 0 h 955179"/>
                <a:gd name="connsiteX1" fmla="*/ 1233114 w 1233114"/>
                <a:gd name="connsiteY1" fmla="*/ 0 h 955179"/>
                <a:gd name="connsiteX2" fmla="*/ 500337 w 1233114"/>
                <a:gd name="connsiteY2" fmla="*/ 698943 h 955179"/>
                <a:gd name="connsiteX3" fmla="*/ 386323 w 1233114"/>
                <a:gd name="connsiteY3" fmla="*/ 834039 h 955179"/>
                <a:gd name="connsiteX4" fmla="*/ 104775 w 1233114"/>
                <a:gd name="connsiteY4" fmla="*/ 955179 h 955179"/>
                <a:gd name="connsiteX5" fmla="*/ 0 w 1233114"/>
                <a:gd name="connsiteY5" fmla="*/ 955179 h 955179"/>
                <a:gd name="connsiteX6" fmla="*/ 281548 w 1233114"/>
                <a:gd name="connsiteY6" fmla="*/ 834039 h 955179"/>
                <a:gd name="connsiteX7" fmla="*/ 395562 w 1233114"/>
                <a:gd name="connsiteY7" fmla="*/ 698943 h 955179"/>
                <a:gd name="connsiteX8" fmla="*/ 1128339 w 1233114"/>
                <a:gd name="connsiteY8" fmla="*/ 0 h 955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33114" h="955179">
                  <a:moveTo>
                    <a:pt x="1128339" y="0"/>
                  </a:moveTo>
                  <a:lnTo>
                    <a:pt x="1233114" y="0"/>
                  </a:lnTo>
                  <a:cubicBezTo>
                    <a:pt x="810256" y="50773"/>
                    <a:pt x="668677" y="472692"/>
                    <a:pt x="500337" y="698943"/>
                  </a:cubicBezTo>
                  <a:cubicBezTo>
                    <a:pt x="458585" y="755059"/>
                    <a:pt x="420313" y="799298"/>
                    <a:pt x="386323" y="834039"/>
                  </a:cubicBezTo>
                  <a:cubicBezTo>
                    <a:pt x="309780" y="912424"/>
                    <a:pt x="209153" y="955179"/>
                    <a:pt x="104775" y="955179"/>
                  </a:cubicBezTo>
                  <a:lnTo>
                    <a:pt x="0" y="955179"/>
                  </a:lnTo>
                  <a:cubicBezTo>
                    <a:pt x="104378" y="955179"/>
                    <a:pt x="205006" y="912424"/>
                    <a:pt x="281548" y="834039"/>
                  </a:cubicBezTo>
                  <a:cubicBezTo>
                    <a:pt x="315538" y="799298"/>
                    <a:pt x="353810" y="755059"/>
                    <a:pt x="395562" y="698943"/>
                  </a:cubicBezTo>
                  <a:cubicBezTo>
                    <a:pt x="563902" y="472692"/>
                    <a:pt x="705481" y="50773"/>
                    <a:pt x="1128339" y="0"/>
                  </a:cubicBezTo>
                  <a:close/>
                </a:path>
              </a:pathLst>
            </a:custGeom>
            <a:gradFill flip="none" rotWithShape="1">
              <a:gsLst>
                <a:gs pos="24000">
                  <a:schemeClr val="accent4">
                    <a:lumMod val="60000"/>
                    <a:lumOff val="40000"/>
                  </a:schemeClr>
                </a:gs>
                <a:gs pos="65000">
                  <a:schemeClr val="accent4">
                    <a:lumMod val="75000"/>
                  </a:schemeClr>
                </a:gs>
              </a:gsLst>
              <a:lin ang="2700000" scaled="1"/>
              <a:tileRect/>
            </a:gradFill>
            <a:ln w="1270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7" name="任意多边形: 形状 6"/>
            <p:cNvSpPr/>
            <p:nvPr/>
          </p:nvSpPr>
          <p:spPr>
            <a:xfrm>
              <a:off x="2" y="0"/>
              <a:ext cx="10604499" cy="955883"/>
            </a:xfrm>
            <a:custGeom>
              <a:avLst/>
              <a:gdLst>
                <a:gd name="connsiteX0" fmla="*/ 0 w 10604499"/>
                <a:gd name="connsiteY0" fmla="*/ 0 h 955883"/>
                <a:gd name="connsiteX1" fmla="*/ 10604499 w 10604499"/>
                <a:gd name="connsiteY1" fmla="*/ 0 h 955883"/>
                <a:gd name="connsiteX2" fmla="*/ 10524815 w 10604499"/>
                <a:gd name="connsiteY2" fmla="*/ 13740 h 955883"/>
                <a:gd name="connsiteX3" fmla="*/ 9836762 w 10604499"/>
                <a:gd name="connsiteY3" fmla="*/ 699460 h 955883"/>
                <a:gd name="connsiteX4" fmla="*/ 9717303 w 10604499"/>
                <a:gd name="connsiteY4" fmla="*/ 834655 h 955883"/>
                <a:gd name="connsiteX5" fmla="*/ 9422313 w 10604499"/>
                <a:gd name="connsiteY5" fmla="*/ 955883 h 955883"/>
                <a:gd name="connsiteX6" fmla="*/ 7678472 w 10604499"/>
                <a:gd name="connsiteY6" fmla="*/ 955883 h 955883"/>
                <a:gd name="connsiteX7" fmla="*/ 5632221 w 10604499"/>
                <a:gd name="connsiteY7" fmla="*/ 955883 h 955883"/>
                <a:gd name="connsiteX8" fmla="*/ 5346019 w 10604499"/>
                <a:gd name="connsiteY8" fmla="*/ 955883 h 955883"/>
                <a:gd name="connsiteX9" fmla="*/ 3888376 w 10604499"/>
                <a:gd name="connsiteY9" fmla="*/ 955883 h 955883"/>
                <a:gd name="connsiteX10" fmla="*/ 3602178 w 10604499"/>
                <a:gd name="connsiteY10" fmla="*/ 955883 h 955883"/>
                <a:gd name="connsiteX11" fmla="*/ 1555926 w 10604499"/>
                <a:gd name="connsiteY11" fmla="*/ 955883 h 955883"/>
                <a:gd name="connsiteX12" fmla="*/ 0 w 10604499"/>
                <a:gd name="connsiteY12" fmla="*/ 955883 h 95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604499" h="955883">
                  <a:moveTo>
                    <a:pt x="0" y="0"/>
                  </a:moveTo>
                  <a:lnTo>
                    <a:pt x="10604499" y="0"/>
                  </a:lnTo>
                  <a:lnTo>
                    <a:pt x="10524815" y="13740"/>
                  </a:lnTo>
                  <a:cubicBezTo>
                    <a:pt x="10142818" y="102825"/>
                    <a:pt x="10002111" y="487190"/>
                    <a:pt x="9836762" y="699460"/>
                  </a:cubicBezTo>
                  <a:cubicBezTo>
                    <a:pt x="9793018" y="755616"/>
                    <a:pt x="9752916" y="799891"/>
                    <a:pt x="9717303" y="834655"/>
                  </a:cubicBezTo>
                  <a:cubicBezTo>
                    <a:pt x="9637108" y="913095"/>
                    <a:pt x="9531677" y="955883"/>
                    <a:pt x="9422313" y="955883"/>
                  </a:cubicBezTo>
                  <a:lnTo>
                    <a:pt x="7678472" y="955883"/>
                  </a:lnTo>
                  <a:lnTo>
                    <a:pt x="5632221" y="955883"/>
                  </a:lnTo>
                  <a:lnTo>
                    <a:pt x="5346019" y="955883"/>
                  </a:lnTo>
                  <a:lnTo>
                    <a:pt x="3888376" y="955883"/>
                  </a:lnTo>
                  <a:lnTo>
                    <a:pt x="3602178" y="955883"/>
                  </a:lnTo>
                  <a:lnTo>
                    <a:pt x="1555926" y="955883"/>
                  </a:lnTo>
                  <a:lnTo>
                    <a:pt x="0" y="955883"/>
                  </a:lnTo>
                  <a:close/>
                </a:path>
              </a:pathLst>
            </a:custGeom>
            <a:solidFill>
              <a:srgbClr val="E4D3BA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 descr="徽标&#10;&#10;低可信度描述已自动生成"/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96525" y="345291"/>
              <a:ext cx="1729988" cy="343684"/>
            </a:xfrm>
            <a:prstGeom prst="rect">
              <a:avLst/>
            </a:prstGeom>
          </p:spPr>
        </p:pic>
      </p:grpSp>
      <p:sp>
        <p:nvSpPr>
          <p:cNvPr id="11" name="文本占位符 10"/>
          <p:cNvSpPr>
            <a:spLocks noGrp="1"/>
          </p:cNvSpPr>
          <p:nvPr>
            <p:ph type="body" sz="quarter" idx="10"/>
          </p:nvPr>
        </p:nvSpPr>
        <p:spPr>
          <a:xfrm>
            <a:off x="330836" y="193967"/>
            <a:ext cx="9736138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zh-CN" altLang="en-US" sz="3600" spc="-150" smtClean="0">
                <a:solidFill>
                  <a:schemeClr val="accent1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defRPr>
            </a:lvl1pPr>
            <a:lvl2pPr marL="228600" indent="0">
              <a:buNone/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1"/>
          </p:nvPr>
        </p:nvSpPr>
        <p:spPr>
          <a:xfrm>
            <a:off x="444499" y="1262063"/>
            <a:ext cx="11312071" cy="525064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6" Type="http://schemas.openxmlformats.org/officeDocument/2006/relationships/theme" Target="../theme/theme2.xml"/><Relationship Id="rId25" Type="http://schemas.openxmlformats.org/officeDocument/2006/relationships/image" Target="../media/image21.png"/><Relationship Id="rId24" Type="http://schemas.openxmlformats.org/officeDocument/2006/relationships/image" Target="../media/image20.png"/><Relationship Id="rId23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8D3E0E-A955-4AE7-AD5C-C6F9BBBA487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D9E86-12DA-4341-AAEF-31EC11C0E48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10"/>
          <p:cNvPicPr>
            <a:picLocks noChangeArrowheads="1"/>
          </p:cNvPicPr>
          <p:nvPr userDrawn="1"/>
        </p:nvPicPr>
        <p:blipFill>
          <a:blip r:embed="rId24" cstate="screen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 rot="4320000" flipH="1">
            <a:off x="141427" y="3074694"/>
            <a:ext cx="3055781" cy="48838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1510"/>
          <p:cNvPicPr>
            <a:picLocks noChangeArrowheads="1"/>
          </p:cNvPicPr>
          <p:nvPr userDrawn="1"/>
        </p:nvPicPr>
        <p:blipFill>
          <a:blip r:embed="rId25" cstate="screen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 rot="16200000" flipH="1">
            <a:off x="8167793" y="-935425"/>
            <a:ext cx="3703224" cy="5140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23.jpeg"/><Relationship Id="rId1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27.svg"/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png"/><Relationship Id="rId8" Type="http://schemas.openxmlformats.org/officeDocument/2006/relationships/image" Target="../media/image34.svg"/><Relationship Id="rId7" Type="http://schemas.openxmlformats.org/officeDocument/2006/relationships/image" Target="../media/image33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Relationship Id="rId3" Type="http://schemas.openxmlformats.org/officeDocument/2006/relationships/image" Target="../media/image29.png"/><Relationship Id="rId2" Type="http://schemas.openxmlformats.org/officeDocument/2006/relationships/image" Target="../media/image25.svg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4.xml"/><Relationship Id="rId10" Type="http://schemas.openxmlformats.org/officeDocument/2006/relationships/image" Target="../media/image36.png"/><Relationship Id="rId1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svg"/><Relationship Id="rId8" Type="http://schemas.openxmlformats.org/officeDocument/2006/relationships/image" Target="../media/image43.png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14.xml"/><Relationship Id="rId13" Type="http://schemas.openxmlformats.org/officeDocument/2006/relationships/image" Target="../media/image48.svg"/><Relationship Id="rId12" Type="http://schemas.openxmlformats.org/officeDocument/2006/relationships/image" Target="../media/image47.png"/><Relationship Id="rId11" Type="http://schemas.openxmlformats.org/officeDocument/2006/relationships/image" Target="../media/image46.svg"/><Relationship Id="rId10" Type="http://schemas.openxmlformats.org/officeDocument/2006/relationships/image" Target="../media/image45.png"/><Relationship Id="rId1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4.xml"/><Relationship Id="rId7" Type="http://schemas.openxmlformats.org/officeDocument/2006/relationships/image" Target="../media/image51.png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5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5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8" Type="http://schemas.openxmlformats.org/officeDocument/2006/relationships/notesSlide" Target="../notesSlides/notesSlide6.xml"/><Relationship Id="rId17" Type="http://schemas.openxmlformats.org/officeDocument/2006/relationships/slideLayout" Target="../slideLayouts/slideLayout14.xml"/><Relationship Id="rId16" Type="http://schemas.openxmlformats.org/officeDocument/2006/relationships/tags" Target="../tags/tag27.xml"/><Relationship Id="rId15" Type="http://schemas.openxmlformats.org/officeDocument/2006/relationships/tags" Target="../tags/tag26.xml"/><Relationship Id="rId14" Type="http://schemas.openxmlformats.org/officeDocument/2006/relationships/tags" Target="../tags/tag25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5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5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kumimoji="0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824865" y="2707005"/>
            <a:ext cx="10667365" cy="1325880"/>
          </a:xfrm>
        </p:spPr>
        <p:txBody>
          <a:bodyPr/>
          <a:lstStyle/>
          <a:p>
            <a:pPr algn="ctr"/>
            <a:r>
              <a:rPr lang="zh-CN" altLang="en-US" sz="4800" dirty="0">
                <a:latin typeface="楷体" panose="02010609060101010101" charset="-122"/>
                <a:ea typeface="楷体" panose="02010609060101010101" charset="-122"/>
              </a:rPr>
              <a:t>清鉴</a:t>
            </a:r>
            <a:r>
              <a:rPr lang="en-US" altLang="zh-CN" sz="4800" dirty="0">
                <a:latin typeface="楷体" panose="02010609060101010101" charset="-122"/>
                <a:ea typeface="楷体" panose="02010609060101010101" charset="-122"/>
              </a:rPr>
              <a:t>：</a:t>
            </a:r>
            <a:r>
              <a:rPr lang="zh-CN" altLang="en-US" sz="4800" dirty="0">
                <a:latin typeface="楷体" panose="02010609060101010101" charset="-122"/>
                <a:ea typeface="楷体" panose="02010609060101010101" charset="-122"/>
              </a:rPr>
              <a:t>面向清史研究的自主考据智能体</a:t>
            </a:r>
            <a:endParaRPr lang="zh-CN" altLang="en-US" sz="4800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90460" y="4570095"/>
            <a:ext cx="307784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林江锋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</a:rPr>
              <a:t> 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周逸静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</a:rPr>
              <a:t> 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陈嘉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铭</a:t>
            </a:r>
            <a:endParaRPr lang="zh-CN" altLang="en-US" sz="2000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406900" y="3691890"/>
            <a:ext cx="74117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spc="-150" dirty="0" smtClean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——基于 Search-o1 启发式推理与三位一体史料库的构建</a:t>
            </a:r>
            <a:endParaRPr lang="zh-CN" altLang="en-US" sz="2400" spc="-150" dirty="0" smtClean="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92760" y="1529080"/>
            <a:ext cx="5792470" cy="5328920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zh-CN" altLang="en-US" sz="2000" b="1" dirty="0">
                <a:latin typeface="楷体" panose="02010609060101010101" charset="-122"/>
                <a:ea typeface="楷体" panose="02010609060101010101" charset="-122"/>
              </a:rPr>
              <a:t>现状：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清史研究已进入大数据时代，《清实录》、数百万件奏折及各类辞典已完成初步数字化。</a:t>
            </a:r>
            <a:endParaRPr lang="zh-CN" altLang="en-US" sz="2000" dirty="0">
              <a:latin typeface="楷体" panose="02010609060101010101" charset="-122"/>
              <a:ea typeface="楷体" panose="02010609060101010101" charset="-122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endParaRPr lang="zh-CN" altLang="en-US" sz="2000" dirty="0">
              <a:latin typeface="楷体" panose="02010609060101010101" charset="-122"/>
              <a:ea typeface="楷体" panose="02010609060101010101" charset="-122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endParaRPr lang="zh-CN" altLang="en-US" sz="2000" dirty="0">
              <a:latin typeface="楷体" panose="02010609060101010101" charset="-122"/>
              <a:ea typeface="楷体" panose="02010609060101010101" charset="-122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然而，尽管现有数字化手段已显著提升史料获取效率，但在深层语义理解、跨史料关联和高质量证据筛选方面，仍存在一定改进空间。</a:t>
            </a:r>
            <a:endParaRPr lang="zh-CN" altLang="en-US" sz="2000" dirty="0">
              <a:latin typeface="楷体" panose="02010609060101010101" charset="-122"/>
              <a:ea typeface="楷体" panose="02010609060101010101" charset="-122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endParaRPr lang="zh-CN" altLang="en-US" sz="2000" dirty="0">
              <a:highlight>
                <a:srgbClr val="FFFF00"/>
              </a:highlight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kumimoji="0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背景介绍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9171940" y="26955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图</a:t>
            </a:r>
            <a:endParaRPr lang="zh-CN" altLang="en-US"/>
          </a:p>
        </p:txBody>
      </p:sp>
      <p:pic>
        <p:nvPicPr>
          <p:cNvPr id="6" name="图片 5" descr="截屏2026-03-30 16.43.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6130" y="888365"/>
            <a:ext cx="3899535" cy="2706370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2"/>
          <a:stretch>
            <a:fillRect/>
          </a:stretch>
        </p:blipFill>
        <p:spPr>
          <a:xfrm>
            <a:off x="7136130" y="3901440"/>
            <a:ext cx="3899535" cy="25584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kumimoji="0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背景介绍</a:t>
            </a:r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6684332" y="1571200"/>
            <a:ext cx="3960447" cy="3513633"/>
            <a:chOff x="874713" y="3183066"/>
            <a:chExt cx="2844436" cy="2608134"/>
          </a:xfrm>
        </p:grpSpPr>
        <p:sp>
          <p:nvSpPr>
            <p:cNvPr id="7" name="圆角矩形 24"/>
            <p:cNvSpPr/>
            <p:nvPr/>
          </p:nvSpPr>
          <p:spPr>
            <a:xfrm>
              <a:off x="874713" y="3183066"/>
              <a:ext cx="2844436" cy="2608134"/>
            </a:xfrm>
            <a:prstGeom prst="roundRect">
              <a:avLst>
                <a:gd name="adj" fmla="val 9770"/>
              </a:avLst>
            </a:prstGeom>
            <a:solidFill>
              <a:srgbClr val="AE0B2A"/>
            </a:solidFill>
            <a:ln>
              <a:noFill/>
            </a:ln>
            <a:effectLst>
              <a:outerShdw blurRad="457200" sx="108000" sy="108000" algn="ctr" rotWithShape="0">
                <a:prstClr val="black">
                  <a:alpha val="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924323" y="3656562"/>
              <a:ext cx="2735927" cy="2055642"/>
              <a:chOff x="2774793" y="4221977"/>
              <a:chExt cx="3004223" cy="2055642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2951136" y="4221977"/>
                <a:ext cx="2661736" cy="3761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b="1" i="0" u="none" strike="noStrike" kern="0" cap="none" spc="0" normalizeH="0" baseline="0" noProof="0" dirty="0">
                    <a:ln w="3175"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楷体" panose="02010609060101010101" charset="-122"/>
                    <a:ea typeface="楷体" panose="02010609060101010101" charset="-122"/>
                  </a:rPr>
                  <a:t>面向清史研究的智能体构建</a:t>
                </a:r>
                <a:endParaRPr kumimoji="0" lang="zh-CN" altLang="en-US" b="1" i="0" u="none" strike="noStrike" kern="0" cap="none" spc="0" normalizeH="0" baseline="0" noProof="0" dirty="0">
                  <a:ln w="3175"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楷体" panose="02010609060101010101" charset="-122"/>
                  <a:ea typeface="楷体" panose="02010609060101010101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2774793" y="4530781"/>
                <a:ext cx="3004223" cy="17468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704020202020204" pitchFamily="34" charset="0"/>
                  <a:buChar char="•"/>
                </a:pPr>
                <a:r>
                  <a:rPr kumimoji="1" lang="zh-CN" altLang="en-US" sz="1400" b="1" dirty="0">
                    <a:solidFill>
                      <a:schemeClr val="bg1"/>
                    </a:solidFill>
                    <a:latin typeface="楷体" panose="02010609060101010101" charset="-122"/>
                    <a:ea typeface="楷体" panose="02010609060101010101" charset="-122"/>
                    <a:cs typeface="Arial" panose="020B0704020202020204" pitchFamily="34" charset="0"/>
                  </a:rPr>
                  <a:t>建设目标：</a:t>
                </a:r>
                <a:r>
                  <a:rPr kumimoji="1" lang="zh-CN" altLang="en-US" sz="1400" dirty="0">
                    <a:solidFill>
                      <a:schemeClr val="bg1"/>
                    </a:solidFill>
                    <a:latin typeface="楷体" panose="02010609060101010101" charset="-122"/>
                    <a:ea typeface="楷体" panose="02010609060101010101" charset="-122"/>
                    <a:cs typeface="Arial" panose="020B0704020202020204" pitchFamily="34" charset="0"/>
                  </a:rPr>
                  <a:t>构建兼具术语解释、史料检索、跨文类关联与证据化回答能力的研究型智能体系统。</a:t>
                </a:r>
                <a:r>
                  <a:rPr kumimoji="1" lang="zh-CN" altLang="en-US" sz="1400" dirty="0">
                    <a:solidFill>
                      <a:schemeClr val="bg1"/>
                    </a:solidFill>
                    <a:latin typeface="楷体" panose="02010609060101010101" charset="-122"/>
                    <a:ea typeface="楷体" panose="02010609060101010101" charset="-122"/>
                    <a:cs typeface="Arial" panose="020B0704020202020204" pitchFamily="34" charset="0"/>
                  </a:rPr>
                  <a:t>完成历史实体规范化、时间推理、证据链组织。</a:t>
                </a:r>
                <a:endParaRPr kumimoji="1" lang="zh-CN" altLang="en-US" sz="1400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Arial" panose="020B07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704020202020204" pitchFamily="34" charset="0"/>
                  <a:buChar char="•"/>
                </a:pPr>
                <a:r>
                  <a:rPr kumimoji="1" lang="zh-CN" altLang="en-US" sz="1400" b="1" dirty="0">
                    <a:solidFill>
                      <a:schemeClr val="bg1"/>
                    </a:solidFill>
                    <a:latin typeface="楷体" panose="02010609060101010101" charset="-122"/>
                    <a:ea typeface="楷体" panose="02010609060101010101" charset="-122"/>
                    <a:cs typeface="Arial" panose="020B0704020202020204" pitchFamily="34" charset="0"/>
                  </a:rPr>
                  <a:t>具体路径：</a:t>
                </a:r>
                <a:r>
                  <a:rPr kumimoji="1" lang="zh-CN" altLang="en-US" sz="1400" dirty="0">
                    <a:solidFill>
                      <a:schemeClr val="bg1"/>
                    </a:solidFill>
                    <a:latin typeface="楷体" panose="02010609060101010101" charset="-122"/>
                    <a:ea typeface="楷体" panose="02010609060101010101" charset="-122"/>
                    <a:cs typeface="Arial" panose="020B0704020202020204" pitchFamily="34" charset="0"/>
                  </a:rPr>
                  <a:t>通过</a:t>
                </a:r>
                <a:r>
                  <a:rPr kumimoji="1" lang="en-US" altLang="zh-CN" sz="1400" dirty="0">
                    <a:solidFill>
                      <a:schemeClr val="bg1"/>
                    </a:solidFill>
                    <a:latin typeface="楷体" panose="02010609060101010101" charset="-122"/>
                    <a:ea typeface="楷体" panose="02010609060101010101" charset="-122"/>
                    <a:cs typeface="Arial" panose="020B0704020202020204" pitchFamily="34" charset="0"/>
                  </a:rPr>
                  <a:t>Search-o1</a:t>
                </a:r>
                <a:r>
                  <a:rPr kumimoji="1" lang="zh-CN" altLang="en-US" sz="1400" dirty="0">
                    <a:solidFill>
                      <a:schemeClr val="bg1"/>
                    </a:solidFill>
                    <a:latin typeface="楷体" panose="02010609060101010101" charset="-122"/>
                    <a:ea typeface="楷体" panose="02010609060101010101" charset="-122"/>
                    <a:cs typeface="Arial" panose="020B0704020202020204" pitchFamily="34" charset="0"/>
                  </a:rPr>
                  <a:t>的启发式架构，将</a:t>
                </a:r>
                <a:r>
                  <a:rPr kumimoji="1" lang="en-US" altLang="zh-CN" sz="1400" dirty="0">
                    <a:solidFill>
                      <a:schemeClr val="bg1"/>
                    </a:solidFill>
                    <a:latin typeface="楷体" panose="02010609060101010101" charset="-122"/>
                    <a:ea typeface="楷体" panose="02010609060101010101" charset="-122"/>
                    <a:cs typeface="Arial" panose="020B0704020202020204" pitchFamily="34" charset="0"/>
                  </a:rPr>
                  <a:t>“</a:t>
                </a:r>
                <a:r>
                  <a:rPr kumimoji="1" lang="zh-CN" altLang="en-US" sz="1400" dirty="0">
                    <a:solidFill>
                      <a:schemeClr val="bg1"/>
                    </a:solidFill>
                    <a:latin typeface="楷体" panose="02010609060101010101" charset="-122"/>
                    <a:ea typeface="楷体" panose="02010609060101010101" charset="-122"/>
                    <a:cs typeface="Arial" panose="020B0704020202020204" pitchFamily="34" charset="0"/>
                  </a:rPr>
                  <a:t>被动检索</a:t>
                </a:r>
                <a:r>
                  <a:rPr kumimoji="1" lang="en-US" altLang="zh-CN" sz="1400" dirty="0">
                    <a:solidFill>
                      <a:schemeClr val="bg1"/>
                    </a:solidFill>
                    <a:latin typeface="楷体" panose="02010609060101010101" charset="-122"/>
                    <a:ea typeface="楷体" panose="02010609060101010101" charset="-122"/>
                    <a:cs typeface="Arial" panose="020B0704020202020204" pitchFamily="34" charset="0"/>
                  </a:rPr>
                  <a:t>”</a:t>
                </a:r>
                <a:r>
                  <a:rPr kumimoji="1" lang="zh-CN" altLang="en-US" sz="1400" dirty="0">
                    <a:solidFill>
                      <a:schemeClr val="bg1"/>
                    </a:solidFill>
                    <a:latin typeface="楷体" panose="02010609060101010101" charset="-122"/>
                    <a:ea typeface="楷体" panose="02010609060101010101" charset="-122"/>
                    <a:cs typeface="Arial" panose="020B0704020202020204" pitchFamily="34" charset="0"/>
                  </a:rPr>
                  <a:t>提升为</a:t>
                </a:r>
                <a:r>
                  <a:rPr kumimoji="1" lang="en-US" altLang="zh-CN" sz="1400" dirty="0">
                    <a:solidFill>
                      <a:schemeClr val="bg1"/>
                    </a:solidFill>
                    <a:latin typeface="楷体" panose="02010609060101010101" charset="-122"/>
                    <a:ea typeface="楷体" panose="02010609060101010101" charset="-122"/>
                    <a:cs typeface="Arial" panose="020B0704020202020204" pitchFamily="34" charset="0"/>
                  </a:rPr>
                  <a:t>“</a:t>
                </a:r>
                <a:r>
                  <a:rPr kumimoji="1" lang="zh-CN" altLang="en-US" sz="1400" dirty="0">
                    <a:solidFill>
                      <a:schemeClr val="bg1"/>
                    </a:solidFill>
                    <a:latin typeface="楷体" panose="02010609060101010101" charset="-122"/>
                    <a:ea typeface="楷体" panose="02010609060101010101" charset="-122"/>
                    <a:cs typeface="Arial" panose="020B0704020202020204" pitchFamily="34" charset="0"/>
                  </a:rPr>
                  <a:t>主动追问</a:t>
                </a:r>
                <a:r>
                  <a:rPr kumimoji="1" lang="en-US" altLang="zh-CN" sz="1400" dirty="0">
                    <a:solidFill>
                      <a:schemeClr val="bg1"/>
                    </a:solidFill>
                    <a:latin typeface="楷体" panose="02010609060101010101" charset="-122"/>
                    <a:ea typeface="楷体" panose="02010609060101010101" charset="-122"/>
                    <a:cs typeface="Arial" panose="020B0704020202020204" pitchFamily="34" charset="0"/>
                  </a:rPr>
                  <a:t>”</a:t>
                </a:r>
                <a:r>
                  <a:rPr kumimoji="1" lang="zh-CN" altLang="en-US" sz="1400" dirty="0">
                    <a:solidFill>
                      <a:schemeClr val="bg1"/>
                    </a:solidFill>
                    <a:latin typeface="楷体" panose="02010609060101010101" charset="-122"/>
                    <a:ea typeface="楷体" panose="02010609060101010101" charset="-122"/>
                    <a:cs typeface="Arial" panose="020B0704020202020204" pitchFamily="34" charset="0"/>
                  </a:rPr>
                  <a:t>，实现从孤立片段到完整证据链的重构。</a:t>
                </a:r>
                <a:endParaRPr kumimoji="1" lang="zh-CN" altLang="en-US" sz="1400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Arial" panose="020B0704020202020204" pitchFamily="34" charset="0"/>
                </a:endParaRPr>
              </a:p>
            </p:txBody>
          </p:sp>
        </p:grpSp>
        <p:pic>
          <p:nvPicPr>
            <p:cNvPr id="9" name="图形 8" descr="展台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994629" y="3317066"/>
              <a:ext cx="604604" cy="457196"/>
            </a:xfrm>
            <a:prstGeom prst="rect">
              <a:avLst/>
            </a:prstGeom>
          </p:spPr>
        </p:pic>
      </p:grpSp>
      <p:grpSp>
        <p:nvGrpSpPr>
          <p:cNvPr id="12" name="组合 11"/>
          <p:cNvGrpSpPr/>
          <p:nvPr/>
        </p:nvGrpSpPr>
        <p:grpSpPr>
          <a:xfrm>
            <a:off x="1293495" y="1570990"/>
            <a:ext cx="3960495" cy="3616960"/>
            <a:chOff x="4708013" y="3185537"/>
            <a:chExt cx="2909796" cy="2608134"/>
          </a:xfrm>
        </p:grpSpPr>
        <p:sp>
          <p:nvSpPr>
            <p:cNvPr id="13" name="圆角矩形 39"/>
            <p:cNvSpPr/>
            <p:nvPr/>
          </p:nvSpPr>
          <p:spPr>
            <a:xfrm>
              <a:off x="4708013" y="3185537"/>
              <a:ext cx="2909796" cy="2608134"/>
            </a:xfrm>
            <a:prstGeom prst="roundRect">
              <a:avLst>
                <a:gd name="adj" fmla="val 9770"/>
              </a:avLst>
            </a:prstGeom>
            <a:solidFill>
              <a:schemeClr val="bg1"/>
            </a:solidFill>
            <a:ln>
              <a:noFill/>
            </a:ln>
            <a:effectLst>
              <a:outerShdw blurRad="457200" sx="108000" sy="108000" algn="ctr" rotWithShape="0">
                <a:prstClr val="black">
                  <a:alpha val="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4812870" y="3659294"/>
              <a:ext cx="2654122" cy="1869390"/>
              <a:chOff x="2799573" y="4222238"/>
              <a:chExt cx="2914396" cy="1869390"/>
            </a:xfrm>
          </p:grpSpPr>
          <p:sp>
            <p:nvSpPr>
              <p:cNvPr id="16" name="矩形 15"/>
              <p:cNvSpPr/>
              <p:nvPr/>
            </p:nvSpPr>
            <p:spPr>
              <a:xfrm>
                <a:off x="2973776" y="4222238"/>
                <a:ext cx="2661736" cy="3653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b="1" kern="0" dirty="0">
                    <a:ln w="3175">
                      <a:noFill/>
                    </a:ln>
                    <a:latin typeface="楷体" panose="02010609060101010101" charset="-122"/>
                    <a:ea typeface="楷体" panose="02010609060101010101" charset="-122"/>
                    <a:sym typeface="+mn-ea"/>
                  </a:rPr>
                  <a:t>为什么普通 RAG 不行？</a:t>
                </a:r>
                <a:endParaRPr lang="en-US" altLang="zh-CN" b="1" kern="0" dirty="0">
                  <a:ln w="127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2799573" y="4544644"/>
                <a:ext cx="2914396" cy="154698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285750" indent="-285750"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704020202020204" pitchFamily="34" charset="0"/>
                  <a:buChar char="•"/>
                  <a:defRPr/>
                </a:pPr>
                <a:r>
                  <a:rPr kumimoji="0" lang="en-US" altLang="zh-CN" sz="1400" b="1" i="0" u="none" strike="noStrike" kern="0" cap="none" spc="0" normalizeH="0" baseline="0" dirty="0">
                    <a:ln w="3175">
                      <a:noFill/>
                    </a:ln>
                    <a:solidFill>
                      <a:schemeClr val="tx1"/>
                    </a:solidFill>
                    <a:latin typeface="楷体" panose="02010609060101010101" charset="-122"/>
                    <a:ea typeface="楷体" panose="02010609060101010101" charset="-122"/>
                    <a:cs typeface="+mn-cs"/>
                  </a:rPr>
                  <a:t>语义断层：</a:t>
                </a:r>
                <a:r>
                  <a:rPr kumimoji="0" lang="en-US" altLang="zh-CN" sz="1400" b="0" i="0" u="none" strike="noStrike" kern="0" cap="none" spc="0" normalizeH="0" baseline="0" dirty="0">
                    <a:ln w="3175">
                      <a:noFill/>
                    </a:ln>
                    <a:solidFill>
                      <a:schemeClr val="tx1"/>
                    </a:solidFill>
                    <a:latin typeface="楷体" panose="02010609060101010101" charset="-122"/>
                    <a:ea typeface="楷体" panose="02010609060101010101" charset="-122"/>
                    <a:cs typeface="+mn-cs"/>
                  </a:rPr>
                  <a:t>现代汉语提问与半文言史料无法直接匹配。</a:t>
                </a:r>
                <a:endParaRPr kumimoji="0" lang="en-US" altLang="zh-CN" sz="1400" b="0" i="0" u="none" strike="noStrike" kern="0" cap="none" spc="0" normalizeH="0" baseline="0" dirty="0">
                  <a:ln w="3175">
                    <a:noFill/>
                  </a:ln>
                  <a:solidFill>
                    <a:schemeClr val="tx1"/>
                  </a:solidFill>
                  <a:latin typeface="楷体" panose="02010609060101010101" charset="-122"/>
                  <a:ea typeface="楷体" panose="02010609060101010101" charset="-122"/>
                  <a:cs typeface="+mn-cs"/>
                </a:endParaRPr>
              </a:p>
              <a:p>
                <a:pPr marL="285750" indent="-285750"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704020202020204" pitchFamily="34" charset="0"/>
                  <a:buChar char="•"/>
                  <a:defRPr/>
                </a:pPr>
                <a:r>
                  <a:rPr kumimoji="0" lang="en-US" altLang="zh-CN" sz="1400" b="1" i="0" u="none" strike="noStrike" kern="0" cap="none" spc="0" normalizeH="0" baseline="0" dirty="0">
                    <a:ln w="3175">
                      <a:noFill/>
                    </a:ln>
                    <a:solidFill>
                      <a:schemeClr val="tx1"/>
                    </a:solidFill>
                    <a:latin typeface="楷体" panose="02010609060101010101" charset="-122"/>
                    <a:ea typeface="楷体" panose="02010609060101010101" charset="-122"/>
                    <a:cs typeface="+mn-cs"/>
                  </a:rPr>
                  <a:t>孤证不立：</a:t>
                </a:r>
                <a:r>
                  <a:rPr kumimoji="0" lang="en-US" altLang="zh-CN" sz="1400" b="0" i="0" u="none" strike="noStrike" kern="0" cap="none" spc="0" normalizeH="0" baseline="0" dirty="0">
                    <a:ln w="3175">
                      <a:noFill/>
                    </a:ln>
                    <a:solidFill>
                      <a:schemeClr val="tx1"/>
                    </a:solidFill>
                    <a:latin typeface="楷体" panose="02010609060101010101" charset="-122"/>
                    <a:ea typeface="楷体" panose="02010609060101010101" charset="-122"/>
                    <a:cs typeface="+mn-cs"/>
                  </a:rPr>
                  <a:t>历史研究需要多库互证，而现有RAG只能检索单一片段。</a:t>
                </a:r>
                <a:endParaRPr kumimoji="0" lang="en-US" altLang="zh-CN" sz="1400" b="0" i="0" u="none" strike="noStrike" kern="0" cap="none" spc="0" normalizeH="0" baseline="0" dirty="0">
                  <a:ln w="3175">
                    <a:noFill/>
                  </a:ln>
                  <a:solidFill>
                    <a:schemeClr val="tx1"/>
                  </a:solidFill>
                  <a:latin typeface="楷体" panose="02010609060101010101" charset="-122"/>
                  <a:ea typeface="楷体" panose="02010609060101010101" charset="-122"/>
                  <a:cs typeface="+mn-cs"/>
                </a:endParaRPr>
              </a:p>
              <a:p>
                <a:pPr marL="285750" indent="-285750"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704020202020204" pitchFamily="34" charset="0"/>
                  <a:buChar char="•"/>
                  <a:defRPr/>
                </a:pPr>
                <a:r>
                  <a:rPr kumimoji="0" lang="en-US" altLang="zh-CN" sz="1400" b="1" i="0" u="none" strike="noStrike" kern="0" cap="none" spc="0" normalizeH="0" baseline="0" dirty="0">
                    <a:ln w="3175">
                      <a:noFill/>
                    </a:ln>
                    <a:solidFill>
                      <a:schemeClr val="tx1"/>
                    </a:solidFill>
                    <a:latin typeface="楷体" panose="02010609060101010101" charset="-122"/>
                    <a:ea typeface="楷体" panose="02010609060101010101" charset="-122"/>
                    <a:cs typeface="+mn-cs"/>
                  </a:rPr>
                  <a:t>长周期盲点：</a:t>
                </a:r>
                <a:r>
                  <a:rPr kumimoji="0" lang="en-US" altLang="zh-CN" sz="1400" b="0" i="0" u="none" strike="noStrike" kern="0" cap="none" spc="0" normalizeH="0" baseline="0" dirty="0">
                    <a:ln w="3175">
                      <a:noFill/>
                    </a:ln>
                    <a:solidFill>
                      <a:schemeClr val="tx1"/>
                    </a:solidFill>
                    <a:latin typeface="楷体" panose="02010609060101010101" charset="-122"/>
                    <a:ea typeface="楷体" panose="02010609060101010101" charset="-122"/>
                    <a:cs typeface="+mn-cs"/>
                  </a:rPr>
                  <a:t>传统RAG无法关联跨越数十年的因果事件（如“冤案-长期监禁-平反”）。</a:t>
                </a:r>
                <a:endParaRPr kumimoji="0" lang="en-US" altLang="zh-CN" sz="1400" b="0" i="0" u="none" strike="noStrike" kern="0" cap="none" spc="0" normalizeH="0" baseline="0" dirty="0">
                  <a:ln w="3175">
                    <a:noFill/>
                  </a:ln>
                  <a:solidFill>
                    <a:schemeClr val="tx1"/>
                  </a:solidFill>
                  <a:latin typeface="楷体" panose="02010609060101010101" charset="-122"/>
                  <a:ea typeface="楷体" panose="02010609060101010101" charset="-122"/>
                  <a:cs typeface="+mn-cs"/>
                </a:endParaRPr>
              </a:p>
            </p:txBody>
          </p:sp>
        </p:grpSp>
        <p:pic>
          <p:nvPicPr>
            <p:cNvPr id="15" name="图形 14" descr="商店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848852" y="3308498"/>
              <a:ext cx="610881" cy="455894"/>
            </a:xfrm>
            <a:prstGeom prst="rect">
              <a:avLst/>
            </a:prstGeom>
          </p:spPr>
        </p:pic>
      </p:grpSp>
      <p:sp>
        <p:nvSpPr>
          <p:cNvPr id="18" name="箭头: 右 17"/>
          <p:cNvSpPr/>
          <p:nvPr/>
        </p:nvSpPr>
        <p:spPr>
          <a:xfrm>
            <a:off x="5500143" y="2816460"/>
            <a:ext cx="786938" cy="814647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多源历史数据</a:t>
            </a:r>
            <a:r>
              <a:rPr lang="en-US" altLang="zh-CN" dirty="0"/>
              <a:t>：</a:t>
            </a:r>
            <a:r>
              <a:rPr dirty="0"/>
              <a:t>辞典</a:t>
            </a:r>
            <a:r>
              <a:rPr lang="en-US" altLang="zh-CN" dirty="0"/>
              <a:t>、</a:t>
            </a:r>
            <a:r>
              <a:rPr dirty="0"/>
              <a:t>档案</a:t>
            </a:r>
            <a:r>
              <a:rPr lang="en-US" altLang="zh-CN" dirty="0"/>
              <a:t>、</a:t>
            </a:r>
            <a:r>
              <a:rPr dirty="0"/>
              <a:t>编年史书</a:t>
            </a:r>
            <a:endParaRPr dirty="0"/>
          </a:p>
        </p:txBody>
      </p:sp>
      <p:grpSp>
        <p:nvGrpSpPr>
          <p:cNvPr id="31" name="组合 30"/>
          <p:cNvGrpSpPr/>
          <p:nvPr/>
        </p:nvGrpSpPr>
        <p:grpSpPr>
          <a:xfrm>
            <a:off x="475731" y="1150944"/>
            <a:ext cx="5900384" cy="5234632"/>
            <a:chOff x="1547221" y="1283425"/>
            <a:chExt cx="8804880" cy="5657936"/>
          </a:xfrm>
        </p:grpSpPr>
        <p:grpSp>
          <p:nvGrpSpPr>
            <p:cNvPr id="27" name="组合 26"/>
            <p:cNvGrpSpPr/>
            <p:nvPr/>
          </p:nvGrpSpPr>
          <p:grpSpPr>
            <a:xfrm>
              <a:off x="1547221" y="5150586"/>
              <a:ext cx="8715861" cy="1790775"/>
              <a:chOff x="4708013" y="3806181"/>
              <a:chExt cx="2909674" cy="3571291"/>
            </a:xfrm>
            <a:solidFill>
              <a:srgbClr val="AE0B2A"/>
            </a:solidFill>
          </p:grpSpPr>
          <p:sp>
            <p:nvSpPr>
              <p:cNvPr id="28" name="圆角矩形 39"/>
              <p:cNvSpPr/>
              <p:nvPr/>
            </p:nvSpPr>
            <p:spPr>
              <a:xfrm>
                <a:off x="4708013" y="3885497"/>
                <a:ext cx="2909674" cy="3491975"/>
              </a:xfrm>
              <a:prstGeom prst="roundRect">
                <a:avLst>
                  <a:gd name="adj" fmla="val 9770"/>
                </a:avLst>
              </a:prstGeom>
              <a:grpFill/>
              <a:ln>
                <a:noFill/>
              </a:ln>
              <a:effectLst>
                <a:outerShdw blurRad="457200" sx="108000" sy="108000" algn="ctr" rotWithShape="0">
                  <a:prstClr val="black">
                    <a:alpha val="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5287774" y="3806181"/>
                <a:ext cx="2197569" cy="338085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 wrap="square" rtlCol="0">
                <a:spAutoFit/>
              </a:bodyPr>
              <a:lstStyle/>
              <a:p>
                <a:pPr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1600" dirty="0">
                    <a:solidFill>
                      <a:schemeClr val="bg1"/>
                    </a:solidFill>
                    <a:latin typeface="楷体" panose="02010609060101010101" charset="-122"/>
                    <a:ea typeface="楷体" panose="02010609060101010101" charset="-122"/>
                  </a:rPr>
                  <a:t>证据层（档案）：</a:t>
                </a:r>
                <a:r>
                  <a:rPr lang="zh-CN" altLang="en-US" sz="1600" dirty="0">
                    <a:solidFill>
                      <a:schemeClr val="bg1"/>
                    </a:solidFill>
                    <a:latin typeface="楷体" panose="02010609060101010101" charset="-122"/>
                    <a:ea typeface="楷体" panose="02010609060101010101" charset="-122"/>
                    <a:sym typeface="+mn-ea"/>
                  </a:rPr>
                  <a:t>爬取中央研究院历史语言研究所内阁大库档案数据</a:t>
                </a:r>
                <a:endParaRPr lang="zh-CN" altLang="en-US" sz="1600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</a:endParaRPr>
              </a:p>
              <a:p>
                <a:pPr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1600" dirty="0">
                    <a:solidFill>
                      <a:schemeClr val="bg1"/>
                    </a:solidFill>
                    <a:latin typeface="楷体" panose="02010609060101010101" charset="-122"/>
                    <a:ea typeface="楷体" panose="02010609060101010101" charset="-122"/>
                  </a:rPr>
                  <a:t>原始奏折</a:t>
                </a:r>
                <a:r>
                  <a:rPr lang="zh-CN" altLang="en-US" sz="1600" dirty="0">
                    <a:solidFill>
                      <a:schemeClr val="bg1"/>
                    </a:solidFill>
                    <a:latin typeface="楷体" panose="02010609060101010101" charset="-122"/>
                    <a:ea typeface="楷体" panose="02010609060101010101" charset="-122"/>
                  </a:rPr>
                  <a:t>档案。作用：挖掘微观细节、博弈过程、非正式史实。</a:t>
                </a:r>
                <a:endParaRPr lang="zh-CN" altLang="en-US" sz="1600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</a:endParaRPr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1547221" y="3217332"/>
              <a:ext cx="8716226" cy="1751003"/>
              <a:chOff x="4708013" y="3122159"/>
              <a:chExt cx="2909796" cy="3491970"/>
            </a:xfrm>
            <a:solidFill>
              <a:srgbClr val="E4D3BA"/>
            </a:solidFill>
          </p:grpSpPr>
          <p:sp>
            <p:nvSpPr>
              <p:cNvPr id="25" name="圆角矩形 39"/>
              <p:cNvSpPr/>
              <p:nvPr/>
            </p:nvSpPr>
            <p:spPr>
              <a:xfrm>
                <a:off x="4708013" y="3122159"/>
                <a:ext cx="2909796" cy="3491970"/>
              </a:xfrm>
              <a:prstGeom prst="roundRect">
                <a:avLst>
                  <a:gd name="adj" fmla="val 9770"/>
                </a:avLst>
              </a:prstGeom>
              <a:grpFill/>
              <a:ln>
                <a:noFill/>
              </a:ln>
              <a:effectLst>
                <a:outerShdw blurRad="457200" sx="108000" sy="108000" algn="ctr" rotWithShape="0">
                  <a:prstClr val="black">
                    <a:alpha val="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5287774" y="3838304"/>
                <a:ext cx="2219655" cy="1788977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 w="12700" cap="flat">
                      <a:noFill/>
                      <a:miter lim="800000"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楷体" panose="02010609060101010101" charset="-122"/>
                    <a:ea typeface="楷体" panose="02010609060101010101" charset="-122"/>
                  </a:rPr>
                  <a:t>时空层（编年）：</a:t>
                </a:r>
                <a:r>
                  <a:rPr lang="en-US" altLang="zh-CN" sz="1600" kern="0" noProof="0" dirty="0">
                    <a:ln w="12700" cap="flat">
                      <a:noFill/>
                      <a:miter lim="800000"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楷体" panose="02010609060101010101" charset="-122"/>
                    <a:ea typeface="楷体" panose="02010609060101010101" charset="-122"/>
                    <a:sym typeface="+mn-ea"/>
                  </a:rPr>
                  <a:t>OCR</a:t>
                </a:r>
                <a:r>
                  <a:rPr lang="zh-CN" altLang="en-US" sz="1600" kern="0" noProof="0" dirty="0">
                    <a:ln w="12700" cap="flat">
                      <a:noFill/>
                      <a:miter lim="800000"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楷体" panose="02010609060101010101" charset="-122"/>
                    <a:ea typeface="楷体" panose="02010609060101010101" charset="-122"/>
                    <a:sym typeface="+mn-ea"/>
                  </a:rPr>
                  <a:t>提取并结构化处理</a:t>
                </a:r>
                <a:endParaRPr kumimoji="0" lang="zh-CN" altLang="en-US" sz="1600" b="0" i="0" u="none" strike="noStrike" kern="0" cap="none" spc="0" normalizeH="0" baseline="0" noProof="0" dirty="0">
                  <a:ln w="127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楷体" panose="02010609060101010101" charset="-122"/>
                  <a:ea typeface="楷体" panose="02010609060101010101" charset="-122"/>
                </a:endParaRPr>
              </a:p>
              <a:p>
                <a:pPr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 w="12700" cap="flat">
                      <a:noFill/>
                      <a:miter lim="800000"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楷体" panose="02010609060101010101" charset="-122"/>
                    <a:ea typeface="楷体" panose="02010609060101010101" charset="-122"/>
                  </a:rPr>
                  <a:t>编年史。作用：锁定官方标准时间轴、最终定性。</a:t>
                </a:r>
                <a:endParaRPr kumimoji="0" lang="zh-CN" altLang="en-US" sz="1600" b="0" i="0" u="none" strike="noStrike" kern="0" cap="none" spc="0" normalizeH="0" baseline="0" noProof="0" dirty="0">
                  <a:ln w="127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楷体" panose="02010609060101010101" charset="-122"/>
                  <a:ea typeface="楷体" panose="02010609060101010101" charset="-122"/>
                </a:endParaRPr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6977011" y="1849514"/>
              <a:ext cx="3375090" cy="1049321"/>
              <a:chOff x="1084918" y="3389654"/>
              <a:chExt cx="2424026" cy="778900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1084918" y="3827911"/>
                <a:ext cx="2424026" cy="3406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b="1" kern="0" dirty="0">
                    <a:ln w="3175">
                      <a:noFill/>
                    </a:ln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智慧城市</a:t>
                </a:r>
                <a:endParaRPr kumimoji="0" lang="en-US" altLang="zh-CN" b="1" i="0" u="none" strike="noStrike" kern="0" cap="none" spc="0" normalizeH="0" baseline="0" noProof="0" dirty="0">
                  <a:ln w="3175"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9" name="图形 8" descr="展台"/>
              <p:cNvPicPr>
                <a:picLocks noChangeAspect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994629" y="3389654"/>
                <a:ext cx="604604" cy="457196"/>
              </a:xfrm>
              <a:prstGeom prst="rect">
                <a:avLst/>
              </a:prstGeom>
            </p:spPr>
          </p:pic>
        </p:grpSp>
        <p:grpSp>
          <p:nvGrpSpPr>
            <p:cNvPr id="12" name="组合 11"/>
            <p:cNvGrpSpPr/>
            <p:nvPr/>
          </p:nvGrpSpPr>
          <p:grpSpPr>
            <a:xfrm>
              <a:off x="1547221" y="1283425"/>
              <a:ext cx="8716807" cy="1751003"/>
              <a:chOff x="4708013" y="2405860"/>
              <a:chExt cx="2909990" cy="3491972"/>
            </a:xfrm>
          </p:grpSpPr>
          <p:sp>
            <p:nvSpPr>
              <p:cNvPr id="13" name="圆角矩形 39"/>
              <p:cNvSpPr/>
              <p:nvPr/>
            </p:nvSpPr>
            <p:spPr>
              <a:xfrm>
                <a:off x="4708013" y="2405860"/>
                <a:ext cx="2909796" cy="3491972"/>
              </a:xfrm>
              <a:prstGeom prst="roundRect">
                <a:avLst>
                  <a:gd name="adj" fmla="val 977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457200" sx="108000" sy="108000" algn="ctr" rotWithShape="0">
                  <a:prstClr val="black">
                    <a:alpha val="7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5306840" y="3190163"/>
                <a:ext cx="2311163" cy="1574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 w="12700" cap="flat">
                      <a:noFill/>
                      <a:miter lim="800000"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楷体" panose="02010609060101010101" charset="-122"/>
                    <a:ea typeface="楷体" panose="02010609060101010101" charset="-122"/>
                  </a:rPr>
                  <a:t>概念层（词典）：</a:t>
                </a:r>
                <a:r>
                  <a:rPr kumimoji="0" lang="en-US" altLang="zh-CN" sz="1600" b="0" i="0" u="none" strike="noStrike" kern="0" cap="none" spc="0" normalizeH="0" baseline="0" noProof="0" dirty="0">
                    <a:ln w="12700" cap="flat">
                      <a:noFill/>
                      <a:miter lim="800000"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楷体" panose="02010609060101010101" charset="-122"/>
                    <a:ea typeface="楷体" panose="02010609060101010101" charset="-122"/>
                  </a:rPr>
                  <a:t>OCR</a:t>
                </a:r>
                <a:r>
                  <a:rPr kumimoji="0" lang="zh-CN" altLang="en-US" sz="1600" b="0" i="0" u="none" strike="noStrike" kern="0" cap="none" spc="0" normalizeH="0" baseline="0" noProof="0" dirty="0">
                    <a:ln w="12700" cap="flat">
                      <a:noFill/>
                      <a:miter lim="800000"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楷体" panose="02010609060101010101" charset="-122"/>
                    <a:ea typeface="楷体" panose="02010609060101010101" charset="-122"/>
                  </a:rPr>
                  <a:t>提取并正则提取条目</a:t>
                </a:r>
                <a:endParaRPr kumimoji="0" lang="zh-CN" altLang="en-US" sz="1600" b="0" i="0" u="none" strike="noStrike" kern="0" cap="none" spc="0" normalizeH="0" baseline="0" noProof="0" dirty="0">
                  <a:ln w="127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楷体" panose="02010609060101010101" charset="-122"/>
                  <a:ea typeface="楷体" panose="02010609060101010101" charset="-122"/>
                </a:endParaRPr>
              </a:p>
              <a:p>
                <a:pPr defTabSz="914400"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tabLst>
                    <a:tab pos="1701165" algn="l"/>
                  </a:tabLst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 w="12700" cap="flat">
                      <a:noFill/>
                      <a:miter lim="800000"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楷体" panose="02010609060101010101" charset="-122"/>
                    <a:ea typeface="楷体" panose="02010609060101010101" charset="-122"/>
                  </a:rPr>
                  <a:t>职官、制度、术语。作用：语义解码、查询改写。</a:t>
                </a:r>
                <a:endParaRPr kumimoji="0" lang="zh-CN" altLang="en-US" sz="1600" b="0" i="0" u="none" strike="noStrike" kern="0" cap="none" spc="0" normalizeH="0" baseline="0" noProof="0" dirty="0">
                  <a:ln w="127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楷体" panose="02010609060101010101" charset="-122"/>
                  <a:ea typeface="楷体" panose="02010609060101010101" charset="-122"/>
                </a:endParaRPr>
              </a:p>
            </p:txBody>
          </p:sp>
        </p:grpSp>
        <p:pic>
          <p:nvPicPr>
            <p:cNvPr id="6" name="图形 5" descr="城市 纯色填充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906729" y="3606341"/>
              <a:ext cx="1074424" cy="829252"/>
            </a:xfrm>
            <a:prstGeom prst="rect">
              <a:avLst/>
            </a:prstGeom>
          </p:spPr>
        </p:pic>
        <p:pic>
          <p:nvPicPr>
            <p:cNvPr id="23" name="图形 22" descr="聊天气泡 纯色填充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877927" y="5554591"/>
              <a:ext cx="1074558" cy="778321"/>
            </a:xfrm>
            <a:prstGeom prst="rect">
              <a:avLst/>
            </a:prstGeom>
          </p:spPr>
        </p:pic>
        <p:pic>
          <p:nvPicPr>
            <p:cNvPr id="21" name="图形 20" descr="照相机 纯色填充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932574" y="1723855"/>
              <a:ext cx="1022735" cy="778224"/>
            </a:xfrm>
            <a:prstGeom prst="rect">
              <a:avLst/>
            </a:prstGeom>
          </p:spPr>
        </p:pic>
      </p:grp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r>
              <a:rPr lang="en-US" altLang="zh-CN"/>
              <a:t>5</a:t>
            </a:r>
            <a:endParaRPr lang="en-US" altLang="zh-CN"/>
          </a:p>
        </p:txBody>
      </p:sp>
      <p:pic>
        <p:nvPicPr>
          <p:cNvPr id="11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17055" y="1119505"/>
            <a:ext cx="3215005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图片 13" descr="截屏2026-06-01 21.46.21"/>
          <p:cNvPicPr>
            <a:picLocks noChangeAspect="1"/>
          </p:cNvPicPr>
          <p:nvPr/>
        </p:nvPicPr>
        <p:blipFill>
          <a:blip r:embed="rId10"/>
          <a:srcRect t="50784"/>
          <a:stretch>
            <a:fillRect/>
          </a:stretch>
        </p:blipFill>
        <p:spPr>
          <a:xfrm>
            <a:off x="8315960" y="2519045"/>
            <a:ext cx="3266440" cy="154813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654165" y="4217035"/>
            <a:ext cx="5230495" cy="2168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+mn-ea"/>
              </a:rPr>
              <a:t>均使用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sym typeface="+mn-ea"/>
              </a:rPr>
              <a:t> “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+mn-ea"/>
              </a:rPr>
              <a:t>向量数据库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sym typeface="+mn-ea"/>
              </a:rPr>
              <a:t> (ChromaDB/Milvus)” 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+mn-ea"/>
              </a:rPr>
              <a:t>存储向量，以及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sym typeface="+mn-ea"/>
              </a:rPr>
              <a:t> “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+mn-ea"/>
              </a:rPr>
              <a:t>全文检索引擎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sym typeface="+mn-ea"/>
              </a:rPr>
              <a:t> (ES/BM25)” 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+mn-ea"/>
              </a:rPr>
              <a:t>存储原文。</a:t>
            </a:r>
            <a:endParaRPr lang="zh-CN" altLang="en-US" dirty="0">
              <a:latin typeface="楷体" panose="02010609060101010101" charset="-122"/>
              <a:ea typeface="楷体" panose="02010609060101010101" charset="-122"/>
            </a:endParaRPr>
          </a:p>
          <a:p>
            <a:pPr marL="285750" indent="-285750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+mn-ea"/>
              </a:rPr>
              <a:t>史料经过了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sym typeface="+mn-ea"/>
              </a:rPr>
              <a:t> “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+mn-ea"/>
              </a:rPr>
              <a:t>段落级切分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sym typeface="+mn-ea"/>
              </a:rPr>
              <a:t>” 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+mn-ea"/>
              </a:rPr>
              <a:t>和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sym typeface="+mn-ea"/>
              </a:rPr>
              <a:t> “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+mn-ea"/>
              </a:rPr>
              <a:t>元数据标注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sym typeface="+mn-ea"/>
              </a:rPr>
              <a:t>”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+mn-ea"/>
              </a:rPr>
              <a:t>（如时间戳、地理坐标、唯一人物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sym typeface="+mn-ea"/>
              </a:rPr>
              <a:t> ID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+mn-ea"/>
              </a:rPr>
              <a:t>）。</a:t>
            </a:r>
            <a:endParaRPr lang="zh-CN" altLang="en-US" dirty="0"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数据工程：模型</a:t>
            </a:r>
            <a:r>
              <a:rPr lang="zh-CN" altLang="en-US"/>
              <a:t>微调与离线</a:t>
            </a:r>
            <a:r>
              <a:rPr lang="zh-CN" altLang="en-US"/>
              <a:t>精炼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86CB4B4D-7CA3-9044-876B-883B54F8677D}" type="slidenum">
              <a:rPr lang="en-US" altLang="zh-CN" smtClean="0"/>
            </a:fld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340360" y="302895"/>
            <a:ext cx="10884535" cy="5572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50000"/>
              </a:lnSpc>
              <a:buFont typeface="Arial" panose="020B0704020202020204" pitchFamily="34" charset="0"/>
              <a:buNone/>
            </a:pPr>
            <a:r>
              <a:rPr lang="en-US" altLang="zh-CN" sz="2000" b="1" dirty="0">
                <a:latin typeface="楷体" panose="02010609060101010101" charset="-122"/>
                <a:ea typeface="楷体" panose="02010609060101010101" charset="-122"/>
              </a:rPr>
              <a:t> </a:t>
            </a:r>
            <a:endParaRPr lang="en-US" altLang="zh-CN" sz="2000" b="1" dirty="0">
              <a:latin typeface="楷体" panose="02010609060101010101" charset="-122"/>
              <a:ea typeface="楷体" panose="02010609060101010101" charset="-122"/>
            </a:endParaRPr>
          </a:p>
          <a:p>
            <a:pPr indent="457200" algn="l">
              <a:lnSpc>
                <a:spcPct val="150000"/>
              </a:lnSpc>
              <a:buFont typeface="Arial" panose="020B0704020202020204" pitchFamily="34" charset="0"/>
              <a:buNone/>
            </a:pP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为解决清史研究中</a:t>
            </a:r>
            <a:r>
              <a:rPr lang="zh-CN" altLang="en-US" sz="2000" b="1" dirty="0">
                <a:latin typeface="楷体" panose="02010609060101010101" charset="-122"/>
                <a:ea typeface="楷体" panose="02010609060101010101" charset="-122"/>
              </a:rPr>
              <a:t>史料非结构化、噪音大、文言语体难以直接计算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的问题，并考虑通过</a:t>
            </a:r>
            <a:r>
              <a:rPr lang="zh-CN" altLang="en-US" sz="2000" b="1" dirty="0">
                <a:latin typeface="楷体" panose="02010609060101010101" charset="-122"/>
                <a:ea typeface="楷体" panose="02010609060101010101" charset="-122"/>
              </a:rPr>
              <a:t>元数据过滤方法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提高检索准确性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</a:rPr>
              <a:t>，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我们提出了一个基于模仿学习的两阶段精炼流程，实现史料的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</a:rPr>
              <a:t>“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知识化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</a:rPr>
              <a:t>”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转化。</a:t>
            </a:r>
            <a:endParaRPr lang="zh-CN" altLang="en-US" sz="2000" dirty="0">
              <a:latin typeface="楷体" panose="02010609060101010101" charset="-122"/>
              <a:ea typeface="楷体" panose="02010609060101010101" charset="-122"/>
            </a:endParaRPr>
          </a:p>
          <a:p>
            <a:pPr marL="285750" indent="-285750">
              <a:lnSpc>
                <a:spcPct val="150000"/>
              </a:lnSpc>
              <a:buFont typeface="Arial" panose="020B0704020202020204" pitchFamily="34" charset="0"/>
              <a:buChar char="•"/>
            </a:pPr>
            <a:endParaRPr lang="zh-CN" altLang="en-US" sz="2000" dirty="0">
              <a:latin typeface="楷体" panose="02010609060101010101" charset="-122"/>
              <a:ea typeface="楷体" panose="02010609060101010101" charset="-122"/>
            </a:endParaRPr>
          </a:p>
          <a:p>
            <a:pPr marL="285750" indent="-285750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zh-CN" altLang="en-US" sz="2400" b="1" dirty="0">
                <a:latin typeface="楷体" panose="02010609060101010101" charset="-122"/>
                <a:ea typeface="楷体" panose="02010609060101010101" charset="-122"/>
                <a:sym typeface="+mn-ea"/>
              </a:rPr>
              <a:t>模型微调实验设置</a:t>
            </a:r>
            <a:endParaRPr lang="zh-CN" altLang="en-US" sz="2400" b="1" dirty="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800100" lvl="1" indent="-342900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zh-CN" altLang="en-US" sz="2000" b="1" dirty="0">
                <a:latin typeface="楷体" panose="02010609060101010101" charset="-122"/>
                <a:ea typeface="楷体" panose="02010609060101010101" charset="-122"/>
                <a:sym typeface="+mn-ea"/>
              </a:rPr>
              <a:t>数据</a:t>
            </a:r>
            <a:r>
              <a:rPr lang="en-US" altLang="zh-CN" sz="2000" b="1" dirty="0">
                <a:latin typeface="楷体" panose="02010609060101010101" charset="-122"/>
                <a:ea typeface="楷体" panose="02010609060101010101" charset="-122"/>
                <a:sym typeface="+mn-ea"/>
              </a:rPr>
              <a:t>：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deepseek-v3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构造3,500+</a:t>
            </a:r>
            <a:r>
              <a:rPr lang="en-US" altLang="zh-CN" sz="2000" i="0" dirty="0">
                <a:latin typeface="楷体" panose="02010609060101010101" charset="-122"/>
                <a:ea typeface="楷体" panose="02010609060101010101" charset="-122"/>
              </a:rPr>
              <a:t>“</a:t>
            </a:r>
            <a:r>
              <a:rPr lang="zh-CN" altLang="en-US" sz="2000" i="0" dirty="0">
                <a:latin typeface="楷体" panose="02010609060101010101" charset="-122"/>
                <a:ea typeface="楷体" panose="02010609060101010101" charset="-122"/>
              </a:rPr>
              <a:t>原始史料</a:t>
            </a:r>
            <a:r>
              <a:rPr lang="en-US" altLang="zh-CN" sz="2000" i="0" dirty="0">
                <a:latin typeface="楷体" panose="02010609060101010101" charset="-122"/>
                <a:ea typeface="楷体" panose="02010609060101010101" charset="-122"/>
              </a:rPr>
              <a:t>-</a:t>
            </a:r>
            <a:r>
              <a:rPr lang="zh-CN" altLang="en-US" sz="2000" i="0" dirty="0">
                <a:latin typeface="楷体" panose="02010609060101010101" charset="-122"/>
                <a:ea typeface="楷体" panose="02010609060101010101" charset="-122"/>
              </a:rPr>
              <a:t>结构化精炼</a:t>
            </a:r>
            <a:endParaRPr lang="zh-CN" altLang="en-US" sz="2000" i="0" dirty="0"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zh-CN" altLang="en-US" sz="2000" i="0" dirty="0">
                <a:latin typeface="楷体" panose="02010609060101010101" charset="-122"/>
                <a:ea typeface="楷体" panose="02010609060101010101" charset="-122"/>
              </a:rPr>
              <a:t>摘要</a:t>
            </a:r>
            <a:r>
              <a:rPr lang="en-US" altLang="zh-CN" sz="2000" i="0" dirty="0">
                <a:latin typeface="楷体" panose="02010609060101010101" charset="-122"/>
                <a:ea typeface="楷体" panose="02010609060101010101" charset="-122"/>
              </a:rPr>
              <a:t>”</a:t>
            </a:r>
            <a:r>
              <a:rPr lang="zh-CN" altLang="en-US" sz="2000" i="0" dirty="0">
                <a:latin typeface="楷体" panose="02010609060101010101" charset="-122"/>
                <a:ea typeface="楷体" panose="02010609060101010101" charset="-122"/>
              </a:rPr>
              <a:t>黄金问答对数据集。</a:t>
            </a:r>
            <a:endParaRPr lang="zh-CN" altLang="en-US" sz="2000" i="0" dirty="0"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zh-CN" altLang="en-US" sz="2000" b="1" dirty="0">
                <a:latin typeface="楷体" panose="02010609060101010101" charset="-122"/>
                <a:ea typeface="楷体" panose="02010609060101010101" charset="-122"/>
                <a:sym typeface="+mn-ea"/>
              </a:rPr>
              <a:t>基座模型</a:t>
            </a:r>
            <a:r>
              <a:rPr lang="en-US" altLang="zh-CN" sz="2000" b="1" dirty="0">
                <a:latin typeface="楷体" panose="02010609060101010101" charset="-122"/>
                <a:ea typeface="楷体" panose="02010609060101010101" charset="-122"/>
                <a:sym typeface="+mn-ea"/>
              </a:rPr>
              <a:t>：</a:t>
            </a:r>
            <a:r>
              <a:rPr lang="en-US" altLang="zh-CN" sz="2000" i="0" dirty="0">
                <a:latin typeface="楷体" panose="02010609060101010101" charset="-122"/>
                <a:ea typeface="楷体" panose="02010609060101010101" charset="-122"/>
              </a:rPr>
              <a:t>Qwen2.5-7B-Instruct</a:t>
            </a:r>
            <a:endParaRPr lang="zh-CN" altLang="en-US" sz="2000" b="1" i="0" dirty="0"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 algn="l">
              <a:lnSpc>
                <a:spcPct val="150000"/>
              </a:lnSpc>
              <a:buClrTx/>
              <a:buSzTx/>
              <a:buFont typeface="Arial" panose="020B0704020202020204" pitchFamily="34" charset="0"/>
              <a:buChar char="•"/>
            </a:pPr>
            <a:r>
              <a:rPr lang="en-US" altLang="zh-CN" sz="2000" b="1" i="0" dirty="0">
                <a:latin typeface="楷体" panose="02010609060101010101" charset="-122"/>
                <a:ea typeface="楷体" panose="02010609060101010101" charset="-122"/>
              </a:rPr>
              <a:t>微调算法：</a:t>
            </a:r>
            <a:r>
              <a:rPr lang="en-US" altLang="zh-CN" sz="2000" i="0" dirty="0">
                <a:latin typeface="楷体" panose="02010609060101010101" charset="-122"/>
                <a:ea typeface="楷体" panose="02010609060101010101" charset="-122"/>
              </a:rPr>
              <a:t>采用 LoRA </a:t>
            </a:r>
            <a:endParaRPr lang="en-US" altLang="zh-CN" sz="2000" i="0" dirty="0"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 algn="l">
              <a:lnSpc>
                <a:spcPct val="150000"/>
              </a:lnSpc>
              <a:buClrTx/>
              <a:buSzTx/>
              <a:buFont typeface="Arial" panose="020B0704020202020204" pitchFamily="34" charset="0"/>
              <a:buChar char="•"/>
            </a:pPr>
            <a:r>
              <a:rPr lang="en-US" altLang="zh-CN" sz="2000" b="1" i="0" dirty="0">
                <a:latin typeface="楷体" panose="02010609060101010101" charset="-122"/>
                <a:ea typeface="楷体" panose="02010609060101010101" charset="-122"/>
              </a:rPr>
              <a:t>全局 Batch Size：</a:t>
            </a:r>
            <a:r>
              <a:rPr lang="en-US" altLang="zh-CN" sz="2000" i="0" dirty="0">
                <a:latin typeface="楷体" panose="02010609060101010101" charset="-122"/>
                <a:ea typeface="楷体" panose="02010609060101010101" charset="-122"/>
              </a:rPr>
              <a:t>128 </a:t>
            </a:r>
            <a:endParaRPr lang="en-US" altLang="zh-CN" sz="2000" i="0" dirty="0"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 algn="l">
              <a:lnSpc>
                <a:spcPct val="150000"/>
              </a:lnSpc>
              <a:buClrTx/>
              <a:buSzTx/>
              <a:buFont typeface="Arial" panose="020B0704020202020204" pitchFamily="34" charset="0"/>
              <a:buChar char="•"/>
            </a:pPr>
            <a:r>
              <a:rPr lang="en-US" altLang="zh-CN" sz="2000" b="1" i="0" dirty="0">
                <a:latin typeface="楷体" panose="02010609060101010101" charset="-122"/>
                <a:ea typeface="楷体" panose="02010609060101010101" charset="-122"/>
              </a:rPr>
              <a:t>学习率：</a:t>
            </a:r>
            <a:r>
              <a:rPr lang="en-US" altLang="zh-CN" sz="2000" i="0" dirty="0">
                <a:latin typeface="楷体" panose="02010609060101010101" charset="-122"/>
                <a:ea typeface="楷体" panose="02010609060101010101" charset="-122"/>
              </a:rPr>
              <a:t>1e-4 (配合 Cosine 衰减调度)</a:t>
            </a:r>
            <a:endParaRPr lang="en-US" altLang="zh-CN" sz="2000" i="0" dirty="0">
              <a:latin typeface="楷体" panose="02010609060101010101" charset="-122"/>
              <a:ea typeface="楷体" panose="02010609060101010101" charset="-122"/>
            </a:endParaRPr>
          </a:p>
          <a:p>
            <a:pPr marL="800100" lvl="1" indent="-342900" algn="l">
              <a:lnSpc>
                <a:spcPct val="150000"/>
              </a:lnSpc>
              <a:buClrTx/>
              <a:buSzTx/>
              <a:buFont typeface="Arial" panose="020B0704020202020204" pitchFamily="34" charset="0"/>
              <a:buChar char="•"/>
            </a:pPr>
            <a:r>
              <a:rPr lang="en-US" altLang="zh-CN" sz="2000" b="1" i="0" dirty="0">
                <a:latin typeface="楷体" panose="02010609060101010101" charset="-122"/>
                <a:ea typeface="楷体" panose="02010609060101010101" charset="-122"/>
              </a:rPr>
              <a:t>验证策略：</a:t>
            </a:r>
            <a:r>
              <a:rPr lang="en-US" altLang="zh-CN" sz="2000" i="0" dirty="0">
                <a:latin typeface="楷体" panose="02010609060101010101" charset="-122"/>
                <a:ea typeface="楷体" panose="02010609060101010101" charset="-122"/>
              </a:rPr>
              <a:t>10% 独立验证集，每 50 步执行一次 Eval，严控过拟合。</a:t>
            </a:r>
            <a:endParaRPr lang="en-US" altLang="zh-CN" sz="2000" i="0" dirty="0">
              <a:latin typeface="楷体" panose="02010609060101010101" charset="-122"/>
              <a:ea typeface="楷体" panose="02010609060101010101" charset="-122"/>
            </a:endParaRPr>
          </a:p>
          <a:p>
            <a:pPr marL="285750" indent="-285750">
              <a:lnSpc>
                <a:spcPct val="150000"/>
              </a:lnSpc>
              <a:buFont typeface="Arial" panose="020B0704020202020204" pitchFamily="34" charset="0"/>
              <a:buChar char="•"/>
            </a:pPr>
            <a:endParaRPr lang="zh-CN" altLang="en-US" dirty="0">
              <a:latin typeface="楷体" panose="02010609060101010101" charset="-122"/>
              <a:ea typeface="楷体" panose="02010609060101010101" charset="-122"/>
            </a:endParaRPr>
          </a:p>
          <a:p>
            <a:pPr marL="285750" indent="-285750">
              <a:lnSpc>
                <a:spcPct val="150000"/>
              </a:lnSpc>
              <a:buFont typeface="Arial" panose="020B0704020202020204" pitchFamily="34" charset="0"/>
              <a:buChar char="•"/>
            </a:pPr>
            <a:endParaRPr lang="zh-CN" altLang="en-US" dirty="0">
              <a:latin typeface="楷体" panose="02010609060101010101" charset="-122"/>
              <a:ea typeface="楷体" panose="02010609060101010101" charset="-122"/>
            </a:endParaRPr>
          </a:p>
          <a:p>
            <a:pPr marL="285750" indent="-285750">
              <a:lnSpc>
                <a:spcPct val="150000"/>
              </a:lnSpc>
              <a:buFont typeface="Arial" panose="020B0704020202020204" pitchFamily="34" charset="0"/>
              <a:buChar char="•"/>
            </a:pPr>
            <a:endParaRPr lang="en-US" altLang="zh-CN" dirty="0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7" name="图片 6" descr="截屏2026-06-01 21.55.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4265" y="2334895"/>
            <a:ext cx="4004945" cy="30594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数据工程：模型</a:t>
            </a:r>
            <a:r>
              <a:rPr lang="zh-CN" altLang="en-US"/>
              <a:t>微调与离线</a:t>
            </a:r>
            <a:r>
              <a:rPr lang="zh-CN" altLang="en-US"/>
              <a:t>精炼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86CB4B4D-7CA3-9044-876B-883B54F8677D}" type="slidenum">
              <a:rPr lang="en-US" altLang="zh-CN" smtClean="0"/>
            </a:fld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340360" y="958215"/>
            <a:ext cx="11523980" cy="5241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50000"/>
              </a:lnSpc>
              <a:buFont typeface="Arial" panose="020B0704020202020204" pitchFamily="34" charset="0"/>
              <a:buNone/>
            </a:pPr>
            <a:r>
              <a:rPr lang="en-US" altLang="zh-CN" sz="2400" b="1" dirty="0">
                <a:latin typeface="楷体" panose="02010609060101010101" charset="-122"/>
                <a:ea typeface="楷体" panose="02010609060101010101" charset="-122"/>
              </a:rPr>
              <a:t>   </a:t>
            </a:r>
            <a:r>
              <a:rPr lang="zh-CN" altLang="en-US" sz="2400" b="1" dirty="0">
                <a:latin typeface="楷体" panose="02010609060101010101" charset="-122"/>
                <a:ea typeface="楷体" panose="02010609060101010101" charset="-122"/>
                <a:sym typeface="+mn-ea"/>
              </a:rPr>
              <a:t>离线精炼</a:t>
            </a:r>
            <a:endParaRPr lang="zh-CN" altLang="en-US" sz="2000" dirty="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通过微调模型对原始编年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、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档案史料进行批量处理</a:t>
            </a:r>
            <a:endParaRPr lang="zh-CN" altLang="en-US" sz="2000" dirty="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转化为“高浓度现代文摘要”作为检索空间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，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sym typeface="+mn-ea"/>
              </a:rPr>
              <a:t>解决</a:t>
            </a:r>
            <a:r>
              <a:rPr lang="zh-CN" altLang="en-US" sz="2000" b="0" i="0" dirty="0">
                <a:latin typeface="楷体" panose="02010609060101010101" charset="-122"/>
                <a:ea typeface="楷体" panose="02010609060101010101" charset="-122"/>
              </a:rPr>
              <a:t>文言</a:t>
            </a:r>
            <a:r>
              <a:rPr lang="en-US" altLang="zh-CN" sz="2000" b="0" i="0" dirty="0">
                <a:latin typeface="楷体" panose="02010609060101010101" charset="-122"/>
                <a:ea typeface="楷体" panose="02010609060101010101" charset="-122"/>
              </a:rPr>
              <a:t>/</a:t>
            </a:r>
            <a:r>
              <a:rPr lang="zh-CN" altLang="en-US" sz="2000" b="0" i="0" dirty="0">
                <a:latin typeface="楷体" panose="02010609060101010101" charset="-122"/>
                <a:ea typeface="楷体" panose="02010609060101010101" charset="-122"/>
              </a:rPr>
              <a:t>繁简的语义鸿沟</a:t>
            </a:r>
            <a:endParaRPr lang="zh-CN" altLang="en-US" sz="2000" b="0" i="0" dirty="0">
              <a:latin typeface="楷体" panose="02010609060101010101" charset="-122"/>
              <a:ea typeface="楷体" panose="02010609060101010101" charset="-122"/>
            </a:endParaRPr>
          </a:p>
          <a:p>
            <a:pPr marL="342900" indent="-34290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zh-CN" altLang="en-US" sz="2000" b="0" i="0" dirty="0">
                <a:latin typeface="楷体" panose="02010609060101010101" charset="-122"/>
                <a:ea typeface="楷体" panose="02010609060101010101" charset="-122"/>
              </a:rPr>
              <a:t>实现关键地名</a:t>
            </a:r>
            <a:r>
              <a:rPr lang="en-US" altLang="zh-CN" sz="2000" b="0" i="0" dirty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lang="zh-CN" altLang="en-US" sz="2000" b="0" i="0" dirty="0">
                <a:latin typeface="楷体" panose="02010609060101010101" charset="-122"/>
                <a:ea typeface="楷体" panose="02010609060101010101" charset="-122"/>
              </a:rPr>
              <a:t>人物管制</a:t>
            </a:r>
            <a:r>
              <a:rPr lang="zh-CN" altLang="en-US" sz="2000" b="0" i="0" dirty="0">
                <a:latin typeface="楷体" panose="02010609060101010101" charset="-122"/>
                <a:ea typeface="楷体" panose="02010609060101010101" charset="-122"/>
              </a:rPr>
              <a:t>等提取</a:t>
            </a:r>
            <a:r>
              <a:rPr lang="en-US" altLang="zh-CN" sz="2000" b="0" i="0" dirty="0">
                <a:latin typeface="楷体" panose="02010609060101010101" charset="-122"/>
                <a:ea typeface="楷体" panose="02010609060101010101" charset="-122"/>
              </a:rPr>
              <a:t>，</a:t>
            </a:r>
            <a:r>
              <a:rPr lang="zh-CN" altLang="en-US" sz="2000" b="0" i="0" dirty="0">
                <a:latin typeface="楷体" panose="02010609060101010101" charset="-122"/>
                <a:ea typeface="楷体" panose="02010609060101010101" charset="-122"/>
              </a:rPr>
              <a:t>并确保模型能稳定输出符合</a:t>
            </a:r>
            <a:r>
              <a:rPr lang="en-US" altLang="zh-CN" sz="2000" b="0" i="0" dirty="0">
                <a:latin typeface="楷体" panose="02010609060101010101" charset="-122"/>
                <a:ea typeface="楷体" panose="02010609060101010101" charset="-122"/>
              </a:rPr>
              <a:t> Agent </a:t>
            </a:r>
            <a:r>
              <a:rPr lang="zh-CN" altLang="en-US" sz="2000" b="0" i="0" dirty="0">
                <a:latin typeface="楷体" panose="02010609060101010101" charset="-122"/>
                <a:ea typeface="楷体" panose="02010609060101010101" charset="-122"/>
              </a:rPr>
              <a:t>调度逻辑的严格</a:t>
            </a:r>
            <a:r>
              <a:rPr lang="en-US" altLang="zh-CN" sz="2000" b="0" i="0" dirty="0">
                <a:latin typeface="楷体" panose="02010609060101010101" charset="-122"/>
                <a:ea typeface="楷体" panose="02010609060101010101" charset="-122"/>
              </a:rPr>
              <a:t> JSON </a:t>
            </a:r>
            <a:r>
              <a:rPr lang="zh-CN" altLang="en-US" sz="2000" b="0" i="0" dirty="0">
                <a:latin typeface="楷体" panose="02010609060101010101" charset="-122"/>
                <a:ea typeface="楷体" panose="02010609060101010101" charset="-122"/>
              </a:rPr>
              <a:t>格式</a:t>
            </a:r>
            <a:endParaRPr lang="en-US" altLang="zh-CN" sz="2000" b="0" i="0" dirty="0">
              <a:latin typeface="楷体" panose="02010609060101010101" charset="-122"/>
              <a:ea typeface="楷体" panose="02010609060101010101" charset="-122"/>
            </a:endParaRPr>
          </a:p>
          <a:p>
            <a:pPr indent="457200">
              <a:lnSpc>
                <a:spcPct val="150000"/>
              </a:lnSpc>
              <a:buFont typeface="Arial" panose="020B0704020202020204" pitchFamily="34" charset="0"/>
              <a:buNone/>
            </a:pPr>
            <a:endParaRPr lang="zh-CN" altLang="en-US" sz="1800" b="0" i="0" dirty="0">
              <a:latin typeface="楷体" panose="02010609060101010101" charset="-122"/>
              <a:ea typeface="楷体" panose="02010609060101010101" charset="-122"/>
            </a:endParaRPr>
          </a:p>
          <a:p>
            <a:pPr indent="0">
              <a:lnSpc>
                <a:spcPct val="150000"/>
              </a:lnSpc>
              <a:buFont typeface="Arial" panose="020B0704020202020204" pitchFamily="34" charset="0"/>
              <a:buNone/>
            </a:pPr>
            <a:endParaRPr lang="zh-CN" altLang="en-US" dirty="0">
              <a:latin typeface="楷体" panose="02010609060101010101" charset="-122"/>
              <a:ea typeface="楷体" panose="02010609060101010101" charset="-122"/>
            </a:endParaRPr>
          </a:p>
          <a:p>
            <a:pPr marL="285750" indent="-285750">
              <a:lnSpc>
                <a:spcPct val="150000"/>
              </a:lnSpc>
              <a:buFont typeface="Arial" panose="020B0704020202020204" pitchFamily="34" charset="0"/>
              <a:buChar char="•"/>
            </a:pPr>
            <a:endParaRPr lang="zh-CN" altLang="en-US" dirty="0">
              <a:latin typeface="楷体" panose="02010609060101010101" charset="-122"/>
              <a:ea typeface="楷体" panose="02010609060101010101" charset="-122"/>
            </a:endParaRPr>
          </a:p>
          <a:p>
            <a:pPr marL="285750" indent="-285750">
              <a:lnSpc>
                <a:spcPct val="150000"/>
              </a:lnSpc>
              <a:buFont typeface="Arial" panose="020B0704020202020204" pitchFamily="34" charset="0"/>
              <a:buChar char="•"/>
            </a:pPr>
            <a:endParaRPr lang="en-US" altLang="zh-CN" dirty="0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2" name="图片 1" descr="5141779170922_.pic"/>
          <p:cNvPicPr>
            <a:picLocks noChangeAspect="1"/>
          </p:cNvPicPr>
          <p:nvPr/>
        </p:nvPicPr>
        <p:blipFill>
          <a:blip r:embed="rId1"/>
          <a:srcRect r="9934" b="18281"/>
          <a:stretch>
            <a:fillRect/>
          </a:stretch>
        </p:blipFill>
        <p:spPr>
          <a:xfrm>
            <a:off x="2026285" y="3097530"/>
            <a:ext cx="7936865" cy="1100455"/>
          </a:xfrm>
          <a:prstGeom prst="rect">
            <a:avLst/>
          </a:prstGeom>
        </p:spPr>
      </p:pic>
      <p:pic>
        <p:nvPicPr>
          <p:cNvPr id="6" name="图片 5" descr="截屏2026-06-01 23.57.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495" y="4343400"/>
            <a:ext cx="3863340" cy="1892300"/>
          </a:xfrm>
          <a:prstGeom prst="rect">
            <a:avLst/>
          </a:prstGeom>
        </p:spPr>
      </p:pic>
      <p:pic>
        <p:nvPicPr>
          <p:cNvPr id="8" name="图片 7" descr="截屏2026-06-02 00.01.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2780" y="4343400"/>
            <a:ext cx="2264410" cy="2281555"/>
          </a:xfrm>
          <a:prstGeom prst="rect">
            <a:avLst/>
          </a:prstGeom>
        </p:spPr>
      </p:pic>
      <p:pic>
        <p:nvPicPr>
          <p:cNvPr id="9" name="图片 8" descr="截屏2026-06-02 00.02.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1895" y="4781550"/>
            <a:ext cx="3977640" cy="953135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>
            <a:off x="4476115" y="5455285"/>
            <a:ext cx="921385" cy="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4371340" y="4700270"/>
            <a:ext cx="11309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>
                <a:latin typeface="楷体" panose="02010609060101010101" charset="-122"/>
                <a:ea typeface="楷体" panose="02010609060101010101" charset="-122"/>
              </a:rPr>
              <a:t>微调后的模型处理</a:t>
            </a:r>
            <a:endParaRPr lang="zh-CN" altLang="en-US" sz="1600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904365" y="6356350"/>
            <a:ext cx="11309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>
                <a:latin typeface="楷体" panose="02010609060101010101" charset="-122"/>
                <a:ea typeface="楷体" panose="02010609060101010101" charset="-122"/>
              </a:rPr>
              <a:t>训练</a:t>
            </a:r>
            <a:r>
              <a:rPr lang="zh-CN" altLang="en-US" sz="1600" dirty="0">
                <a:latin typeface="楷体" panose="02010609060101010101" charset="-122"/>
                <a:ea typeface="楷体" panose="02010609060101010101" charset="-122"/>
              </a:rPr>
              <a:t>数据</a:t>
            </a:r>
            <a:endParaRPr lang="zh-CN" altLang="en-US" sz="1600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244205" y="6054725"/>
            <a:ext cx="21672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>
                <a:latin typeface="楷体" panose="02010609060101010101" charset="-122"/>
                <a:ea typeface="楷体" panose="02010609060101010101" charset="-122"/>
              </a:rPr>
              <a:t>带元数据</a:t>
            </a:r>
            <a:r>
              <a:rPr lang="en-US" altLang="zh-CN" sz="1600" dirty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lang="zh-CN" altLang="en-US" sz="1600" dirty="0">
                <a:latin typeface="楷体" panose="02010609060101010101" charset="-122"/>
                <a:ea typeface="楷体" panose="02010609060101010101" charset="-122"/>
              </a:rPr>
              <a:t>与白话语体对齐的</a:t>
            </a:r>
            <a:r>
              <a:rPr lang="zh-CN" altLang="en-US" sz="1600" dirty="0">
                <a:latin typeface="楷体" panose="02010609060101010101" charset="-122"/>
                <a:ea typeface="楷体" panose="02010609060101010101" charset="-122"/>
              </a:rPr>
              <a:t>精炼数据</a:t>
            </a:r>
            <a:endParaRPr lang="zh-CN" altLang="en-US" sz="1600" dirty="0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8737600" y="6356357"/>
            <a:ext cx="284480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kumimoji="0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多源历史数据</a:t>
            </a:r>
            <a:r>
              <a:rPr lang="en-US" altLang="zh-CN">
                <a:sym typeface="+mn-ea"/>
              </a:rPr>
              <a:t>：</a:t>
            </a:r>
            <a:r>
              <a:rPr lang="zh-CN" altLang="en-US" dirty="0"/>
              <a:t>概念层（词典库）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565150" y="742950"/>
            <a:ext cx="9556750" cy="1121410"/>
          </a:xfrm>
        </p:spPr>
        <p:txBody>
          <a:bodyPr>
            <a:normAutofit/>
          </a:bodyPr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检索方案：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知识图谱（关系跳转）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+BM25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（字面精准）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5" name="图片 34" descr="路径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54430"/>
            <a:ext cx="12192000" cy="2609850"/>
          </a:xfrm>
          <a:prstGeom prst="rect">
            <a:avLst/>
          </a:prstGeom>
        </p:spPr>
      </p:pic>
      <p:grpSp>
        <p:nvGrpSpPr>
          <p:cNvPr id="37" name="组合 36"/>
          <p:cNvGrpSpPr/>
          <p:nvPr/>
        </p:nvGrpSpPr>
        <p:grpSpPr>
          <a:xfrm>
            <a:off x="1329690" y="2334895"/>
            <a:ext cx="798830" cy="798830"/>
            <a:chOff x="2578" y="5340"/>
            <a:chExt cx="1258" cy="1258"/>
          </a:xfrm>
        </p:grpSpPr>
        <p:sp>
          <p:nvSpPr>
            <p:cNvPr id="38" name="泪滴形 37"/>
            <p:cNvSpPr/>
            <p:nvPr/>
          </p:nvSpPr>
          <p:spPr>
            <a:xfrm rot="8100000">
              <a:off x="2578" y="5340"/>
              <a:ext cx="1259" cy="1259"/>
            </a:xfrm>
            <a:prstGeom prst="teardrop">
              <a:avLst/>
            </a:prstGeom>
            <a:solidFill>
              <a:srgbClr val="A2B7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2831" y="5594"/>
              <a:ext cx="752" cy="7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0" name="PA-1"/>
          <p:cNvSpPr/>
          <p:nvPr>
            <p:custDataLst>
              <p:tags r:id="rId2"/>
            </p:custDataLst>
          </p:nvPr>
        </p:nvSpPr>
        <p:spPr bwMode="auto">
          <a:xfrm>
            <a:off x="448945" y="3738880"/>
            <a:ext cx="3374390" cy="2712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8573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285750" indent="-2857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lt"/>
              </a:rPr>
              <a:t>意象归一化 </a:t>
            </a:r>
            <a:endParaRPr lang="zh-CN" altLang="en-US" sz="18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lt"/>
            </a:endParaRPr>
          </a:p>
          <a:p>
            <a:pPr indent="0" algn="l">
              <a:lnSpc>
                <a:spcPct val="150000"/>
              </a:lnSpc>
              <a:buFont typeface="Arial" panose="020B0704020202020204" pitchFamily="34" charset="0"/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lt"/>
              </a:rPr>
              <a:t>     利用 alias_map 将查询词映射为标准意象</a:t>
            </a:r>
            <a:endParaRPr lang="zh-CN" altLang="en-US" sz="18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lt"/>
            </a:endParaRPr>
          </a:p>
          <a:p>
            <a:pPr marL="285750" indent="-2857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lt"/>
              </a:rPr>
              <a:t>解决“同义异名”问题</a:t>
            </a:r>
            <a:endParaRPr lang="zh-CN" altLang="en-US" sz="18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lt"/>
            </a:endParaRPr>
          </a:p>
          <a:p>
            <a:pPr marL="285750" indent="-2857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将用户的现代词汇（如：台湾省长）改写为历史标准词（如：福建台湾巡抚）</a:t>
            </a:r>
            <a:endParaRPr lang="zh-CN" altLang="en-US" sz="1800">
              <a:latin typeface="宋体" pitchFamily="2" charset="-122"/>
              <a:ea typeface="宋体" pitchFamily="2" charset="-122"/>
              <a:cs typeface="宋体" pitchFamily="2" charset="-122"/>
              <a:sym typeface="+mn-lt"/>
            </a:endParaRPr>
          </a:p>
        </p:txBody>
      </p:sp>
      <p:sp>
        <p:nvSpPr>
          <p:cNvPr id="41" name="PA-1"/>
          <p:cNvSpPr txBox="1"/>
          <p:nvPr>
            <p:custDataLst>
              <p:tags r:id="rId3"/>
            </p:custDataLst>
          </p:nvPr>
        </p:nvSpPr>
        <p:spPr bwMode="auto">
          <a:xfrm>
            <a:off x="349885" y="3418840"/>
            <a:ext cx="2758440" cy="648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8573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+mn-ea"/>
                <a:sym typeface="+mn-lt"/>
              </a:rPr>
              <a:t>基于</a:t>
            </a:r>
            <a:r>
              <a:rPr lang="zh-CN" altLang="en-US" sz="2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+mn-ea"/>
                <a:sym typeface="+mn-lt"/>
              </a:rPr>
              <a:t>知识图谱的符号检索</a:t>
            </a:r>
            <a:endParaRPr lang="en-US" altLang="zh-CN" sz="2000" b="1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+mn-ea"/>
              <a:sym typeface="+mn-lt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5562600" y="1793240"/>
            <a:ext cx="798830" cy="798830"/>
            <a:chOff x="2578" y="5340"/>
            <a:chExt cx="1258" cy="1258"/>
          </a:xfrm>
        </p:grpSpPr>
        <p:sp>
          <p:nvSpPr>
            <p:cNvPr id="43" name="泪滴形 42"/>
            <p:cNvSpPr/>
            <p:nvPr/>
          </p:nvSpPr>
          <p:spPr>
            <a:xfrm rot="8100000">
              <a:off x="2578" y="5340"/>
              <a:ext cx="1259" cy="1259"/>
            </a:xfrm>
            <a:prstGeom prst="teardrop">
              <a:avLst/>
            </a:prstGeom>
            <a:solidFill>
              <a:srgbClr val="506F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2831" y="5594"/>
              <a:ext cx="752" cy="7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5" name="PA-1"/>
          <p:cNvSpPr/>
          <p:nvPr>
            <p:custDataLst>
              <p:tags r:id="rId4"/>
            </p:custDataLst>
          </p:nvPr>
        </p:nvSpPr>
        <p:spPr bwMode="auto">
          <a:xfrm>
            <a:off x="4339590" y="3201035"/>
            <a:ext cx="3956050" cy="3358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8573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285750" indent="-2857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lt"/>
              </a:rPr>
              <a:t>最大正向匹配（FMM） 进行分词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lt"/>
            </a:endParaRPr>
          </a:p>
          <a:p>
            <a:pPr marL="171450" indent="-1714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lt"/>
              </a:rPr>
              <a:t>  优先级： 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lt"/>
            </a:endParaRPr>
          </a:p>
          <a:p>
            <a:pPr indent="0" algn="l">
              <a:lnSpc>
                <a:spcPct val="150000"/>
              </a:lnSpc>
              <a:buFont typeface="Arial" panose="020B0704020202020204" pitchFamily="34" charset="0"/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lt"/>
              </a:rPr>
              <a:t>   意象词（alias 中最长优先）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lt"/>
              </a:rPr>
              <a:t>&gt; 古文常见词（common_vocab）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lt"/>
              </a:rPr>
              <a:t>&gt; 单字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lt"/>
            </a:endParaRPr>
          </a:p>
          <a:p>
            <a:pPr algn="l">
              <a:lnSpc>
                <a:spcPct val="150000"/>
              </a:lnSpc>
            </a:pPr>
            <a:endParaRPr lang="zh-CN" altLang="en-US">
              <a:solidFill>
                <a:schemeClr val="tx1"/>
              </a:solidFill>
              <a:latin typeface="宋体" pitchFamily="2" charset="-122"/>
              <a:ea typeface="宋体" pitchFamily="2" charset="-122"/>
              <a:cs typeface="宋体" pitchFamily="2" charset="-122"/>
              <a:sym typeface="+mn-lt"/>
            </a:endParaRPr>
          </a:p>
        </p:txBody>
      </p:sp>
      <p:sp>
        <p:nvSpPr>
          <p:cNvPr id="46" name="PA-1"/>
          <p:cNvSpPr txBox="1"/>
          <p:nvPr>
            <p:custDataLst>
              <p:tags r:id="rId5"/>
            </p:custDataLst>
          </p:nvPr>
        </p:nvSpPr>
        <p:spPr bwMode="auto">
          <a:xfrm>
            <a:off x="4535805" y="2758440"/>
            <a:ext cx="2947670" cy="786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8573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意象感知</a:t>
            </a:r>
            <a:r>
              <a:rPr lang="en-US" altLang="zh-CN" sz="2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 BM25</a:t>
            </a:r>
            <a:r>
              <a:rPr lang="zh-CN" altLang="en-US" sz="2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稀疏</a:t>
            </a:r>
            <a:r>
              <a:rPr lang="zh-CN" altLang="en-US" sz="2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lt"/>
              </a:rPr>
              <a:t>检索</a:t>
            </a:r>
            <a:endParaRPr lang="zh-CN" altLang="en-US" sz="2000" b="1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lt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9624060" y="1154430"/>
            <a:ext cx="798830" cy="798830"/>
            <a:chOff x="2578" y="5340"/>
            <a:chExt cx="1258" cy="1258"/>
          </a:xfrm>
        </p:grpSpPr>
        <p:sp>
          <p:nvSpPr>
            <p:cNvPr id="48" name="泪滴形 47"/>
            <p:cNvSpPr/>
            <p:nvPr/>
          </p:nvSpPr>
          <p:spPr>
            <a:xfrm rot="8100000">
              <a:off x="2578" y="5340"/>
              <a:ext cx="1259" cy="1259"/>
            </a:xfrm>
            <a:prstGeom prst="teardrop">
              <a:avLst/>
            </a:prstGeom>
            <a:solidFill>
              <a:srgbClr val="AF7E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2831" y="5594"/>
              <a:ext cx="752" cy="7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0" name="PA-1"/>
          <p:cNvSpPr/>
          <p:nvPr>
            <p:custDataLst>
              <p:tags r:id="rId6"/>
            </p:custDataLst>
          </p:nvPr>
        </p:nvSpPr>
        <p:spPr bwMode="auto">
          <a:xfrm>
            <a:off x="8569960" y="2699385"/>
            <a:ext cx="2947670" cy="4194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8573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lt"/>
              </a:rPr>
              <a:t>高维语义映射 (Embedding)采用 BGE-Small 模型计算 Query-Doc 余弦相似度</a:t>
            </a:r>
            <a:endParaRPr lang="zh-CN" altLang="en-US" sz="18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lt"/>
            </a:endParaRPr>
          </a:p>
          <a:p>
            <a:pPr marL="171450" indent="-1714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lt"/>
              </a:rPr>
              <a:t>多视图文档扩展  </a:t>
            </a:r>
            <a:endParaRPr lang="zh-CN" altLang="en-US" sz="18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lt"/>
            </a:endParaRPr>
          </a:p>
          <a:p>
            <a:pPr indent="0" algn="l">
              <a:lnSpc>
                <a:spcPct val="150000"/>
              </a:lnSpc>
              <a:buFont typeface="Arial" panose="020B0704020202020204" pitchFamily="34" charset="0"/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lt"/>
              </a:rPr>
              <a:t>   索引单元包含：原文 + 白话译文 + 深度赏析</a:t>
            </a:r>
            <a:endParaRPr lang="zh-CN" altLang="en-US" sz="18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lt"/>
            </a:endParaRPr>
          </a:p>
          <a:p>
            <a:pPr marL="171450" indent="-1714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lt"/>
              </a:rPr>
              <a:t>跨语体对齐</a:t>
            </a:r>
            <a:endParaRPr lang="zh-CN" altLang="en-US" sz="18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lt"/>
            </a:endParaRPr>
          </a:p>
          <a:p>
            <a:pPr indent="0" algn="l">
              <a:lnSpc>
                <a:spcPct val="150000"/>
              </a:lnSpc>
              <a:buFont typeface="Arial" panose="020B0704020202020204" pitchFamily="34" charset="0"/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lt"/>
              </a:rPr>
              <a:t>   弥合“现代口语查询”与“文言文文本”的语义鸿沟</a:t>
            </a:r>
            <a:endParaRPr lang="zh-CN" altLang="en-US" sz="18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51" name="PA-1"/>
          <p:cNvSpPr txBox="1"/>
          <p:nvPr>
            <p:custDataLst>
              <p:tags r:id="rId7"/>
            </p:custDataLst>
          </p:nvPr>
        </p:nvSpPr>
        <p:spPr bwMode="auto">
          <a:xfrm>
            <a:off x="8942705" y="2152650"/>
            <a:ext cx="2162810" cy="704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8573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+mn-ea"/>
                <a:sym typeface="+mn-lt"/>
              </a:rPr>
              <a:t>语义向量稠密检索</a:t>
            </a:r>
            <a:endParaRPr lang="zh-CN" altLang="en-US" sz="2000" b="1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+mn-ea"/>
              <a:sym typeface="+mn-lt"/>
            </a:endParaRPr>
          </a:p>
        </p:txBody>
      </p:sp>
      <p:pic>
        <p:nvPicPr>
          <p:cNvPr id="52" name="图片 51" descr="a-hezuo2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01555" y="1433195"/>
            <a:ext cx="243205" cy="243205"/>
          </a:xfrm>
          <a:prstGeom prst="rect">
            <a:avLst/>
          </a:prstGeom>
        </p:spPr>
      </p:pic>
      <p:pic>
        <p:nvPicPr>
          <p:cNvPr id="53" name="图片 52" descr="a-jiankong1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40095" y="2071370"/>
            <a:ext cx="243205" cy="243205"/>
          </a:xfrm>
          <a:prstGeom prst="rect">
            <a:avLst/>
          </a:prstGeom>
        </p:spPr>
      </p:pic>
      <p:pic>
        <p:nvPicPr>
          <p:cNvPr id="54" name="图片 53" descr="a-shenpi2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07820" y="2613025"/>
            <a:ext cx="243205" cy="243205"/>
          </a:xfrm>
          <a:prstGeom prst="rect">
            <a:avLst/>
          </a:prstGeom>
        </p:spPr>
      </p:pic>
      <p:sp>
        <p:nvSpPr>
          <p:cNvPr id="55" name="圆角矩形 54"/>
          <p:cNvSpPr/>
          <p:nvPr/>
        </p:nvSpPr>
        <p:spPr>
          <a:xfrm>
            <a:off x="4417060" y="5404485"/>
            <a:ext cx="3729355" cy="118491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4535805" y="5652770"/>
            <a:ext cx="35179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确保专有名词不被错误切分，如将“燕山”切分成“燕”“山”</a:t>
            </a:r>
            <a:endParaRPr lang="zh-CN" altLang="en-US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5" grpId="0"/>
      <p:bldP spid="46" grpId="0"/>
      <p:bldP spid="50" grpId="0"/>
      <p:bldP spid="5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kumimoji="0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多源历史数据</a:t>
            </a:r>
            <a:r>
              <a:rPr lang="en-US" altLang="zh-CN">
                <a:sym typeface="+mn-ea"/>
              </a:rPr>
              <a:t>：</a:t>
            </a:r>
            <a:r>
              <a:rPr lang="zh-CN" altLang="en-US" dirty="0"/>
              <a:t>证据层（奏折档案</a:t>
            </a:r>
            <a:r>
              <a:rPr lang="en-US" altLang="zh-CN" dirty="0"/>
              <a:t>）</a:t>
            </a:r>
            <a:endParaRPr lang="en-US" altLang="zh-CN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565150" y="742950"/>
            <a:ext cx="9556750" cy="1121410"/>
          </a:xfrm>
        </p:spPr>
        <p:txBody>
          <a:bodyPr>
            <a:normAutofit/>
          </a:bodyPr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检索方案：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混合检索（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Hybrid Search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）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+ 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关系加权重排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07415" y="1806575"/>
            <a:ext cx="4970145" cy="1109345"/>
            <a:chOff x="1461" y="1905"/>
            <a:chExt cx="7827" cy="1747"/>
          </a:xfrm>
        </p:grpSpPr>
        <p:sp>
          <p:nvSpPr>
            <p:cNvPr id="5" name="PA-1"/>
            <p:cNvSpPr/>
            <p:nvPr>
              <p:custDataLst>
                <p:tags r:id="rId1"/>
              </p:custDataLst>
            </p:nvPr>
          </p:nvSpPr>
          <p:spPr bwMode="auto">
            <a:xfrm>
              <a:off x="3201" y="2414"/>
              <a:ext cx="6087" cy="1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8573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>
                <a:lnSpc>
                  <a:spcPct val="150000"/>
                </a:lnSpc>
              </a:pPr>
              <a:r>
                <a:rPr lang="zh-CN" altLang="en-US" sz="1800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  <a:sym typeface="+mn-lt"/>
                </a:rPr>
                <a:t>关键</a:t>
              </a:r>
              <a:r>
                <a:rPr lang="zh-CN" altLang="en-US" sz="1800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  <a:sym typeface="+mn-lt"/>
                </a:rPr>
                <a:t>事物覆盖度优先</a:t>
              </a:r>
              <a:endPara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22" name="PA-1"/>
            <p:cNvSpPr txBox="1"/>
            <p:nvPr>
              <p:custDataLst>
                <p:tags r:id="rId2"/>
              </p:custDataLst>
            </p:nvPr>
          </p:nvSpPr>
          <p:spPr bwMode="auto">
            <a:xfrm>
              <a:off x="3165" y="1908"/>
              <a:ext cx="2385" cy="5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8573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  <a:sym typeface="+mn-lt"/>
                </a:rPr>
                <a:t>Tier 1 (硬约束)：</a:t>
              </a:r>
              <a:endParaRPr lang="zh-CN" altLang="en-US" sz="24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1461" y="1905"/>
              <a:ext cx="1367" cy="1393"/>
            </a:xfrm>
            <a:prstGeom prst="ellipse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/>
                <a:t>01</a:t>
              </a:r>
              <a:endParaRPr lang="en-US" altLang="zh-CN" sz="2800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414770" y="1809750"/>
            <a:ext cx="5012055" cy="1220470"/>
            <a:chOff x="1359" y="4526"/>
            <a:chExt cx="7893" cy="1922"/>
          </a:xfrm>
        </p:grpSpPr>
        <p:sp>
          <p:nvSpPr>
            <p:cNvPr id="9" name="PA-1"/>
            <p:cNvSpPr/>
            <p:nvPr>
              <p:custDataLst>
                <p:tags r:id="rId3"/>
              </p:custDataLst>
            </p:nvPr>
          </p:nvSpPr>
          <p:spPr bwMode="auto">
            <a:xfrm>
              <a:off x="3165" y="5210"/>
              <a:ext cx="6087" cy="1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8573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宋体" pitchFamily="2" charset="-122"/>
                  <a:ea typeface="宋体" pitchFamily="2" charset="-122"/>
                  <a:cs typeface="宋体" pitchFamily="2" charset="-122"/>
                  <a:sym typeface="+mn-lt"/>
                </a:rPr>
                <a:t>同级内使用</a:t>
              </a:r>
              <a:r>
                <a:rPr lang="en-US" altLang="zh-CN" sz="2000">
                  <a:latin typeface="宋体" pitchFamily="2" charset="-122"/>
                  <a:ea typeface="宋体" pitchFamily="2" charset="-122"/>
                  <a:cs typeface="宋体" pitchFamily="2" charset="-122"/>
                  <a:sym typeface="+mn-lt"/>
                </a:rPr>
                <a:t> RRF (</a:t>
              </a:r>
              <a:r>
                <a:rPr lang="zh-CN" altLang="en-US" sz="2000">
                  <a:latin typeface="宋体" pitchFamily="2" charset="-122"/>
                  <a:ea typeface="宋体" pitchFamily="2" charset="-122"/>
                  <a:cs typeface="宋体" pitchFamily="2" charset="-122"/>
                  <a:sym typeface="+mn-lt"/>
                </a:rPr>
                <a:t>倒数排名融合</a:t>
              </a:r>
              <a:r>
                <a:rPr lang="en-US" altLang="zh-CN" sz="2000">
                  <a:latin typeface="宋体" pitchFamily="2" charset="-122"/>
                  <a:ea typeface="宋体" pitchFamily="2" charset="-122"/>
                  <a:cs typeface="宋体" pitchFamily="2" charset="-122"/>
                  <a:sym typeface="+mn-lt"/>
                </a:rPr>
                <a:t>) </a:t>
              </a:r>
              <a:r>
                <a:rPr lang="zh-CN" altLang="en-US" sz="2000">
                  <a:latin typeface="宋体" pitchFamily="2" charset="-122"/>
                  <a:ea typeface="宋体" pitchFamily="2" charset="-122"/>
                  <a:cs typeface="宋体" pitchFamily="2" charset="-122"/>
                  <a:sym typeface="+mn-lt"/>
                </a:rPr>
                <a:t>结合向量分与</a:t>
              </a:r>
              <a:r>
                <a:rPr lang="en-US" altLang="zh-CN" sz="2000">
                  <a:latin typeface="宋体" pitchFamily="2" charset="-122"/>
                  <a:ea typeface="宋体" pitchFamily="2" charset="-122"/>
                  <a:cs typeface="宋体" pitchFamily="2" charset="-122"/>
                  <a:sym typeface="+mn-lt"/>
                </a:rPr>
                <a:t> BM25 </a:t>
              </a:r>
              <a:r>
                <a:rPr lang="zh-CN" altLang="en-US" sz="2000">
                  <a:latin typeface="宋体" pitchFamily="2" charset="-122"/>
                  <a:ea typeface="宋体" pitchFamily="2" charset="-122"/>
                  <a:cs typeface="宋体" pitchFamily="2" charset="-122"/>
                  <a:sym typeface="+mn-lt"/>
                </a:rPr>
                <a:t>分。</a:t>
              </a:r>
              <a:endParaRPr lang="zh-CN" altLang="en-US" sz="2000">
                <a:solidFill>
                  <a:schemeClr val="bg1">
                    <a:lumMod val="50000"/>
                  </a:schemeClr>
                </a:solidFill>
                <a:latin typeface="宋体" pitchFamily="2" charset="-122"/>
                <a:ea typeface="宋体" pitchFamily="2" charset="-122"/>
                <a:cs typeface="宋体" pitchFamily="2" charset="-122"/>
                <a:sym typeface="+mn-lt"/>
              </a:endParaRPr>
            </a:p>
          </p:txBody>
        </p:sp>
        <p:sp>
          <p:nvSpPr>
            <p:cNvPr id="10" name="PA-1"/>
            <p:cNvSpPr txBox="1"/>
            <p:nvPr>
              <p:custDataLst>
                <p:tags r:id="rId4"/>
              </p:custDataLst>
            </p:nvPr>
          </p:nvSpPr>
          <p:spPr bwMode="auto">
            <a:xfrm>
              <a:off x="3165" y="4529"/>
              <a:ext cx="2385" cy="5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8573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  <a:sym typeface="+mn-lt"/>
                </a:rPr>
                <a:t>Tier 2 (软得分)：</a:t>
              </a:r>
              <a:endParaRPr lang="zh-CN" altLang="en-US" sz="24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1359" y="4526"/>
              <a:ext cx="1469" cy="1395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/>
                <a:t>02</a:t>
              </a:r>
              <a:endParaRPr lang="en-US" altLang="zh-CN" sz="2800"/>
            </a:p>
          </p:txBody>
        </p:sp>
      </p:grpSp>
      <p:pic>
        <p:nvPicPr>
          <p:cNvPr id="18" name="图片 17" descr="Generated Image December 21, 2025 - 10_16PM"/>
          <p:cNvPicPr>
            <a:picLocks noChangeAspect="1"/>
          </p:cNvPicPr>
          <p:nvPr/>
        </p:nvPicPr>
        <p:blipFill>
          <a:blip r:embed="rId5"/>
          <a:srcRect r="142" b="1801"/>
          <a:stretch>
            <a:fillRect/>
          </a:stretch>
        </p:blipFill>
        <p:spPr>
          <a:xfrm>
            <a:off x="428625" y="2950210"/>
            <a:ext cx="5647055" cy="3566160"/>
          </a:xfrm>
          <a:prstGeom prst="roundRect">
            <a:avLst/>
          </a:prstGeom>
        </p:spPr>
      </p:pic>
      <p:sp>
        <p:nvSpPr>
          <p:cNvPr id="19" name="圆角矩形 18"/>
          <p:cNvSpPr/>
          <p:nvPr/>
        </p:nvSpPr>
        <p:spPr>
          <a:xfrm>
            <a:off x="422910" y="2971800"/>
            <a:ext cx="5652135" cy="352679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989455" y="315468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查询</a:t>
            </a:r>
            <a:r>
              <a:rPr lang="en-US" altLang="zh-CN"/>
              <a:t>：</a:t>
            </a:r>
            <a:endParaRPr lang="en-US" altLang="zh-CN"/>
          </a:p>
          <a:p>
            <a:r>
              <a:rPr lang="zh-CN" altLang="en-US"/>
              <a:t>“</a:t>
            </a:r>
            <a:r>
              <a:rPr lang="en-US" altLang="zh-CN"/>
              <a:t>“</a:t>
            </a:r>
            <a:r>
              <a:rPr lang="zh-CN" altLang="en-US"/>
              <a:t>刘铭传</a:t>
            </a:r>
            <a:r>
              <a:rPr lang="en-US" altLang="zh-CN"/>
              <a:t>”</a:t>
            </a:r>
            <a:r>
              <a:rPr lang="zh-CN" altLang="en-US"/>
              <a:t>和</a:t>
            </a:r>
            <a:r>
              <a:rPr lang="en-US" altLang="zh-CN"/>
              <a:t>“</a:t>
            </a:r>
            <a:r>
              <a:rPr lang="zh-CN" altLang="en-US"/>
              <a:t>丁日昌</a:t>
            </a:r>
            <a:r>
              <a:rPr lang="en-US" altLang="zh-CN"/>
              <a:t>”</a:t>
            </a:r>
            <a:r>
              <a:rPr lang="zh-CN" altLang="en-US"/>
              <a:t>”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3107055" y="3799840"/>
            <a:ext cx="27705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accent2"/>
                </a:solidFill>
              </a:rPr>
              <a:t>+10000 Score Boost！</a:t>
            </a:r>
            <a:endParaRPr lang="en-US" altLang="zh-CN" sz="2000" b="1">
              <a:solidFill>
                <a:schemeClr val="accent2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351530" y="4198620"/>
            <a:ext cx="22815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保证</a:t>
            </a:r>
            <a:r>
              <a:rPr lang="zh-CN" altLang="en-US">
                <a:sym typeface="+mn-ea"/>
              </a:rPr>
              <a:t>“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刘铭传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丁日昌</a:t>
            </a:r>
            <a:r>
              <a:rPr lang="en-US" altLang="zh-CN">
                <a:sym typeface="+mn-ea"/>
              </a:rPr>
              <a:t>”</a:t>
            </a:r>
            <a:r>
              <a:rPr lang="zh-CN" altLang="en-US"/>
              <a:t>关键词</a:t>
            </a:r>
            <a:r>
              <a:rPr lang="zh-CN" altLang="en-US"/>
              <a:t>必须出现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3283585" y="613029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High-Priority Candidates</a:t>
            </a:r>
            <a:endParaRPr lang="en-US" altLang="zh-CN" sz="1600"/>
          </a:p>
        </p:txBody>
      </p:sp>
      <p:pic>
        <p:nvPicPr>
          <p:cNvPr id="25" name="图片 24" descr="Generated Image December 21, 2025 - 10_18PM"/>
          <p:cNvPicPr>
            <a:picLocks noChangeAspect="1"/>
          </p:cNvPicPr>
          <p:nvPr/>
        </p:nvPicPr>
        <p:blipFill>
          <a:blip r:embed="rId6"/>
          <a:srcRect r="-942" b="981"/>
          <a:stretch>
            <a:fillRect/>
          </a:stretch>
        </p:blipFill>
        <p:spPr>
          <a:xfrm>
            <a:off x="6238240" y="2990850"/>
            <a:ext cx="5647055" cy="3462655"/>
          </a:xfrm>
          <a:prstGeom prst="roundRect">
            <a:avLst/>
          </a:prstGeom>
        </p:spPr>
      </p:pic>
      <p:sp>
        <p:nvSpPr>
          <p:cNvPr id="26" name="圆角矩形 25"/>
          <p:cNvSpPr/>
          <p:nvPr/>
        </p:nvSpPr>
        <p:spPr>
          <a:xfrm>
            <a:off x="6258560" y="3001010"/>
            <a:ext cx="5628005" cy="345249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6560820" y="593534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Vector Score</a:t>
            </a:r>
            <a:endParaRPr lang="en-US" altLang="zh-CN" sz="1600"/>
          </a:p>
        </p:txBody>
      </p:sp>
      <p:cxnSp>
        <p:nvCxnSpPr>
          <p:cNvPr id="28" name="直接箭头连接符 27"/>
          <p:cNvCxnSpPr>
            <a:endCxn id="23" idx="1"/>
          </p:cNvCxnSpPr>
          <p:nvPr/>
        </p:nvCxnSpPr>
        <p:spPr>
          <a:xfrm>
            <a:off x="2692400" y="4643120"/>
            <a:ext cx="659130" cy="16510"/>
          </a:xfrm>
          <a:prstGeom prst="straightConnector1">
            <a:avLst/>
          </a:prstGeom>
          <a:ln w="88900">
            <a:solidFill>
              <a:schemeClr val="accent5">
                <a:lumMod val="75000"/>
              </a:schemeClr>
            </a:solidFill>
            <a:tailEnd type="triangle" w="sm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1618615" y="3789045"/>
            <a:ext cx="0" cy="31305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1640840" y="5511165"/>
            <a:ext cx="0" cy="3803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>
            <a:off x="1640840" y="5868670"/>
            <a:ext cx="2303780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下弧形箭头 35"/>
          <p:cNvSpPr/>
          <p:nvPr/>
        </p:nvSpPr>
        <p:spPr>
          <a:xfrm>
            <a:off x="5353685" y="4655185"/>
            <a:ext cx="1565275" cy="424815"/>
          </a:xfrm>
          <a:prstGeom prst="curvedUpArrow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8" name="直接连接符 37"/>
          <p:cNvCxnSpPr/>
          <p:nvPr/>
        </p:nvCxnSpPr>
        <p:spPr>
          <a:xfrm>
            <a:off x="7143115" y="4549140"/>
            <a:ext cx="0" cy="6038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>
            <a:off x="7140575" y="4817745"/>
            <a:ext cx="1009015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>
            <a:off x="9916160" y="4817745"/>
            <a:ext cx="402590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7964170" y="3507105"/>
                <a:ext cx="2089785" cy="1516380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DejaVu Math TeX Gyre" panose="02000503000000000000" charset="0"/>
                              <a:ea typeface="宋体" pitchFamily="2" charset="-122"/>
                              <a:cs typeface="DejaVu Math TeX Gyre" panose="02000503000000000000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latin typeface="DejaVu Math TeX Gyre" panose="02000503000000000000" charset="0"/>
                              <a:ea typeface="宋体" pitchFamily="2" charset="-122"/>
                              <a:cs typeface="DejaVu Math TeX Gyre" panose="02000503000000000000" charset="0"/>
                            </a:rPr>
                            <m:t>𝑘</m:t>
                          </m:r>
                          <m:r>
                            <a:rPr lang="en-US" altLang="zh-CN" sz="2000" i="1">
                              <a:latin typeface="DejaVu Math TeX Gyre" panose="02000503000000000000" charset="0"/>
                              <a:ea typeface="宋体" pitchFamily="2" charset="-122"/>
                              <a:cs typeface="DejaVu Math TeX Gyre" panose="02000503000000000000" charset="0"/>
                            </a:rPr>
                            <m:t>+</m:t>
                          </m:r>
                          <m:r>
                            <a:rPr lang="en-US" altLang="zh-CN" sz="2000" i="1">
                              <a:latin typeface="DejaVu Math TeX Gyre" panose="02000503000000000000" charset="0"/>
                              <a:ea typeface="宋体" pitchFamily="2" charset="-122"/>
                              <a:cs typeface="DejaVu Math TeX Gyre" panose="02000503000000000000" charset="0"/>
                            </a:rPr>
                            <m:t>𝑟𝑎𝑛𝑘</m:t>
                          </m:r>
                        </m:den>
                      </m:f>
                    </m:oMath>
                  </m:oMathPara>
                </a14:m>
                <a:endParaRPr lang="zh-CN" altLang="en-US" sz="2000"/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4170" y="3507105"/>
                <a:ext cx="2089785" cy="151638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kumimoji="0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多源历史数据</a:t>
            </a:r>
            <a:r>
              <a:rPr lang="en-US" altLang="zh-CN">
                <a:sym typeface="+mn-ea"/>
              </a:rPr>
              <a:t>：</a:t>
            </a:r>
            <a:r>
              <a:rPr lang="zh-CN" altLang="en-US" dirty="0"/>
              <a:t>时空层（编年实录）</a:t>
            </a:r>
            <a:endParaRPr lang="zh-CN" altLang="en-US" dirty="0"/>
          </a:p>
        </p:txBody>
      </p:sp>
      <p:sp>
        <p:nvSpPr>
          <p:cNvPr id="14" name="内容占位符 1"/>
          <p:cNvSpPr txBox="1"/>
          <p:nvPr/>
        </p:nvSpPr>
        <p:spPr>
          <a:xfrm>
            <a:off x="565150" y="4565015"/>
            <a:ext cx="9998710" cy="455485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805" kern="1200" baseline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704020202020204" pitchFamily="34" charset="0"/>
              <a:buChar char="•"/>
              <a:defRPr sz="2405" kern="1200" baseline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704020202020204" pitchFamily="34" charset="0"/>
              <a:buChar char="•"/>
              <a:defRPr sz="1805" kern="1200" baseline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704020202020204" pitchFamily="34" charset="0"/>
              <a:buChar char="•"/>
              <a:defRPr sz="1605" kern="1200" baseline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704020202020204" pitchFamily="34" charset="0"/>
              <a:buChar char="•"/>
              <a:defRPr sz="1605" kern="1200" baseline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lnSpc>
                <a:spcPct val="150000"/>
              </a:lnSpc>
            </a:pPr>
            <a:r>
              <a:rPr lang="zh-CN" altLang="en-US" sz="1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结构化数据</a:t>
            </a:r>
            <a:r>
              <a:rPr lang="en-US" altLang="zh-CN" sz="1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标注每一条记录都包含：朝代、年号、公历起止、时间粒度。</a:t>
            </a:r>
            <a:endParaRPr lang="zh-CN" altLang="en-US" sz="18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285750" lvl="1" indent="-285750">
              <a:lnSpc>
                <a:spcPct val="150000"/>
              </a:lnSpc>
            </a:pP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实录是按日排列的。检索时，系统会先通过奏折确定一个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“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时间点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”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，然后在实录中开启一个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“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时间窗口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”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（例如前后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12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个月）进行定向检索，确保事件的结局能被精准捕捉。</a:t>
            </a:r>
            <a:endParaRPr lang="zh-CN" altLang="en-US" sz="18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285750" lvl="1" indent="-285750">
              <a:lnSpc>
                <a:spcPct val="150000"/>
              </a:lnSpc>
            </a:pP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系统支持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“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相对时间窗口过滤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” 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和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“</a:t>
            </a:r>
            <a:r>
              <a:rPr lang="zh-CN" altLang="en-US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跨皇帝时期的连续区间检索</a:t>
            </a:r>
            <a:r>
              <a:rPr lang="en-US" altLang="zh-CN" sz="18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”</a:t>
            </a:r>
            <a:endParaRPr lang="zh-CN" altLang="en-US" sz="18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565150" y="742950"/>
            <a:ext cx="9556750" cy="1121410"/>
          </a:xfrm>
        </p:spPr>
        <p:txBody>
          <a:bodyPr>
            <a:normAutofit/>
          </a:bodyPr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检索方案：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元数据过滤（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Metadata Filter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）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+ 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线性扫描。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150" y="1499235"/>
            <a:ext cx="7517765" cy="29343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kumimoji="0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技术路线与架构设计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65149" y="495300"/>
            <a:ext cx="9556751" cy="6109508"/>
          </a:xfrm>
        </p:spPr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zh-CN" altLang="zh-CN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传统方法</a:t>
            </a:r>
            <a:endParaRPr lang="zh-CN" altLang="zh-CN" sz="28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4" name="内容占位符 1"/>
          <p:cNvSpPr txBox="1"/>
          <p:nvPr/>
        </p:nvSpPr>
        <p:spPr>
          <a:xfrm>
            <a:off x="1063625" y="5432425"/>
            <a:ext cx="9727565" cy="512191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805" kern="1200" baseline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704020202020204" pitchFamily="34" charset="0"/>
              <a:buChar char="•"/>
              <a:defRPr sz="2405" kern="1200" baseline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704020202020204" pitchFamily="34" charset="0"/>
              <a:buChar char="•"/>
              <a:defRPr sz="1805" kern="1200" baseline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704020202020204" pitchFamily="34" charset="0"/>
              <a:buChar char="•"/>
              <a:defRPr sz="1605" kern="1200" baseline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704020202020204" pitchFamily="34" charset="0"/>
              <a:buChar char="•"/>
              <a:defRPr sz="1605" kern="1200" baseline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引入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 Search-o1 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思想：改变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“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一次性检索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”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模式。</a:t>
            </a:r>
            <a:endParaRPr lang="zh-CN" altLang="en-US" sz="20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逻辑内核：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AI 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在思考过程中发现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“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知识缺口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” </a:t>
            </a:r>
            <a:r>
              <a:rPr lang="en-US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→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自主选择工具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→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迭代完善证据链。</a:t>
            </a:r>
            <a:endParaRPr lang="zh-CN" altLang="en-US" sz="20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spcBef>
                <a:spcPts val="0"/>
              </a:spcBef>
            </a:pPr>
            <a:endParaRPr lang="zh-CN" altLang="en-US" sz="20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565150" y="841375"/>
          <a:ext cx="11061065" cy="4443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652010"/>
                <a:gridCol w="4580255"/>
              </a:tblGrid>
              <a:tr h="684530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800" b="1" i="0" spc="130" dirty="0">
                          <a:solidFill>
                            <a:schemeClr val="bg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维度</a:t>
                      </a:r>
                      <a:endParaRPr lang="zh-CN" altLang="en-US" sz="1800" b="1" i="0" spc="130" dirty="0">
                        <a:solidFill>
                          <a:schemeClr val="bg1"/>
                        </a:solidFill>
                        <a:latin typeface="楷体" panose="02010609060101010101" charset="-122"/>
                        <a:ea typeface="楷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254000" marR="254000" marT="177800" marB="177800" anchor="ctr" anchorCtr="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600" b="0" i="0" dirty="0">
                          <a:solidFill>
                            <a:schemeClr val="bg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简单发放式智能体 (Common Agent)</a:t>
                      </a:r>
                      <a:endParaRPr lang="zh-CN" altLang="en-US" sz="1600" b="0" i="0" dirty="0">
                        <a:solidFill>
                          <a:schemeClr val="bg1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254000" marR="254000" marT="177800" marB="177800" anchor="ctr" anchorCtr="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600" b="0" i="0" dirty="0">
                          <a:solidFill>
                            <a:schemeClr val="bg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基于 Search-o1 的考据智能体 (Ours)</a:t>
                      </a:r>
                      <a:endParaRPr lang="zh-CN" altLang="en-US" sz="1600" b="0" i="0" dirty="0">
                        <a:solidFill>
                          <a:schemeClr val="bg1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254000" marR="254000" marT="177800" marB="177800" anchor="ctr" anchorCtr="0">
                    <a:solidFill>
                      <a:srgbClr val="C00000"/>
                    </a:solidFill>
                  </a:tcPr>
                </a:tc>
              </a:tr>
              <a:tr h="939800">
                <a:tc>
                  <a:txBody>
                    <a:bodyPr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zh-CN" altLang="en-US" sz="1800" b="1" i="0" spc="130" dirty="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检索逻辑</a:t>
                      </a:r>
                      <a:endParaRPr lang="zh-CN" altLang="en-US" sz="1800" b="1" i="0" spc="130" dirty="0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l" fontAlgn="ctr">
                        <a:lnSpc>
                          <a:spcPct val="120000"/>
                        </a:lnSpc>
                        <a:buClrTx/>
                        <a:buSzTx/>
                        <a:buFontTx/>
                      </a:pPr>
                      <a:r>
                        <a:rPr lang="zh-CN" altLang="en-US" sz="1600" b="0" i="0" dirty="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线性/一次性： 接到指令 → 搜三库 → 汇总。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l" fontAlgn="t">
                        <a:lnSpc>
                          <a:spcPct val="120000"/>
                        </a:lnSpc>
                      </a:pPr>
                      <a:r>
                        <a:rPr lang="zh-CN" altLang="en-US" sz="1600" b="0" i="0" dirty="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循环/启发式： 边思考边搜，发现证据不足自动补链。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254000" marR="254000" marT="177800" marB="177800" anchor="ctr" anchorCtr="0"/>
                </a:tc>
              </a:tr>
              <a:tr h="939800">
                <a:tc>
                  <a:txBody>
                    <a:bodyPr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zh-CN" altLang="en-US" sz="1800" b="1" i="0" spc="130" dirty="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知识处理</a:t>
                      </a:r>
                      <a:endParaRPr lang="zh-CN" altLang="en-US" sz="1800" b="1" i="0" spc="130" dirty="0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254000" marR="254000" marT="177800" marB="177800" anchor="ctr" anchorCtr="0">
                    <a:solidFill>
                      <a:srgbClr val="EDE7E8"/>
                    </a:solidFill>
                  </a:tcPr>
                </a:tc>
                <a:tc>
                  <a:txBody>
                    <a:bodyPr/>
                    <a:p>
                      <a:pPr algn="l" fontAlgn="ctr">
                        <a:lnSpc>
                          <a:spcPct val="120000"/>
                        </a:lnSpc>
                        <a:buClrTx/>
                        <a:buSzTx/>
                        <a:buFontTx/>
                      </a:pPr>
                      <a:r>
                        <a:rPr lang="zh-CN" altLang="en-US" sz="1600" b="0" i="0" dirty="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信息搬运： 把搜到的原文丢给模型。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254000" marR="254000" marT="177800" marB="177800" anchor="ctr" anchorCtr="0">
                    <a:solidFill>
                      <a:srgbClr val="EDE7E8"/>
                    </a:solidFill>
                  </a:tcPr>
                </a:tc>
                <a:tc>
                  <a:txBody>
                    <a:bodyPr/>
                    <a:p>
                      <a:pPr algn="l" fontAlgn="t">
                        <a:lnSpc>
                          <a:spcPct val="120000"/>
                        </a:lnSpc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RiD (Reason-in-Docs)： 基于白话对齐检索回的资料进行分析整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，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提取与问题最相关的信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254000" marR="254000" marT="177800" marB="177800" anchor="ctr" anchorCtr="0">
                    <a:solidFill>
                      <a:srgbClr val="EDE7E8"/>
                    </a:solidFill>
                  </a:tcPr>
                </a:tc>
              </a:tr>
              <a:tr h="939800">
                <a:tc>
                  <a:txBody>
                    <a:bodyPr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zh-CN" altLang="en-US" sz="1800" b="1" i="0" spc="130" dirty="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考据能力</a:t>
                      </a:r>
                      <a:endParaRPr lang="zh-CN" altLang="en-US" sz="1800" b="1" i="0" spc="130" dirty="0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l" fontAlgn="ctr">
                        <a:lnSpc>
                          <a:spcPct val="120000"/>
                        </a:lnSpc>
                        <a:buClrTx/>
                        <a:buSzTx/>
                        <a:buFontTx/>
                      </a:pPr>
                      <a:r>
                        <a:rPr lang="zh-CN" altLang="en-US" sz="1600" b="0" i="0" dirty="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容易被骗： 如果奏折撒谎，AI 就跟着错。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l" fontAlgn="t">
                        <a:lnSpc>
                          <a:spcPct val="120000"/>
                        </a:lnSpc>
                      </a:pPr>
                      <a:r>
                        <a:rPr lang="zh-CN" altLang="en-US" sz="1600" b="0" i="0" dirty="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矛盾检测： 自动比对“奏折说辞”与“实录定论”的冲突。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254000" marR="254000" marT="177800" marB="177800" anchor="ctr" anchorCtr="0"/>
                </a:tc>
              </a:tr>
              <a:tr h="939800">
                <a:tc>
                  <a:txBody>
                    <a:bodyPr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zh-CN" altLang="en-US" sz="1800" b="1" i="0" spc="130" dirty="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Times New Roman" panose="02020603050405020304" pitchFamily="18" charset="0"/>
                        </a:rPr>
                        <a:t>应对复杂题</a:t>
                      </a:r>
                      <a:endParaRPr lang="zh-CN" altLang="en-US" sz="1800" b="1" i="0" spc="130" dirty="0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l" fontAlgn="ctr">
                        <a:lnSpc>
                          <a:spcPct val="120000"/>
                        </a:lnSpc>
                        <a:buClrTx/>
                        <a:buSzTx/>
                        <a:buFontTx/>
                      </a:pPr>
                      <a:r>
                        <a:rPr lang="zh-CN" altLang="en-US" sz="1600" b="0" i="0" dirty="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回答肤浅： 只能回答“是什么”。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l" fontAlgn="t">
                        <a:lnSpc>
                          <a:spcPct val="120000"/>
                        </a:lnSpc>
                      </a:pPr>
                      <a:r>
                        <a:rPr lang="zh-CN" altLang="en-US" sz="1600" b="0" i="0" dirty="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深度分析： 能回答“为什么”和“事件如何演变”。</a:t>
                      </a:r>
                      <a:endParaRPr lang="zh-CN" altLang="en-US" sz="1600" b="0" i="0" dirty="0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254000" marR="254000" marT="177800" marB="17780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kumimoji="0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技术路线与架构设计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65149" y="487045"/>
            <a:ext cx="9556751" cy="6109508"/>
          </a:xfrm>
        </p:spPr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系统总体架构图</a:t>
            </a:r>
            <a:endParaRPr lang="zh-CN" altLang="en-US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1985" y="1249680"/>
            <a:ext cx="8026400" cy="5346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kumimoji="0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技术路线与架构设计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65149" y="742950"/>
            <a:ext cx="9556751" cy="847381"/>
          </a:xfrm>
        </p:spPr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关键技术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 1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：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Agentic Search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迭代循环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4" name="内容占位符 1"/>
          <p:cNvSpPr txBox="1"/>
          <p:nvPr/>
        </p:nvSpPr>
        <p:spPr>
          <a:xfrm>
            <a:off x="615949" y="1476031"/>
            <a:ext cx="11233151" cy="175844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805" kern="1200" baseline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704020202020204" pitchFamily="34" charset="0"/>
              <a:buChar char="•"/>
              <a:defRPr sz="2405" kern="1200" baseline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704020202020204" pitchFamily="34" charset="0"/>
              <a:buChar char="•"/>
              <a:defRPr sz="1805" kern="1200" baseline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704020202020204" pitchFamily="34" charset="0"/>
              <a:buChar char="•"/>
              <a:defRPr sz="1605" kern="1200" baseline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704020202020204" pitchFamily="34" charset="0"/>
              <a:buChar char="•"/>
              <a:defRPr sz="1605" kern="1200" baseline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ReAct </a:t>
            </a:r>
            <a:r>
              <a:rPr lang="zh-CN" altLang="en-US" sz="2000" b="1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框架：</a:t>
            </a:r>
            <a:endParaRPr lang="zh-CN" altLang="en-US" sz="2000" b="1" dirty="0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Thought (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思考需查什么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) </a:t>
            </a:r>
            <a:r>
              <a:rPr lang="en-US" altLang="en-US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→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Action (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调用特定库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) </a:t>
            </a:r>
            <a:r>
              <a:rPr lang="en-US" altLang="en-US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→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Observation (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分析史料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) </a:t>
            </a:r>
            <a:r>
              <a:rPr lang="en-US" altLang="en-US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→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Update Thought</a:t>
            </a:r>
            <a:endParaRPr lang="zh-CN" altLang="en-US" sz="2000" dirty="0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2000" dirty="0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推理主控模型在思考时，如果检测到模糊词（如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“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可能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”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“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或许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”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），会暂停生成，转而调取检索工具。</a:t>
            </a:r>
            <a:endParaRPr lang="zh-CN" altLang="en-US" sz="2000" dirty="0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标签机制：</a:t>
            </a:r>
            <a:endParaRPr lang="zh-CN" altLang="en-US" sz="2000" dirty="0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   &lt;search_dict&gt;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：当识别到陌生职官（如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“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折奏处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”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）时自动触发。</a:t>
            </a:r>
            <a:endParaRPr lang="zh-CN" altLang="en-US" sz="2000" dirty="0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   &lt;search_memorials&gt;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：当发现事件细节缺失（如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“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具体赏赐数额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”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）时触发。</a:t>
            </a:r>
            <a:endParaRPr lang="zh-CN" altLang="en-US" sz="2000" dirty="0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zh-CN" altLang="en-US" sz="2000" dirty="0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最大搜索深度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 (Max Search Limit)</a:t>
            </a:r>
            <a:r>
              <a:rPr lang="en-US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防止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 Agent 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陷入无休止的搜索，保证回答的时效性。</a:t>
            </a:r>
            <a:endParaRPr lang="zh-CN" altLang="en-US" sz="2000" dirty="0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2000" dirty="0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2000" dirty="0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2000" dirty="0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2000" dirty="0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2000" dirty="0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5950" y="2312035"/>
            <a:ext cx="11147425" cy="75057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8790305" y="6356357"/>
            <a:ext cx="284480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kumimoji="0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技术路线与架构设计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65149" y="742950"/>
            <a:ext cx="9556751" cy="847381"/>
          </a:xfrm>
        </p:spPr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关键技术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 2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：多智能体考据协同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 (Multi-Agent)</a:t>
            </a:r>
            <a:endParaRPr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4" name="内容占位符 1"/>
          <p:cNvSpPr txBox="1"/>
          <p:nvPr/>
        </p:nvSpPr>
        <p:spPr>
          <a:xfrm>
            <a:off x="615949" y="3024161"/>
            <a:ext cx="11233151" cy="175844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805" kern="1200" baseline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704020202020204" pitchFamily="34" charset="0"/>
              <a:buChar char="•"/>
              <a:defRPr sz="2405" kern="1200" baseline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704020202020204" pitchFamily="34" charset="0"/>
              <a:buChar char="•"/>
              <a:defRPr sz="1805" kern="1200" baseline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704020202020204" pitchFamily="34" charset="0"/>
              <a:buChar char="•"/>
              <a:defRPr sz="1605" kern="1200" baseline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704020202020204" pitchFamily="34" charset="0"/>
              <a:buChar char="•"/>
              <a:defRPr sz="1605" kern="1200" baseline="0">
                <a:solidFill>
                  <a:schemeClr val="tx1"/>
                </a:solidFill>
                <a:latin typeface="+mn-lt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1000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6854190" y="1590040"/>
            <a:ext cx="4848860" cy="22694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资料检索员</a:t>
            </a:r>
            <a:r>
              <a:rPr lang="en-US" altLang="zh-CN" sz="2400" b="1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（Search Agent）</a:t>
            </a:r>
            <a:endParaRPr lang="en-US" altLang="zh-CN" sz="2400" b="1" dirty="0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执行混合检索与元数据过滤。</a:t>
            </a:r>
            <a:endParaRPr lang="zh-CN" altLang="en-US" sz="20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在三库中进行语义及字面的双路召回，并根据时空范围对结果进行先验筛选。</a:t>
            </a:r>
            <a:endParaRPr lang="zh-CN" altLang="en-US" sz="20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571500" lvl="1" indent="-342900">
              <a:lnSpc>
                <a:spcPct val="150000"/>
              </a:lnSpc>
              <a:buFont typeface="Arial" panose="020B0704020202020204" pitchFamily="34" charset="0"/>
              <a:buChar char="•"/>
            </a:pPr>
            <a:endParaRPr lang="en-US" altLang="zh-CN" sz="20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000" dirty="0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5" name="组合 4"/>
          <p:cNvGrpSpPr/>
          <p:nvPr>
            <p:custDataLst>
              <p:tags r:id="rId2"/>
            </p:custDataLst>
          </p:nvPr>
        </p:nvGrpSpPr>
        <p:grpSpPr>
          <a:xfrm>
            <a:off x="6314440" y="1705393"/>
            <a:ext cx="540000" cy="566400"/>
            <a:chOff x="173355" y="1509466"/>
            <a:chExt cx="777875" cy="815904"/>
          </a:xfrm>
        </p:grpSpPr>
        <p:sp>
          <p:nvSpPr>
            <p:cNvPr id="12" name="Freeform 14"/>
            <p:cNvSpPr/>
            <p:nvPr>
              <p:custDataLst>
                <p:tags r:id="rId3"/>
              </p:custDataLst>
            </p:nvPr>
          </p:nvSpPr>
          <p:spPr>
            <a:xfrm>
              <a:off x="173355" y="1547495"/>
              <a:ext cx="777875" cy="777875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/>
            <a:p>
              <a:endParaRPr lang="zh-CN" altLang="en-US" dirty="0"/>
            </a:p>
          </p:txBody>
        </p:sp>
        <p:sp>
          <p:nvSpPr>
            <p:cNvPr id="13" name="TextBox 18"/>
            <p:cNvSpPr txBox="1"/>
            <p:nvPr>
              <p:custDataLst>
                <p:tags r:id="rId4"/>
              </p:custDataLst>
            </p:nvPr>
          </p:nvSpPr>
          <p:spPr>
            <a:xfrm>
              <a:off x="201691" y="1509466"/>
              <a:ext cx="721202" cy="7518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algn="ctr">
                <a:lnSpc>
                  <a:spcPts val="4325"/>
                </a:lnSpc>
              </a:pPr>
              <a:r>
                <a:rPr lang="en-US" sz="2800" b="1" dirty="0">
                  <a:solidFill>
                    <a:srgbClr val="FFFFFF"/>
                  </a:solidFill>
                  <a:latin typeface="Adirek Sans Semi-Bold"/>
                  <a:ea typeface="Adirek Sans Semi-Bold"/>
                  <a:cs typeface="Adirek Sans Semi-Bold"/>
                  <a:sym typeface="Adirek Sans Semi-Bold"/>
                </a:rPr>
                <a:t>0</a:t>
              </a:r>
              <a:r>
                <a:rPr lang="en-US" altLang="zh-CN" sz="2800" b="1" dirty="0">
                  <a:solidFill>
                    <a:srgbClr val="FFFFFF"/>
                  </a:solidFill>
                  <a:latin typeface="Adirek Sans Semi-Bold"/>
                  <a:ea typeface="Adirek Sans Semi-Bold"/>
                  <a:cs typeface="Adirek Sans Semi-Bold"/>
                  <a:sym typeface="Adirek Sans Semi-Bold"/>
                </a:rPr>
                <a:t>2</a:t>
              </a:r>
              <a:endParaRPr lang="en-US" sz="2800" b="1" dirty="0">
                <a:solidFill>
                  <a:srgbClr val="FFFFFF"/>
                </a:solidFill>
                <a:latin typeface="Adirek Sans Semi-Bold"/>
                <a:ea typeface="Adirek Sans Semi-Bold"/>
                <a:cs typeface="Adirek Sans Semi-Bold"/>
                <a:sym typeface="Adirek Sans Semi-Bold"/>
              </a:endParaRPr>
            </a:p>
          </p:txBody>
        </p:sp>
      </p:grpSp>
      <p:grpSp>
        <p:nvGrpSpPr>
          <p:cNvPr id="15" name="组合 14"/>
          <p:cNvGrpSpPr/>
          <p:nvPr>
            <p:custDataLst>
              <p:tags r:id="rId5"/>
            </p:custDataLst>
          </p:nvPr>
        </p:nvGrpSpPr>
        <p:grpSpPr>
          <a:xfrm>
            <a:off x="6294755" y="4111826"/>
            <a:ext cx="540000" cy="566400"/>
            <a:chOff x="173355" y="1509466"/>
            <a:chExt cx="777875" cy="815904"/>
          </a:xfrm>
        </p:grpSpPr>
        <p:sp>
          <p:nvSpPr>
            <p:cNvPr id="17" name="Freeform 14"/>
            <p:cNvSpPr/>
            <p:nvPr>
              <p:custDataLst>
                <p:tags r:id="rId6"/>
              </p:custDataLst>
            </p:nvPr>
          </p:nvSpPr>
          <p:spPr>
            <a:xfrm>
              <a:off x="173355" y="1547495"/>
              <a:ext cx="777875" cy="777875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/>
            <a:p>
              <a:endParaRPr lang="zh-CN" altLang="en-US" dirty="0"/>
            </a:p>
          </p:txBody>
        </p:sp>
        <p:sp>
          <p:nvSpPr>
            <p:cNvPr id="19" name="TextBox 18"/>
            <p:cNvSpPr txBox="1"/>
            <p:nvPr>
              <p:custDataLst>
                <p:tags r:id="rId7"/>
              </p:custDataLst>
            </p:nvPr>
          </p:nvSpPr>
          <p:spPr>
            <a:xfrm>
              <a:off x="201691" y="1509466"/>
              <a:ext cx="721202" cy="798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algn="ctr">
                <a:lnSpc>
                  <a:spcPts val="4325"/>
                </a:lnSpc>
              </a:pPr>
              <a:r>
                <a:rPr lang="en-US" sz="2800" b="1" dirty="0">
                  <a:solidFill>
                    <a:srgbClr val="FFFFFF"/>
                  </a:solidFill>
                  <a:latin typeface="Adirek Sans Semi-Bold"/>
                  <a:ea typeface="Adirek Sans Semi-Bold"/>
                  <a:cs typeface="Adirek Sans Semi-Bold"/>
                  <a:sym typeface="Adirek Sans Semi-Bold"/>
                </a:rPr>
                <a:t>04</a:t>
              </a:r>
              <a:endParaRPr lang="en-US" sz="2800" b="1" dirty="0">
                <a:solidFill>
                  <a:srgbClr val="FFFFFF"/>
                </a:solidFill>
                <a:latin typeface="Adirek Sans Semi-Bold"/>
                <a:ea typeface="Adirek Sans Semi-Bold"/>
                <a:cs typeface="Adirek Sans Semi-Bold"/>
                <a:sym typeface="Adirek Sans Semi-Bold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8"/>
            </p:custDataLst>
          </p:nvPr>
        </p:nvSpPr>
        <p:spPr>
          <a:xfrm>
            <a:off x="1001395" y="1590040"/>
            <a:ext cx="4756150" cy="26701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457200" lvl="1" indent="-228600" algn="l">
              <a:lnSpc>
                <a:spcPct val="150000"/>
              </a:lnSpc>
              <a:spcBef>
                <a:spcPts val="600"/>
              </a:spcBef>
              <a:buClrTx/>
              <a:buSzTx/>
              <a:buFont typeface="Arial" panose="020B0704020202020204" pitchFamily="34" charset="0"/>
              <a:buNone/>
            </a:pPr>
            <a:r>
              <a:rPr lang="zh-CN" altLang="en-US" sz="2400" b="1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推理主控</a:t>
            </a:r>
            <a:r>
              <a:rPr lang="en-US" altLang="zh-CN" sz="2400" b="1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(Query Parser Agent)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228600" lvl="1" indent="0">
              <a:lnSpc>
                <a:spcPct val="150000"/>
              </a:lnSpc>
              <a:buFont typeface="Arial" panose="020B0704020202020204" pitchFamily="34" charset="0"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任务拆解与意图路由。</a:t>
            </a:r>
            <a:endParaRPr lang="zh-CN" altLang="en-US" sz="20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228600" lvl="1" indent="0">
              <a:lnSpc>
                <a:spcPct val="150000"/>
              </a:lnSpc>
              <a:buFont typeface="Arial" panose="020B0704020202020204" pitchFamily="34" charset="0"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将宽泛的提问转化为针对性的检索计划（如：查人物仕历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+ 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查相关军备）。</a:t>
            </a:r>
            <a:endParaRPr lang="zh-CN" altLang="en-US" sz="20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571500" lvl="1" indent="-342900">
              <a:lnSpc>
                <a:spcPct val="150000"/>
              </a:lnSpc>
              <a:buFont typeface="Arial" panose="020B0704020202020204" pitchFamily="34" charset="0"/>
              <a:buChar char="•"/>
            </a:pPr>
            <a:endParaRPr lang="en-US" altLang="zh-CN" sz="20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8" name="组合 7"/>
          <p:cNvGrpSpPr/>
          <p:nvPr>
            <p:custDataLst>
              <p:tags r:id="rId9"/>
            </p:custDataLst>
          </p:nvPr>
        </p:nvGrpSpPr>
        <p:grpSpPr>
          <a:xfrm>
            <a:off x="655320" y="1671103"/>
            <a:ext cx="540013" cy="574655"/>
            <a:chOff x="173355" y="1497575"/>
            <a:chExt cx="777894" cy="827795"/>
          </a:xfrm>
        </p:grpSpPr>
        <p:sp>
          <p:nvSpPr>
            <p:cNvPr id="9" name="Freeform 14"/>
            <p:cNvSpPr/>
            <p:nvPr>
              <p:custDataLst>
                <p:tags r:id="rId10"/>
              </p:custDataLst>
            </p:nvPr>
          </p:nvSpPr>
          <p:spPr>
            <a:xfrm>
              <a:off x="173355" y="1547495"/>
              <a:ext cx="777875" cy="777875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/>
            <a:p>
              <a:endParaRPr lang="zh-CN" altLang="en-US" dirty="0"/>
            </a:p>
          </p:txBody>
        </p:sp>
        <p:sp>
          <p:nvSpPr>
            <p:cNvPr id="10" name="TextBox 18"/>
            <p:cNvSpPr txBox="1"/>
            <p:nvPr>
              <p:custDataLst>
                <p:tags r:id="rId11"/>
              </p:custDataLst>
            </p:nvPr>
          </p:nvSpPr>
          <p:spPr>
            <a:xfrm>
              <a:off x="230047" y="1497575"/>
              <a:ext cx="721202" cy="798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algn="ctr">
                <a:lnSpc>
                  <a:spcPts val="4325"/>
                </a:lnSpc>
              </a:pPr>
              <a:r>
                <a:rPr lang="en-US" sz="2800" b="1" dirty="0">
                  <a:solidFill>
                    <a:srgbClr val="FFFFFF"/>
                  </a:solidFill>
                  <a:latin typeface="Adirek Sans Semi-Bold"/>
                  <a:ea typeface="Adirek Sans Semi-Bold"/>
                  <a:cs typeface="Adirek Sans Semi-Bold"/>
                  <a:sym typeface="Adirek Sans Semi-Bold"/>
                </a:rPr>
                <a:t>01</a:t>
              </a:r>
              <a:endParaRPr lang="en-US" sz="2800" b="1" dirty="0">
                <a:solidFill>
                  <a:srgbClr val="FFFFFF"/>
                </a:solidFill>
                <a:latin typeface="Adirek Sans Semi-Bold"/>
                <a:ea typeface="Adirek Sans Semi-Bold"/>
                <a:cs typeface="Adirek Sans Semi-Bold"/>
                <a:sym typeface="Adirek Sans Semi-Bold"/>
              </a:endParaRPr>
            </a:p>
          </p:txBody>
        </p:sp>
      </p:grpSp>
      <p:grpSp>
        <p:nvGrpSpPr>
          <p:cNvPr id="11" name="组合 10"/>
          <p:cNvGrpSpPr/>
          <p:nvPr>
            <p:custDataLst>
              <p:tags r:id="rId12"/>
            </p:custDataLst>
          </p:nvPr>
        </p:nvGrpSpPr>
        <p:grpSpPr>
          <a:xfrm>
            <a:off x="615950" y="4084521"/>
            <a:ext cx="540000" cy="566400"/>
            <a:chOff x="173355" y="1509466"/>
            <a:chExt cx="777875" cy="815904"/>
          </a:xfrm>
        </p:grpSpPr>
        <p:sp>
          <p:nvSpPr>
            <p:cNvPr id="16" name="Freeform 14"/>
            <p:cNvSpPr/>
            <p:nvPr>
              <p:custDataLst>
                <p:tags r:id="rId13"/>
              </p:custDataLst>
            </p:nvPr>
          </p:nvSpPr>
          <p:spPr>
            <a:xfrm>
              <a:off x="173355" y="1547495"/>
              <a:ext cx="777875" cy="777875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/>
            <a:p>
              <a:endParaRPr lang="zh-CN" altLang="en-US" dirty="0"/>
            </a:p>
          </p:txBody>
        </p:sp>
        <p:sp>
          <p:nvSpPr>
            <p:cNvPr id="18" name="TextBox 18"/>
            <p:cNvSpPr txBox="1"/>
            <p:nvPr>
              <p:custDataLst>
                <p:tags r:id="rId14"/>
              </p:custDataLst>
            </p:nvPr>
          </p:nvSpPr>
          <p:spPr>
            <a:xfrm>
              <a:off x="201691" y="1509466"/>
              <a:ext cx="721202" cy="798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algn="ctr">
                <a:lnSpc>
                  <a:spcPts val="4325"/>
                </a:lnSpc>
              </a:pPr>
              <a:r>
                <a:rPr lang="en-US" sz="2800" b="1" dirty="0">
                  <a:solidFill>
                    <a:srgbClr val="FFFFFF"/>
                  </a:solidFill>
                  <a:latin typeface="Adirek Sans Semi-Bold"/>
                  <a:ea typeface="Adirek Sans Semi-Bold"/>
                  <a:cs typeface="Adirek Sans Semi-Bold"/>
                  <a:sym typeface="Adirek Sans Semi-Bold"/>
                </a:rPr>
                <a:t>03</a:t>
              </a:r>
              <a:endParaRPr lang="en-US" sz="2800" b="1" dirty="0">
                <a:solidFill>
                  <a:srgbClr val="FFFFFF"/>
                </a:solidFill>
                <a:latin typeface="Adirek Sans Semi-Bold"/>
                <a:ea typeface="Adirek Sans Semi-Bold"/>
                <a:cs typeface="Adirek Sans Semi-Bold"/>
                <a:sym typeface="Adirek Sans Semi-Bold"/>
              </a:endParaRPr>
            </a:p>
          </p:txBody>
        </p:sp>
      </p:grpSp>
      <p:sp>
        <p:nvSpPr>
          <p:cNvPr id="20" name="文本框 19"/>
          <p:cNvSpPr txBox="1"/>
          <p:nvPr>
            <p:custDataLst>
              <p:tags r:id="rId15"/>
            </p:custDataLst>
          </p:nvPr>
        </p:nvSpPr>
        <p:spPr>
          <a:xfrm>
            <a:off x="1206500" y="4014211"/>
            <a:ext cx="455104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史料精炼员 (RiD Agent)</a:t>
            </a:r>
            <a:endParaRPr lang="zh-CN" altLang="en-US" sz="2000" dirty="0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把一次检索返回的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top-k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文档进行证据整合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并且去除检索不当的文档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。</a:t>
            </a:r>
            <a:endParaRPr lang="en-US" altLang="zh-CN" sz="2000" dirty="0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16"/>
            </p:custDataLst>
          </p:nvPr>
        </p:nvSpPr>
        <p:spPr>
          <a:xfrm>
            <a:off x="6854190" y="4014470"/>
            <a:ext cx="5116830" cy="2491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证据归并员 (Evidence Organizer)</a:t>
            </a:r>
            <a:endParaRPr lang="zh-CN" altLang="en-US" sz="2000" dirty="0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证据链拼图。</a:t>
            </a:r>
            <a:endParaRPr lang="zh-CN" altLang="en-US" sz="2000" dirty="0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负责把词典的定义、实录的时间、奏折的细节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整合为逻辑闭环。在实录与奏折产生明显矛盾时，触发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“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矛盾标记</a:t>
            </a:r>
            <a:r>
              <a:rPr lang="en-US" altLang="zh-CN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”</a:t>
            </a:r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以待人工研判。</a:t>
            </a:r>
            <a:endParaRPr lang="zh-CN" altLang="en-US" sz="2000" dirty="0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kumimoji="0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技术路线与架构设计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65149" y="487045"/>
            <a:ext cx="9556751" cy="6109508"/>
          </a:xfrm>
        </p:spPr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复杂案例推演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实例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：</a:t>
            </a:r>
            <a:endParaRPr lang="zh-CN" altLang="en-US" sz="28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endParaRPr lang="en-US" altLang="zh-CN" sz="2000" dirty="0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1" name="圆角矩形 90"/>
          <p:cNvSpPr/>
          <p:nvPr/>
        </p:nvSpPr>
        <p:spPr>
          <a:xfrm>
            <a:off x="127635" y="1866265"/>
            <a:ext cx="3511550" cy="192913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2" name="文本框 91"/>
          <p:cNvSpPr txBox="1"/>
          <p:nvPr/>
        </p:nvSpPr>
        <p:spPr>
          <a:xfrm>
            <a:off x="258445" y="1866900"/>
            <a:ext cx="3251200" cy="1929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搜索指令</a:t>
            </a:r>
            <a:r>
              <a:rPr lang="en-US" altLang="zh-CN" sz="1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：</a:t>
            </a:r>
            <a:endParaRPr lang="en-US" altLang="zh-CN" sz="16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en-US" altLang="zh-CN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</a:t>
            </a:r>
            <a:r>
              <a:rPr lang="zh-CN" altLang="en-US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你是一个清史专家。在回答前，请先输出你的思考过程。如果你发现需要查询资料，请输出特定标签：</a:t>
            </a:r>
            <a:endParaRPr lang="zh-CN" altLang="en-US" sz="16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en-US" altLang="zh-CN" sz="1200">
                <a:highlight>
                  <a:srgbClr val="FFFF00"/>
                </a:highlight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&lt;search_dict&gt;</a:t>
            </a:r>
            <a:r>
              <a:rPr lang="zh-CN" altLang="en-US" sz="1200">
                <a:highlight>
                  <a:srgbClr val="FFFF00"/>
                </a:highlight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关键词</a:t>
            </a:r>
            <a:r>
              <a:rPr lang="en-US" altLang="zh-CN" sz="1200">
                <a:highlight>
                  <a:srgbClr val="FFFF00"/>
                </a:highlight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&lt;/search_dict&gt;</a:t>
            </a:r>
            <a:endParaRPr lang="en-US" altLang="zh-CN" sz="1200">
              <a:highlight>
                <a:srgbClr val="FFFF00"/>
              </a:highlight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en-US" altLang="zh-CN" sz="1200">
                <a:highlight>
                  <a:srgbClr val="FFFF00"/>
                </a:highlight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&lt;search_memorials&gt;</a:t>
            </a:r>
            <a:r>
              <a:rPr lang="zh-CN" altLang="en-US" sz="1200">
                <a:highlight>
                  <a:srgbClr val="FFFF00"/>
                </a:highlight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关键词</a:t>
            </a:r>
            <a:r>
              <a:rPr lang="en-US" altLang="zh-CN" sz="1200">
                <a:highlight>
                  <a:srgbClr val="FFFF00"/>
                </a:highlight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&lt;/search_memorials&gt;</a:t>
            </a:r>
            <a:endParaRPr lang="en-US" altLang="zh-CN" sz="1200">
              <a:highlight>
                <a:srgbClr val="FFFF00"/>
              </a:highlight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在获取资料前，不给出最终结论。</a:t>
            </a:r>
            <a:r>
              <a:rPr lang="en-US" altLang="zh-CN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</a:t>
            </a:r>
            <a:endParaRPr lang="en-US" altLang="zh-CN" sz="16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93" name="圆角矩形 92"/>
          <p:cNvSpPr/>
          <p:nvPr/>
        </p:nvSpPr>
        <p:spPr>
          <a:xfrm>
            <a:off x="127635" y="3993515"/>
            <a:ext cx="3512185" cy="91821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文本框 93"/>
          <p:cNvSpPr txBox="1"/>
          <p:nvPr/>
        </p:nvSpPr>
        <p:spPr>
          <a:xfrm>
            <a:off x="258445" y="3994150"/>
            <a:ext cx="32512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楷体" panose="02010609060101010101" charset="-122"/>
                <a:ea typeface="楷体" panose="02010609060101010101" charset="-122"/>
              </a:rPr>
              <a:t>原始问题</a:t>
            </a:r>
            <a:r>
              <a:rPr lang="en-US" altLang="zh-CN" sz="1600" b="1">
                <a:latin typeface="楷体" panose="02010609060101010101" charset="-122"/>
                <a:ea typeface="楷体" panose="02010609060101010101" charset="-122"/>
              </a:rPr>
              <a:t>：</a:t>
            </a:r>
            <a:endParaRPr lang="en-US" altLang="zh-CN" sz="1600" b="1"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光绪年间，刘铭传支持开办基隆煤矿，但为何最终被朝廷叫停？</a:t>
            </a:r>
            <a:endParaRPr lang="zh-CN" altLang="en-US" sz="160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95" name="圆角矩形 94"/>
          <p:cNvSpPr/>
          <p:nvPr/>
        </p:nvSpPr>
        <p:spPr>
          <a:xfrm>
            <a:off x="3974465" y="3361690"/>
            <a:ext cx="1555750" cy="83058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6" name="文本框 95"/>
          <p:cNvSpPr txBox="1"/>
          <p:nvPr/>
        </p:nvSpPr>
        <p:spPr>
          <a:xfrm>
            <a:off x="3975100" y="3482975"/>
            <a:ext cx="15557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推理主控</a:t>
            </a:r>
            <a:r>
              <a:rPr lang="en-US" altLang="zh-CN" sz="16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Agent</a:t>
            </a:r>
            <a:endParaRPr lang="en-US" altLang="zh-CN" sz="16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en-US" altLang="zh-CN" sz="16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（Deepseek）</a:t>
            </a:r>
            <a:endParaRPr lang="en-US" altLang="zh-CN" sz="16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97" name="圆角矩形 96"/>
          <p:cNvSpPr/>
          <p:nvPr/>
        </p:nvSpPr>
        <p:spPr>
          <a:xfrm>
            <a:off x="5857875" y="3239135"/>
            <a:ext cx="3996690" cy="127571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buClrTx/>
              <a:buSzTx/>
              <a:buNone/>
            </a:pPr>
            <a:r>
              <a:rPr lang="zh-CN" altLang="en-US" sz="16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查询规划：</a:t>
            </a:r>
            <a:endParaRPr lang="zh-CN" altLang="en-US" sz="1600" b="1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160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我需要</a:t>
            </a:r>
            <a:r>
              <a:rPr lang="zh-CN" altLang="en-US" sz="160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知道“基隆煤矿”是什么体制（词典）</a:t>
            </a:r>
            <a:endParaRPr lang="zh-CN" altLang="en-US" sz="160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160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然后看官方什么时候发停办通知（实录），最后挖出停办的真实博弈（奏折）。</a:t>
            </a:r>
            <a:endParaRPr lang="zh-CN" altLang="en-US" sz="160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98" name="圆角矩形 97"/>
          <p:cNvSpPr/>
          <p:nvPr/>
        </p:nvSpPr>
        <p:spPr>
          <a:xfrm>
            <a:off x="5972175" y="1285240"/>
            <a:ext cx="1075690" cy="68453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9" name="文本框 98"/>
          <p:cNvSpPr txBox="1"/>
          <p:nvPr/>
        </p:nvSpPr>
        <p:spPr>
          <a:xfrm>
            <a:off x="5726430" y="1364615"/>
            <a:ext cx="15557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词典检索</a:t>
            </a:r>
            <a:endParaRPr lang="zh-CN" altLang="en-US" sz="16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ctr"/>
            <a:r>
              <a:rPr lang="en-US" altLang="zh-CN" sz="16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Agent</a:t>
            </a:r>
            <a:endParaRPr lang="en-US" altLang="zh-CN" sz="16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ctr"/>
            <a:endParaRPr lang="en-US" altLang="zh-CN" sz="16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0" name="圆角矩形 99"/>
          <p:cNvSpPr/>
          <p:nvPr/>
        </p:nvSpPr>
        <p:spPr>
          <a:xfrm>
            <a:off x="7225030" y="1285240"/>
            <a:ext cx="1075690" cy="68453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1" name="文本框 100"/>
          <p:cNvSpPr txBox="1"/>
          <p:nvPr/>
        </p:nvSpPr>
        <p:spPr>
          <a:xfrm>
            <a:off x="7223125" y="1364615"/>
            <a:ext cx="1076325" cy="605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6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编年检索</a:t>
            </a:r>
            <a:endParaRPr lang="zh-CN" altLang="en-US" sz="16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ctr"/>
            <a:r>
              <a:rPr lang="en-US" altLang="zh-CN" sz="16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Agent</a:t>
            </a:r>
            <a:endParaRPr lang="en-US" altLang="zh-CN" sz="16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ctr"/>
            <a:endParaRPr lang="en-US" altLang="zh-CN" sz="16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2" name="圆角矩形 101"/>
          <p:cNvSpPr/>
          <p:nvPr/>
        </p:nvSpPr>
        <p:spPr>
          <a:xfrm>
            <a:off x="8495665" y="1285240"/>
            <a:ext cx="1075690" cy="68453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3" name="文本框 102"/>
          <p:cNvSpPr txBox="1"/>
          <p:nvPr/>
        </p:nvSpPr>
        <p:spPr>
          <a:xfrm>
            <a:off x="8249920" y="1364615"/>
            <a:ext cx="15557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奏折检索</a:t>
            </a:r>
            <a:endParaRPr lang="zh-CN" altLang="en-US" sz="16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ctr"/>
            <a:r>
              <a:rPr lang="en-US" altLang="zh-CN" sz="16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Agent</a:t>
            </a:r>
            <a:endParaRPr lang="en-US" altLang="zh-CN" sz="16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ctr"/>
            <a:endParaRPr lang="en-US" altLang="zh-CN" sz="16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5972175" y="2127250"/>
            <a:ext cx="1075690" cy="95377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5" name="文本框 104"/>
          <p:cNvSpPr txBox="1"/>
          <p:nvPr/>
        </p:nvSpPr>
        <p:spPr>
          <a:xfrm>
            <a:off x="6055995" y="2194560"/>
            <a:ext cx="974725" cy="887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基隆煤矿为</a:t>
            </a:r>
            <a:r>
              <a:rPr lang="en-US" altLang="zh-CN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</a:t>
            </a:r>
            <a:r>
              <a:rPr lang="zh-CN" altLang="en-US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官督商办</a:t>
            </a:r>
            <a:r>
              <a:rPr lang="en-US" altLang="zh-CN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</a:t>
            </a:r>
            <a:r>
              <a:rPr lang="zh-CN" altLang="en-US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体制，归台湾巡抚管辖</a:t>
            </a:r>
            <a:endParaRPr lang="zh-CN" altLang="en-US" sz="12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7223125" y="2126615"/>
            <a:ext cx="1075690" cy="95377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7" name="文本框 106"/>
          <p:cNvSpPr txBox="1"/>
          <p:nvPr/>
        </p:nvSpPr>
        <p:spPr>
          <a:xfrm>
            <a:off x="7306945" y="2193925"/>
            <a:ext cx="974725" cy="887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光绪十七年实录载：基隆煤矿亏折严重</a:t>
            </a:r>
            <a:r>
              <a:rPr lang="en-US" altLang="zh-CN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......</a:t>
            </a:r>
            <a:endParaRPr lang="en-US" altLang="zh-CN" sz="12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8456930" y="2124075"/>
            <a:ext cx="1075690" cy="95377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9" name="文本框 108"/>
          <p:cNvSpPr txBox="1"/>
          <p:nvPr/>
        </p:nvSpPr>
        <p:spPr>
          <a:xfrm>
            <a:off x="8495665" y="2191385"/>
            <a:ext cx="1019810" cy="887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发现多份奏折</a:t>
            </a:r>
            <a:r>
              <a:rPr lang="en-US" altLang="zh-CN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</a:t>
            </a:r>
            <a:r>
              <a:rPr lang="zh-CN" altLang="en-US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提到</a:t>
            </a:r>
            <a:r>
              <a:rPr lang="en-US" altLang="zh-CN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</a:t>
            </a:r>
            <a:r>
              <a:rPr lang="zh-CN" altLang="en-US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洋商</a:t>
            </a:r>
            <a:r>
              <a:rPr lang="en-US" altLang="zh-CN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</a:t>
            </a:r>
            <a:r>
              <a:rPr lang="zh-CN" altLang="en-US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、</a:t>
            </a:r>
            <a:r>
              <a:rPr lang="en-US" altLang="zh-CN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</a:t>
            </a:r>
            <a:r>
              <a:rPr lang="zh-CN" altLang="en-US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官绅</a:t>
            </a:r>
            <a:r>
              <a:rPr lang="en-US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...</a:t>
            </a:r>
            <a:endParaRPr lang="en-US" sz="12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110" name="图片 109" descr="截屏2026-03-26 21.28.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7410" y="1591310"/>
            <a:ext cx="975360" cy="1108710"/>
          </a:xfrm>
          <a:prstGeom prst="rect">
            <a:avLst/>
          </a:prstGeom>
        </p:spPr>
      </p:pic>
      <p:sp>
        <p:nvSpPr>
          <p:cNvPr id="111" name="矩形 110"/>
          <p:cNvSpPr/>
          <p:nvPr/>
        </p:nvSpPr>
        <p:spPr>
          <a:xfrm>
            <a:off x="9846310" y="1929130"/>
            <a:ext cx="593725" cy="392430"/>
          </a:xfrm>
          <a:prstGeom prst="rect">
            <a:avLst/>
          </a:prstGeom>
          <a:solidFill>
            <a:srgbClr val="F0F2E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2" name="文本框 111"/>
          <p:cNvSpPr txBox="1"/>
          <p:nvPr/>
        </p:nvSpPr>
        <p:spPr>
          <a:xfrm>
            <a:off x="9794875" y="1929130"/>
            <a:ext cx="791210" cy="604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检索到的文档</a:t>
            </a:r>
            <a:endParaRPr lang="zh-CN" altLang="en-US" sz="140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3" name="圆角矩形 112"/>
          <p:cNvSpPr/>
          <p:nvPr/>
        </p:nvSpPr>
        <p:spPr>
          <a:xfrm>
            <a:off x="4483735" y="1849755"/>
            <a:ext cx="1075690" cy="68453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4" name="文本框 113"/>
          <p:cNvSpPr txBox="1"/>
          <p:nvPr/>
        </p:nvSpPr>
        <p:spPr>
          <a:xfrm>
            <a:off x="4237990" y="1929130"/>
            <a:ext cx="15557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史料精炼</a:t>
            </a:r>
            <a:endParaRPr lang="zh-CN" altLang="en-US" sz="16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ctr"/>
            <a:r>
              <a:rPr lang="en-US" altLang="zh-CN" sz="16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Agent</a:t>
            </a:r>
            <a:endParaRPr lang="en-US" altLang="zh-CN" sz="16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ctr"/>
            <a:endParaRPr lang="en-US" altLang="zh-CN" sz="16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15" name="圆角矩形 114"/>
          <p:cNvSpPr/>
          <p:nvPr/>
        </p:nvSpPr>
        <p:spPr>
          <a:xfrm>
            <a:off x="10865485" y="1822450"/>
            <a:ext cx="1064260" cy="83058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6" name="文本框 115"/>
          <p:cNvSpPr txBox="1"/>
          <p:nvPr/>
        </p:nvSpPr>
        <p:spPr>
          <a:xfrm>
            <a:off x="10866120" y="1929130"/>
            <a:ext cx="1063625" cy="605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6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证据</a:t>
            </a:r>
            <a:r>
              <a:rPr lang="zh-CN" altLang="en-US" sz="16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归并</a:t>
            </a:r>
            <a:endParaRPr lang="zh-CN" altLang="en-US" sz="16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ctr"/>
            <a:r>
              <a:rPr lang="en-US" altLang="zh-CN" sz="16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Agent</a:t>
            </a:r>
            <a:endParaRPr lang="en-US" altLang="zh-CN" sz="16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ctr"/>
            <a:endParaRPr lang="en-US" altLang="zh-CN" sz="16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17" name="圆角矩形 116"/>
          <p:cNvSpPr/>
          <p:nvPr/>
        </p:nvSpPr>
        <p:spPr>
          <a:xfrm>
            <a:off x="10079990" y="3180080"/>
            <a:ext cx="1987550" cy="1431925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8" name="文本框 117"/>
          <p:cNvSpPr txBox="1"/>
          <p:nvPr/>
        </p:nvSpPr>
        <p:spPr>
          <a:xfrm>
            <a:off x="10181590" y="3239135"/>
            <a:ext cx="1809750" cy="1431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基隆煤矿为</a:t>
            </a:r>
            <a:r>
              <a:rPr lang="en-US" altLang="zh-CN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</a:t>
            </a:r>
            <a:r>
              <a:rPr lang="zh-CN" altLang="en-US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官督商办</a:t>
            </a:r>
            <a:r>
              <a:rPr lang="en-US" altLang="zh-CN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</a:t>
            </a:r>
            <a:r>
              <a:rPr lang="zh-CN" altLang="en-US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体制，归台湾巡抚管辖</a:t>
            </a:r>
            <a:r>
              <a:rPr lang="en-US" altLang="zh-CN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</a:t>
            </a:r>
            <a:r>
              <a:rPr lang="zh-CN" altLang="en-US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官方理由是</a:t>
            </a:r>
            <a:r>
              <a:rPr lang="en-US" altLang="zh-CN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</a:t>
            </a:r>
            <a:r>
              <a:rPr lang="zh-CN" altLang="en-US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亏损</a:t>
            </a:r>
            <a:r>
              <a:rPr lang="en-US" altLang="zh-CN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</a:t>
            </a:r>
            <a:r>
              <a:rPr lang="zh-CN" altLang="en-US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，但这通常是借口</a:t>
            </a:r>
            <a:r>
              <a:rPr lang="en-US" altLang="zh-CN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......</a:t>
            </a:r>
            <a:endParaRPr lang="en-US" altLang="zh-CN" sz="16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19" name="圆角矩形 118"/>
          <p:cNvSpPr/>
          <p:nvPr/>
        </p:nvSpPr>
        <p:spPr>
          <a:xfrm>
            <a:off x="5888990" y="5335905"/>
            <a:ext cx="4293235" cy="138049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0" name="文本框 119"/>
          <p:cNvSpPr txBox="1"/>
          <p:nvPr/>
        </p:nvSpPr>
        <p:spPr>
          <a:xfrm>
            <a:off x="6055360" y="5351145"/>
            <a:ext cx="41275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基于证据的历史答案</a:t>
            </a:r>
            <a:r>
              <a:rPr lang="en-US" altLang="zh-CN" sz="1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：</a:t>
            </a:r>
            <a:endParaRPr lang="en-US" altLang="zh-CN" sz="16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基隆煤矿的停办发生在光绪十七年</a:t>
            </a:r>
            <a:r>
              <a:rPr lang="en-US" altLang="zh-CN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[1]</a:t>
            </a:r>
            <a:r>
              <a:rPr lang="zh-CN" altLang="en-US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。虽然官方记录将其归因为经营亏损，但结合当时的官督商办体制</a:t>
            </a:r>
            <a:r>
              <a:rPr lang="en-US" altLang="zh-CN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[2]</a:t>
            </a:r>
            <a:r>
              <a:rPr lang="zh-CN" altLang="en-US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及刘铭传的奏折显示</a:t>
            </a:r>
            <a:r>
              <a:rPr lang="en-US" altLang="zh-CN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[3]</a:t>
            </a:r>
            <a:r>
              <a:rPr lang="zh-CN" altLang="en-US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，其核心阻力来自于地方官绅对煤利的把持。</a:t>
            </a:r>
            <a:endParaRPr lang="zh-CN" altLang="en-US" sz="16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21" name="右箭头 120"/>
          <p:cNvSpPr/>
          <p:nvPr/>
        </p:nvSpPr>
        <p:spPr>
          <a:xfrm>
            <a:off x="3646805" y="3757930"/>
            <a:ext cx="313055" cy="755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2" name="右箭头 121"/>
          <p:cNvSpPr/>
          <p:nvPr/>
        </p:nvSpPr>
        <p:spPr>
          <a:xfrm>
            <a:off x="5546090" y="3757930"/>
            <a:ext cx="313055" cy="755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3" name="右箭头 122"/>
          <p:cNvSpPr/>
          <p:nvPr/>
        </p:nvSpPr>
        <p:spPr>
          <a:xfrm>
            <a:off x="9805670" y="3839845"/>
            <a:ext cx="313055" cy="755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4" name="左弧形箭头 123"/>
          <p:cNvSpPr/>
          <p:nvPr/>
        </p:nvSpPr>
        <p:spPr>
          <a:xfrm>
            <a:off x="5671185" y="1638300"/>
            <a:ext cx="276225" cy="1123315"/>
          </a:xfrm>
          <a:prstGeom prst="curved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5" name="圆角矩形 124"/>
          <p:cNvSpPr/>
          <p:nvPr/>
        </p:nvSpPr>
        <p:spPr>
          <a:xfrm>
            <a:off x="3799205" y="873125"/>
            <a:ext cx="8392160" cy="4119245"/>
          </a:xfrm>
          <a:prstGeom prst="roundRect">
            <a:avLst>
              <a:gd name="adj" fmla="val 6381"/>
            </a:avLst>
          </a:prstGeom>
          <a:ln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6" name="图片 125" descr="截屏2026-03-26 21.39.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6505" y="993140"/>
            <a:ext cx="506730" cy="393065"/>
          </a:xfrm>
          <a:prstGeom prst="rect">
            <a:avLst/>
          </a:prstGeom>
        </p:spPr>
      </p:pic>
      <p:sp>
        <p:nvSpPr>
          <p:cNvPr id="127" name="文本框 126"/>
          <p:cNvSpPr txBox="1"/>
          <p:nvPr/>
        </p:nvSpPr>
        <p:spPr>
          <a:xfrm>
            <a:off x="10519410" y="904875"/>
            <a:ext cx="10534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可迭代的</a:t>
            </a:r>
            <a:endParaRPr lang="zh-CN" altLang="en-US" sz="1600" b="1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r>
              <a:rPr lang="zh-CN" altLang="en-US" sz="16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推理过程</a:t>
            </a:r>
            <a:endParaRPr lang="zh-CN" altLang="en-US" sz="1600" b="1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8" name="下箭头 127"/>
          <p:cNvSpPr/>
          <p:nvPr/>
        </p:nvSpPr>
        <p:spPr>
          <a:xfrm>
            <a:off x="7780655" y="4796155"/>
            <a:ext cx="438150" cy="423545"/>
          </a:xfrm>
          <a:prstGeom prst="downArrow">
            <a:avLst>
              <a:gd name="adj1" fmla="val 50000"/>
              <a:gd name="adj2" fmla="val 49925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9" name="右箭头 128"/>
          <p:cNvSpPr/>
          <p:nvPr/>
        </p:nvSpPr>
        <p:spPr>
          <a:xfrm>
            <a:off x="9476740" y="2127250"/>
            <a:ext cx="313055" cy="755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0" name="右箭头 129"/>
          <p:cNvSpPr/>
          <p:nvPr/>
        </p:nvSpPr>
        <p:spPr>
          <a:xfrm>
            <a:off x="10551160" y="2127250"/>
            <a:ext cx="313055" cy="755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1" name="上箭头 130"/>
          <p:cNvSpPr/>
          <p:nvPr/>
        </p:nvSpPr>
        <p:spPr>
          <a:xfrm>
            <a:off x="7819390" y="3087370"/>
            <a:ext cx="75565" cy="29337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2" name="下箭头 131"/>
          <p:cNvSpPr/>
          <p:nvPr/>
        </p:nvSpPr>
        <p:spPr>
          <a:xfrm>
            <a:off x="11417300" y="2647950"/>
            <a:ext cx="75565" cy="53721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前端展示</a:t>
            </a:r>
            <a:endParaRPr>
              <a:sym typeface="+mn-ea"/>
            </a:endParaRPr>
          </a:p>
        </p:txBody>
      </p:sp>
      <p:pic>
        <p:nvPicPr>
          <p:cNvPr id="2" name="图片 1" descr="6261780310848_.pic_h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140" y="734060"/>
            <a:ext cx="10016490" cy="59080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前端展示</a:t>
            </a:r>
            <a:endParaRPr>
              <a:sym typeface="+mn-ea"/>
            </a:endParaRPr>
          </a:p>
        </p:txBody>
      </p:sp>
      <p:pic>
        <p:nvPicPr>
          <p:cNvPr id="4" name="图片 3" descr="6341780311876_.pic_h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140" y="787400"/>
            <a:ext cx="9959340" cy="59086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kumimoji="0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分工</a:t>
            </a:r>
            <a:r>
              <a:rPr lang="zh-CN" altLang="en-US" dirty="0"/>
              <a:t>安排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65150" y="661670"/>
            <a:ext cx="11017250" cy="610933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档案数据初提取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陈嘉铭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编年数据初提取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林江锋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词典数据初提取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周逸静</a:t>
            </a:r>
            <a:endParaRPr lang="zh-CN" altLang="en-US" sz="20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档案数据检索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陈嘉铭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编年数据检索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周逸静</a:t>
            </a:r>
            <a:endParaRPr lang="en-US" altLang="zh-CN" sz="20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词典数据检索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林江锋</a:t>
            </a:r>
            <a:endParaRPr lang="zh-CN" altLang="en-US" sz="20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zh-CN" altLang="en-US" sz="20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数据处理模型微调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及离线精炼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周逸静</a:t>
            </a:r>
            <a:endParaRPr lang="zh-CN" altLang="en-US" sz="20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精炼数据与原始数据检索对比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陈嘉铭</a:t>
            </a:r>
            <a:endParaRPr lang="zh-CN" altLang="en-US" sz="20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Agent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框架搭建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周逸静</a:t>
            </a:r>
            <a:endParaRPr lang="zh-CN" altLang="en-US" sz="20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Agent prompt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编写与链路检查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林江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锋</a:t>
            </a:r>
            <a:endParaRPr lang="zh-CN" altLang="en-US" sz="20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前端搭建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陈嘉铭</a:t>
            </a:r>
            <a:endParaRPr lang="zh-CN" altLang="en-US" sz="20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ppt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制作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周逸静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林江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锋</a:t>
            </a:r>
            <a:endParaRPr lang="zh-CN" altLang="en-US" sz="20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pre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展示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林江锋</a:t>
            </a:r>
            <a:endParaRPr lang="zh-CN" altLang="en-US" sz="20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20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zh-CN" altLang="en-US" sz="20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kumimoji="0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507490" y="2766218"/>
            <a:ext cx="9177020" cy="1325563"/>
          </a:xfrm>
        </p:spPr>
        <p:txBody>
          <a:bodyPr/>
          <a:lstStyle/>
          <a:p>
            <a:pPr algn="ctr"/>
            <a:r>
              <a:rPr lang="zh-CN" altLang="en-US" sz="6000" dirty="0"/>
              <a:t>谢谢大家！</a:t>
            </a:r>
            <a:endParaRPr lang="zh-CN" altLang="en-US" sz="6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5.2.11"/>
</p:tagLst>
</file>

<file path=ppt/tags/tag2.xml><?xml version="1.0" encoding="utf-8"?>
<p:tagLst xmlns:p="http://schemas.openxmlformats.org/presentationml/2006/main">
  <p:tag name="Z_FONTBOLD" val="msoTrue"/>
  <p:tag name="Z_FONTCOLOR" val="System.__ComObject"/>
  <p:tag name="Z_FONTITALIC" val="msoFalse"/>
  <p:tag name="Z_FONTNAME" val="思源黑体 CN (正文)"/>
  <p:tag name="Z_FONTNAMEASCII" val="思源黑体 CN (正文)"/>
  <p:tag name="Z_FONTSIZE" val="20"/>
  <p:tag name="Z_FONTSPACING" val="0"/>
  <p:tag name="Z_FONTUNDERLINE" val="msoFalse"/>
  <p:tag name="Z_HASTEXT" val="1"/>
  <p:tag name="Z_HEIGHT" val="32.51023"/>
  <p:tag name="Z_LEFT" val="469.2872"/>
  <p:tag name="Z_LINERULEBEFORE" val="msoTrue"/>
  <p:tag name="Z_LINEWEIGHT" val="0.75"/>
  <p:tag name="Z_MARGINBOTTOM" val="3.685039"/>
  <p:tag name="Z_MARGINLEFT" val="7.086614"/>
  <p:tag name="Z_MARGINRIGHT" val="7.086614"/>
  <p:tag name="Z_MARGINTOP" val="3.685039"/>
  <p:tag name="Z_NAMECOMPLEXSCRIPT" val="思源黑体 CN (正文)"/>
  <p:tag name="Z_NAMEFAREAST" val="思源黑体 CN (正文)"/>
  <p:tag name="Z_SPACEAFTER" val="0"/>
  <p:tag name="Z_SPACEBEFORE" val="0"/>
  <p:tag name="Z_SPACEWITHIN" val="1"/>
  <p:tag name="Z_TEXT" val="输入标题"/>
  <p:tag name="Z_TEXTALIGNMENT" val="ppAlignLeft"/>
  <p:tag name="Z_TEXTGLOW" val="0"/>
  <p:tag name="Z_TEXTLINEDASHSTYLE" val="msoLineDashStyleMixed"/>
  <p:tag name="Z_TEXTLINEFILLBACKCOLOR" val="System.__ComObject"/>
  <p:tag name="Z_TEXTLINEFILLTRANSPARENCY" val="0"/>
  <p:tag name="Z_TEXTLINEFORECOLOR" val="System.__ComObject"/>
  <p:tag name="Z_TEXTLINEWEIGHT" val="-2.147484E+09"/>
  <p:tag name="Z_TEXTREFLECTION" val="0"/>
  <p:tag name="Z_TOP" val="112.378"/>
  <p:tag name="Z_WIDTH" val="397.5899"/>
  <p:tag name="Z_ZOOM_22" val="1"/>
  <p:tag name="PA" val="v5.2.11"/>
</p:tagLst>
</file>

<file path=ppt/tags/tag3.xml><?xml version="1.0" encoding="utf-8"?>
<p:tagLst xmlns:p="http://schemas.openxmlformats.org/presentationml/2006/main">
  <p:tag name="PA" val="v5.2.11"/>
</p:tagLst>
</file>

<file path=ppt/tags/tag4.xml><?xml version="1.0" encoding="utf-8"?>
<p:tagLst xmlns:p="http://schemas.openxmlformats.org/presentationml/2006/main">
  <p:tag name="Z_FONTBOLD" val="msoTrue"/>
  <p:tag name="Z_FONTCOLOR" val="System.__ComObject"/>
  <p:tag name="Z_FONTITALIC" val="msoFalse"/>
  <p:tag name="Z_FONTNAME" val="思源黑体 CN (正文)"/>
  <p:tag name="Z_FONTNAMEASCII" val="思源黑体 CN (正文)"/>
  <p:tag name="Z_FONTSIZE" val="20"/>
  <p:tag name="Z_FONTSPACING" val="0"/>
  <p:tag name="Z_FONTUNDERLINE" val="msoFalse"/>
  <p:tag name="Z_HASTEXT" val="1"/>
  <p:tag name="Z_HEIGHT" val="32.51023"/>
  <p:tag name="Z_LEFT" val="469.2872"/>
  <p:tag name="Z_LINERULEBEFORE" val="msoTrue"/>
  <p:tag name="Z_LINEWEIGHT" val="0.75"/>
  <p:tag name="Z_MARGINBOTTOM" val="3.685039"/>
  <p:tag name="Z_MARGINLEFT" val="7.086614"/>
  <p:tag name="Z_MARGINRIGHT" val="7.086614"/>
  <p:tag name="Z_MARGINTOP" val="3.685039"/>
  <p:tag name="Z_NAMECOMPLEXSCRIPT" val="思源黑体 CN (正文)"/>
  <p:tag name="Z_NAMEFAREAST" val="思源黑体 CN (正文)"/>
  <p:tag name="Z_SPACEAFTER" val="0"/>
  <p:tag name="Z_SPACEBEFORE" val="0"/>
  <p:tag name="Z_SPACEWITHIN" val="1"/>
  <p:tag name="Z_TEXT" val="输入标题"/>
  <p:tag name="Z_TEXTALIGNMENT" val="ppAlignLeft"/>
  <p:tag name="Z_TEXTGLOW" val="0"/>
  <p:tag name="Z_TEXTLINEDASHSTYLE" val="msoLineDashStyleMixed"/>
  <p:tag name="Z_TEXTLINEFILLBACKCOLOR" val="System.__ComObject"/>
  <p:tag name="Z_TEXTLINEFILLTRANSPARENCY" val="0"/>
  <p:tag name="Z_TEXTLINEFORECOLOR" val="System.__ComObject"/>
  <p:tag name="Z_TEXTLINEWEIGHT" val="-2.147484E+09"/>
  <p:tag name="Z_TEXTREFLECTION" val="0"/>
  <p:tag name="Z_TOP" val="112.378"/>
  <p:tag name="Z_WIDTH" val="397.5899"/>
  <p:tag name="Z_ZOOM_22" val="1"/>
  <p:tag name="PA" val="v5.2.11"/>
</p:tagLst>
</file>

<file path=ppt/tags/tag5.xml><?xml version="1.0" encoding="utf-8"?>
<p:tagLst xmlns:p="http://schemas.openxmlformats.org/presentationml/2006/main">
  <p:tag name="PA" val="v5.2.11"/>
</p:tagLst>
</file>

<file path=ppt/tags/tag6.xml><?xml version="1.0" encoding="utf-8"?>
<p:tagLst xmlns:p="http://schemas.openxmlformats.org/presentationml/2006/main">
  <p:tag name="Z_FONTBOLD" val="msoTrue"/>
  <p:tag name="Z_FONTCOLOR" val="System.__ComObject"/>
  <p:tag name="Z_FONTITALIC" val="msoFalse"/>
  <p:tag name="Z_FONTNAME" val="思源黑体 CN (正文)"/>
  <p:tag name="Z_FONTNAMEASCII" val="思源黑体 CN (正文)"/>
  <p:tag name="Z_FONTSIZE" val="20"/>
  <p:tag name="Z_FONTSPACING" val="0"/>
  <p:tag name="Z_FONTUNDERLINE" val="msoFalse"/>
  <p:tag name="Z_HASTEXT" val="1"/>
  <p:tag name="Z_HEIGHT" val="32.51023"/>
  <p:tag name="Z_LEFT" val="469.2872"/>
  <p:tag name="Z_LINERULEBEFORE" val="msoTrue"/>
  <p:tag name="Z_LINEWEIGHT" val="0.75"/>
  <p:tag name="Z_MARGINBOTTOM" val="3.685039"/>
  <p:tag name="Z_MARGINLEFT" val="7.086614"/>
  <p:tag name="Z_MARGINRIGHT" val="7.086614"/>
  <p:tag name="Z_MARGINTOP" val="3.685039"/>
  <p:tag name="Z_NAMECOMPLEXSCRIPT" val="思源黑体 CN (正文)"/>
  <p:tag name="Z_NAMEFAREAST" val="思源黑体 CN (正文)"/>
  <p:tag name="Z_SPACEAFTER" val="0"/>
  <p:tag name="Z_SPACEBEFORE" val="0"/>
  <p:tag name="Z_SPACEWITHIN" val="1"/>
  <p:tag name="Z_TEXT" val="输入标题"/>
  <p:tag name="Z_TEXTALIGNMENT" val="ppAlignLeft"/>
  <p:tag name="Z_TEXTGLOW" val="0"/>
  <p:tag name="Z_TEXTLINEDASHSTYLE" val="msoLineDashStyleMixed"/>
  <p:tag name="Z_TEXTLINEFILLBACKCOLOR" val="System.__ComObject"/>
  <p:tag name="Z_TEXTLINEFILLTRANSPARENCY" val="0"/>
  <p:tag name="Z_TEXTLINEFORECOLOR" val="System.__ComObject"/>
  <p:tag name="Z_TEXTLINEWEIGHT" val="-2.147484E+09"/>
  <p:tag name="Z_TEXTREFLECTION" val="0"/>
  <p:tag name="Z_TOP" val="112.378"/>
  <p:tag name="Z_WIDTH" val="397.5899"/>
  <p:tag name="Z_ZOOM_22" val="1"/>
  <p:tag name="PA" val="v5.2.11"/>
</p:tagLst>
</file>

<file path=ppt/tags/tag7.xml><?xml version="1.0" encoding="utf-8"?>
<p:tagLst xmlns:p="http://schemas.openxmlformats.org/presentationml/2006/main">
  <p:tag name="PA" val="v5.2.11"/>
</p:tagLst>
</file>

<file path=ppt/tags/tag8.xml><?xml version="1.0" encoding="utf-8"?>
<p:tagLst xmlns:p="http://schemas.openxmlformats.org/presentationml/2006/main">
  <p:tag name="Z_FONTBOLD" val="msoTrue"/>
  <p:tag name="Z_FONTCOLOR" val="System.__ComObject"/>
  <p:tag name="Z_FONTITALIC" val="msoFalse"/>
  <p:tag name="Z_FONTNAME" val="思源黑体 CN (正文)"/>
  <p:tag name="Z_FONTNAMEASCII" val="思源黑体 CN (正文)"/>
  <p:tag name="Z_FONTSIZE" val="20"/>
  <p:tag name="Z_FONTSPACING" val="0"/>
  <p:tag name="Z_FONTUNDERLINE" val="msoFalse"/>
  <p:tag name="Z_HASTEXT" val="1"/>
  <p:tag name="Z_HEIGHT" val="32.51023"/>
  <p:tag name="Z_LEFT" val="469.2872"/>
  <p:tag name="Z_LINERULEBEFORE" val="msoTrue"/>
  <p:tag name="Z_LINEWEIGHT" val="0.75"/>
  <p:tag name="Z_MARGINBOTTOM" val="3.685039"/>
  <p:tag name="Z_MARGINLEFT" val="7.086614"/>
  <p:tag name="Z_MARGINRIGHT" val="7.086614"/>
  <p:tag name="Z_MARGINTOP" val="3.685039"/>
  <p:tag name="Z_NAMECOMPLEXSCRIPT" val="思源黑体 CN (正文)"/>
  <p:tag name="Z_NAMEFAREAST" val="思源黑体 CN (正文)"/>
  <p:tag name="Z_SPACEAFTER" val="0"/>
  <p:tag name="Z_SPACEBEFORE" val="0"/>
  <p:tag name="Z_SPACEWITHIN" val="1"/>
  <p:tag name="Z_TEXT" val="输入标题"/>
  <p:tag name="Z_TEXTALIGNMENT" val="ppAlignLeft"/>
  <p:tag name="Z_TEXTGLOW" val="0"/>
  <p:tag name="Z_TEXTLINEDASHSTYLE" val="msoLineDashStyleMixed"/>
  <p:tag name="Z_TEXTLINEFILLBACKCOLOR" val="System.__ComObject"/>
  <p:tag name="Z_TEXTLINEFILLTRANSPARENCY" val="0"/>
  <p:tag name="Z_TEXTLINEFORECOLOR" val="System.__ComObject"/>
  <p:tag name="Z_TEXTLINEWEIGHT" val="-2.147484E+09"/>
  <p:tag name="Z_TEXTREFLECTION" val="0"/>
  <p:tag name="Z_TOP" val="112.378"/>
  <p:tag name="Z_WIDTH" val="397.5899"/>
  <p:tag name="Z_ZOOM_22" val="1"/>
  <p:tag name="PA" val="v5.2.11"/>
</p:tagLst>
</file>

<file path=ppt/tags/tag9.xml><?xml version="1.0" encoding="utf-8"?>
<p:tagLst xmlns:p="http://schemas.openxmlformats.org/presentationml/2006/main">
  <p:tag name="PA" val="v5.2.11"/>
</p:tagLst>
</file>

<file path=ppt/tags/tag10.xml><?xml version="1.0" encoding="utf-8"?>
<p:tagLst xmlns:p="http://schemas.openxmlformats.org/presentationml/2006/main">
  <p:tag name="Z_FONTBOLD" val="msoTrue"/>
  <p:tag name="Z_FONTCOLOR" val="System.__ComObject"/>
  <p:tag name="Z_FONTITALIC" val="msoFalse"/>
  <p:tag name="Z_FONTNAME" val="思源黑体 CN (正文)"/>
  <p:tag name="Z_FONTNAMEASCII" val="思源黑体 CN (正文)"/>
  <p:tag name="Z_FONTSIZE" val="20"/>
  <p:tag name="Z_FONTSPACING" val="0"/>
  <p:tag name="Z_FONTUNDERLINE" val="msoFalse"/>
  <p:tag name="Z_HASTEXT" val="1"/>
  <p:tag name="Z_HEIGHT" val="32.51023"/>
  <p:tag name="Z_LEFT" val="469.2872"/>
  <p:tag name="Z_LINERULEBEFORE" val="msoTrue"/>
  <p:tag name="Z_LINEWEIGHT" val="0.75"/>
  <p:tag name="Z_MARGINBOTTOM" val="3.685039"/>
  <p:tag name="Z_MARGINLEFT" val="7.086614"/>
  <p:tag name="Z_MARGINRIGHT" val="7.086614"/>
  <p:tag name="Z_MARGINTOP" val="3.685039"/>
  <p:tag name="Z_NAMECOMPLEXSCRIPT" val="思源黑体 CN (正文)"/>
  <p:tag name="Z_NAMEFAREAST" val="思源黑体 CN (正文)"/>
  <p:tag name="Z_SPACEAFTER" val="0"/>
  <p:tag name="Z_SPACEBEFORE" val="0"/>
  <p:tag name="Z_SPACEWITHIN" val="1"/>
  <p:tag name="Z_TEXT" val="输入标题"/>
  <p:tag name="Z_TEXTALIGNMENT" val="ppAlignLeft"/>
  <p:tag name="Z_TEXTGLOW" val="0"/>
  <p:tag name="Z_TEXTLINEDASHSTYLE" val="msoLineDashStyleMixed"/>
  <p:tag name="Z_TEXTLINEFILLBACKCOLOR" val="System.__ComObject"/>
  <p:tag name="Z_TEXTLINEFILLTRANSPARENCY" val="0"/>
  <p:tag name="Z_TEXTLINEFORECOLOR" val="System.__ComObject"/>
  <p:tag name="Z_TEXTLINEWEIGHT" val="-2.147484E+09"/>
  <p:tag name="Z_TEXTREFLECTION" val="0"/>
  <p:tag name="Z_TOP" val="112.378"/>
  <p:tag name="Z_WIDTH" val="397.5899"/>
  <p:tag name="Z_ZOOM_22" val="1"/>
  <p:tag name="PA" val="v5.2.11"/>
</p:tagLst>
</file>

<file path=ppt/tags/tag11.xml><?xml version="1.0" encoding="utf-8"?>
<p:tagLst xmlns:p="http://schemas.openxmlformats.org/presentationml/2006/main">
  <p:tag name="TABLE_ENDDRAG_ORIGIN_RECT" val="870*316"/>
  <p:tag name="TABLE_ENDDRAG_RECT" val="44*66*870*316"/>
</p:tagLst>
</file>

<file path=ppt/tags/tag12.xml><?xml version="1.0" encoding="utf-8"?>
<p:tagLst xmlns:p="http://schemas.openxmlformats.org/presentationml/2006/main">
  <p:tag name="KSO_WM_DIAGRAM_VIRTUALLY_FRAME" val="{&quot;height&quot;:431.1,&quot;left&quot;:48.5,&quot;top&quot;:125.2,&quot;width&quot;:905.65}"/>
</p:tagLst>
</file>

<file path=ppt/tags/tag13.xml><?xml version="1.0" encoding="utf-8"?>
<p:tagLst xmlns:p="http://schemas.openxmlformats.org/presentationml/2006/main">
  <p:tag name="KSO_WM_DIAGRAM_VIRTUALLY_FRAME" val="{&quot;height&quot;:431.1,&quot;left&quot;:48.5,&quot;top&quot;:125.2,&quot;width&quot;:905.65}"/>
</p:tagLst>
</file>

<file path=ppt/tags/tag14.xml><?xml version="1.0" encoding="utf-8"?>
<p:tagLst xmlns:p="http://schemas.openxmlformats.org/presentationml/2006/main">
  <p:tag name="KSO_WM_DIAGRAM_VIRTUALLY_FRAME" val="{&quot;height&quot;:431.1,&quot;left&quot;:48.5,&quot;top&quot;:125.2,&quot;width&quot;:905.65}"/>
</p:tagLst>
</file>

<file path=ppt/tags/tag15.xml><?xml version="1.0" encoding="utf-8"?>
<p:tagLst xmlns:p="http://schemas.openxmlformats.org/presentationml/2006/main">
  <p:tag name="KSO_WM_DIAGRAM_VIRTUALLY_FRAME" val="{&quot;height&quot;:431.1,&quot;left&quot;:48.5,&quot;top&quot;:125.2,&quot;width&quot;:905.65}"/>
</p:tagLst>
</file>

<file path=ppt/tags/tag16.xml><?xml version="1.0" encoding="utf-8"?>
<p:tagLst xmlns:p="http://schemas.openxmlformats.org/presentationml/2006/main">
  <p:tag name="KSO_WM_DIAGRAM_VIRTUALLY_FRAME" val="{&quot;height&quot;:431.1,&quot;left&quot;:48.5,&quot;top&quot;:125.2,&quot;width&quot;:905.65}"/>
</p:tagLst>
</file>

<file path=ppt/tags/tag17.xml><?xml version="1.0" encoding="utf-8"?>
<p:tagLst xmlns:p="http://schemas.openxmlformats.org/presentationml/2006/main">
  <p:tag name="KSO_WM_DIAGRAM_VIRTUALLY_FRAME" val="{&quot;height&quot;:431.1,&quot;left&quot;:48.5,&quot;top&quot;:125.2,&quot;width&quot;:905.65}"/>
</p:tagLst>
</file>

<file path=ppt/tags/tag18.xml><?xml version="1.0" encoding="utf-8"?>
<p:tagLst xmlns:p="http://schemas.openxmlformats.org/presentationml/2006/main">
  <p:tag name="KSO_WM_DIAGRAM_VIRTUALLY_FRAME" val="{&quot;height&quot;:431.1,&quot;left&quot;:48.5,&quot;top&quot;:125.2,&quot;width&quot;:905.65}"/>
</p:tagLst>
</file>

<file path=ppt/tags/tag19.xml><?xml version="1.0" encoding="utf-8"?>
<p:tagLst xmlns:p="http://schemas.openxmlformats.org/presentationml/2006/main">
  <p:tag name="KSO_WM_DIAGRAM_VIRTUALLY_FRAME" val="{&quot;height&quot;:431.1,&quot;left&quot;:48.5,&quot;top&quot;:125.2,&quot;width&quot;:905.65}"/>
</p:tagLst>
</file>

<file path=ppt/tags/tag20.xml><?xml version="1.0" encoding="utf-8"?>
<p:tagLst xmlns:p="http://schemas.openxmlformats.org/presentationml/2006/main">
  <p:tag name="KSO_WM_DIAGRAM_VIRTUALLY_FRAME" val="{&quot;height&quot;:431.1,&quot;left&quot;:48.5,&quot;top&quot;:125.2,&quot;width&quot;:905.65}"/>
</p:tagLst>
</file>

<file path=ppt/tags/tag21.xml><?xml version="1.0" encoding="utf-8"?>
<p:tagLst xmlns:p="http://schemas.openxmlformats.org/presentationml/2006/main">
  <p:tag name="KSO_WM_DIAGRAM_VIRTUALLY_FRAME" val="{&quot;height&quot;:431.1,&quot;left&quot;:48.5,&quot;top&quot;:125.2,&quot;width&quot;:905.65}"/>
</p:tagLst>
</file>

<file path=ppt/tags/tag22.xml><?xml version="1.0" encoding="utf-8"?>
<p:tagLst xmlns:p="http://schemas.openxmlformats.org/presentationml/2006/main">
  <p:tag name="KSO_WM_DIAGRAM_VIRTUALLY_FRAME" val="{&quot;height&quot;:431.1,&quot;left&quot;:48.5,&quot;top&quot;:125.2,&quot;width&quot;:905.65}"/>
</p:tagLst>
</file>

<file path=ppt/tags/tag23.xml><?xml version="1.0" encoding="utf-8"?>
<p:tagLst xmlns:p="http://schemas.openxmlformats.org/presentationml/2006/main">
  <p:tag name="KSO_WM_DIAGRAM_VIRTUALLY_FRAME" val="{&quot;height&quot;:431.1,&quot;left&quot;:48.5,&quot;top&quot;:125.2,&quot;width&quot;:905.65}"/>
</p:tagLst>
</file>

<file path=ppt/tags/tag24.xml><?xml version="1.0" encoding="utf-8"?>
<p:tagLst xmlns:p="http://schemas.openxmlformats.org/presentationml/2006/main">
  <p:tag name="KSO_WM_DIAGRAM_VIRTUALLY_FRAME" val="{&quot;height&quot;:431.1,&quot;left&quot;:48.5,&quot;top&quot;:125.2,&quot;width&quot;:905.65}"/>
</p:tagLst>
</file>

<file path=ppt/tags/tag25.xml><?xml version="1.0" encoding="utf-8"?>
<p:tagLst xmlns:p="http://schemas.openxmlformats.org/presentationml/2006/main">
  <p:tag name="KSO_WM_DIAGRAM_VIRTUALLY_FRAME" val="{&quot;height&quot;:431.1,&quot;left&quot;:48.5,&quot;top&quot;:125.2,&quot;width&quot;:905.65}"/>
</p:tagLst>
</file>

<file path=ppt/tags/tag26.xml><?xml version="1.0" encoding="utf-8"?>
<p:tagLst xmlns:p="http://schemas.openxmlformats.org/presentationml/2006/main">
  <p:tag name="KSO_WM_DIAGRAM_VIRTUALLY_FRAME" val="{&quot;height&quot;:431.1,&quot;left&quot;:48.5,&quot;top&quot;:125.2,&quot;width&quot;:905.65}"/>
</p:tagLst>
</file>

<file path=ppt/tags/tag27.xml><?xml version="1.0" encoding="utf-8"?>
<p:tagLst xmlns:p="http://schemas.openxmlformats.org/presentationml/2006/main">
  <p:tag name="KSO_WM_DIAGRAM_VIRTUALLY_FRAME" val="{&quot;height&quot;:431.1,&quot;left&quot;:48.5,&quot;top&quot;:125.2,&quot;width&quot;:905.6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​​">
  <a:themeElements>
    <a:clrScheme name="1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90424"/>
      </a:accent1>
      <a:accent2>
        <a:srgbClr val="EA312D"/>
      </a:accent2>
      <a:accent3>
        <a:srgbClr val="F9945E"/>
      </a:accent3>
      <a:accent4>
        <a:srgbClr val="1A707E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3604</Words>
  <Application>WPS 演示</Application>
  <PresentationFormat>宽屏</PresentationFormat>
  <Paragraphs>353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47" baseType="lpstr">
      <vt:lpstr>Arial</vt:lpstr>
      <vt:lpstr>宋体</vt:lpstr>
      <vt:lpstr>Wingdings</vt:lpstr>
      <vt:lpstr>黑体</vt:lpstr>
      <vt:lpstr>汉仪中黑KW</vt:lpstr>
      <vt:lpstr>微软雅黑</vt:lpstr>
      <vt:lpstr>汉仪旗黑</vt:lpstr>
      <vt:lpstr>钉钉进步体</vt:lpstr>
      <vt:lpstr>苹方-简</vt:lpstr>
      <vt:lpstr>楷体</vt:lpstr>
      <vt:lpstr>汉仪楷体KW</vt:lpstr>
      <vt:lpstr>Times New Roman</vt:lpstr>
      <vt:lpstr>DejaVu Math TeX Gyre</vt:lpstr>
      <vt:lpstr>Adirek Sans Semi-Bold</vt:lpstr>
      <vt:lpstr>宋体</vt:lpstr>
      <vt:lpstr>Arial Unicode MS</vt:lpstr>
      <vt:lpstr>Calibri</vt:lpstr>
      <vt:lpstr>Helvetica Neue</vt:lpstr>
      <vt:lpstr>汉仪书宋二KW</vt:lpstr>
      <vt:lpstr>等线 Light</vt:lpstr>
      <vt:lpstr>汉仪中等线KW</vt:lpstr>
      <vt:lpstr>等线</vt:lpstr>
      <vt:lpstr>Thonburi</vt:lpstr>
      <vt:lpstr>Adirek Sans Semi-Bold</vt:lpstr>
      <vt:lpstr>微软雅黑</vt:lpstr>
      <vt:lpstr>楷体</vt:lpstr>
      <vt:lpstr>黑体</vt:lpstr>
      <vt:lpstr>Office 主题​​</vt:lpstr>
      <vt:lpstr>3_Office 主题​​</vt:lpstr>
      <vt:lpstr>面向清史研究的自主考据智能体</vt:lpstr>
      <vt:lpstr>背景介绍</vt:lpstr>
      <vt:lpstr>背景介绍</vt:lpstr>
      <vt:lpstr>多源历史数据：辞典、档案、编年史书</vt:lpstr>
      <vt:lpstr>数据工程：模型微调与离线精炼</vt:lpstr>
      <vt:lpstr>数据工程：模型微调与离线精炼</vt:lpstr>
      <vt:lpstr>多源历史数据：概念层（词典库）</vt:lpstr>
      <vt:lpstr>多源历史数据：证据层（奏折档案）</vt:lpstr>
      <vt:lpstr>多源历史数据：时空层（编年实录）</vt:lpstr>
      <vt:lpstr>技术路线与架构设计</vt:lpstr>
      <vt:lpstr>技术路线与架构设计</vt:lpstr>
      <vt:lpstr>技术路线与架构设计</vt:lpstr>
      <vt:lpstr>技术路线与架构设计</vt:lpstr>
      <vt:lpstr>技术路线与架构设计</vt:lpstr>
      <vt:lpstr>前端展示</vt:lpstr>
      <vt:lpstr>前端展示</vt:lpstr>
      <vt:lpstr>分工安排</vt:lpstr>
      <vt:lpstr>谢谢大家！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 Li</dc:creator>
  <cp:lastModifiedBy>Kinyuki</cp:lastModifiedBy>
  <cp:revision>49</cp:revision>
  <dcterms:created xsi:type="dcterms:W3CDTF">2026-06-01T16:22:27Z</dcterms:created>
  <dcterms:modified xsi:type="dcterms:W3CDTF">2026-06-01T16:22:27Z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D27D9BD86CC7476882CEAB9B644DAC14_13</vt:lpwstr>
  </property>
  <property fmtid="{D5CDD505-2E9C-101B-9397-08002B2CF9AE}" pid="3" name="KSOProductBuildVer">
    <vt:lpwstr>2052-7.4.1.8983</vt:lpwstr>
  </property>
</Properties>
</file>